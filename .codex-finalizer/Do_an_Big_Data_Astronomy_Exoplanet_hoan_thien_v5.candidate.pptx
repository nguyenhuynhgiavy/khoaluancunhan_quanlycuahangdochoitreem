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d4d15b807a4d89" /><Relationship Type="http://schemas.openxmlformats.org/officeDocument/2006/relationships/extended-properties" Target="/docProps/app.xml" Id="Rb882df16b1cd4b72" /><Relationship Type="http://schemas.openxmlformats.org/officeDocument/2006/relationships/officeDocument" Target="/ppt/presentation.xml" Id="Radee6c1e1ab14232" /></Relationships>
</file>

<file path=ppt/presentation.xml><?xml version="1.0" encoding="utf-8"?>
<p:presentation xmlns:p="http://schemas.openxmlformats.org/presentationml/2006/main">
  <p:sldMasterIdLst>
    <p:sldMasterId xmlns:r="http://schemas.openxmlformats.org/officeDocument/2006/relationships" id="2147483648" r:id="Rf1972babf563496f"/>
  </p:sldMasterIdLst>
  <p:notesMasterIdLst>
    <p:notesMasterId xmlns:r="http://schemas.openxmlformats.org/officeDocument/2006/relationships" r:id="Rfe8e63b2a3e9483c"/>
  </p:notesMasterIdLst>
  <p:sldIdLst>
    <p:sldId xmlns:r="http://schemas.openxmlformats.org/officeDocument/2006/relationships" id="256" r:id="Re94e7e2fd8b24e7b"/>
    <p:sldId xmlns:r="http://schemas.openxmlformats.org/officeDocument/2006/relationships" id="257" r:id="Rc5186da1c6c645d3"/>
    <p:sldId xmlns:r="http://schemas.openxmlformats.org/officeDocument/2006/relationships" id="258" r:id="R29b7550829d040c6"/>
    <p:sldId xmlns:r="http://schemas.openxmlformats.org/officeDocument/2006/relationships" id="259" r:id="Rbbccdee6eede4e95"/>
    <p:sldId xmlns:r="http://schemas.openxmlformats.org/officeDocument/2006/relationships" id="260" r:id="Rc3e1d01b92c74bf4"/>
    <p:sldId xmlns:r="http://schemas.openxmlformats.org/officeDocument/2006/relationships" id="261" r:id="R9ddcbff58a3c4bf6"/>
    <p:sldId xmlns:r="http://schemas.openxmlformats.org/officeDocument/2006/relationships" id="262" r:id="R0dc21aaad3374429"/>
    <p:sldId xmlns:r="http://schemas.openxmlformats.org/officeDocument/2006/relationships" id="263" r:id="R4455f003ffc4473f"/>
    <p:sldId xmlns:r="http://schemas.openxmlformats.org/officeDocument/2006/relationships" id="264" r:id="Rd7dda0065db6481b"/>
    <p:sldId xmlns:r="http://schemas.openxmlformats.org/officeDocument/2006/relationships" id="265" r:id="Re7d900c72f3a4def"/>
    <p:sldId xmlns:r="http://schemas.openxmlformats.org/officeDocument/2006/relationships" id="266" r:id="R3f9b7ed742404c0c"/>
    <p:sldId xmlns:r="http://schemas.openxmlformats.org/officeDocument/2006/relationships" id="267" r:id="Rd232756a63b64a71"/>
    <p:sldId xmlns:r="http://schemas.openxmlformats.org/officeDocument/2006/relationships" id="268" r:id="Re5e10676db3f4bc2"/>
    <p:sldId xmlns:r="http://schemas.openxmlformats.org/officeDocument/2006/relationships" id="269" r:id="Rea487a34e9a94625"/>
    <p:sldId xmlns:r="http://schemas.openxmlformats.org/officeDocument/2006/relationships" id="270" r:id="Re8b8baa591234303"/>
    <p:sldId xmlns:r="http://schemas.openxmlformats.org/officeDocument/2006/relationships" id="271" r:id="Rf34085eb6e5a4a49"/>
    <p:sldId xmlns:r="http://schemas.openxmlformats.org/officeDocument/2006/relationships" id="272" r:id="R3f020d6ad7d5490d"/>
    <p:sldId xmlns:r="http://schemas.openxmlformats.org/officeDocument/2006/relationships" id="273" r:id="R3c347832ccc6446d"/>
    <p:sldId xmlns:r="http://schemas.openxmlformats.org/officeDocument/2006/relationships" id="274" r:id="R1cfcd031423840a6"/>
    <p:sldId xmlns:r="http://schemas.openxmlformats.org/officeDocument/2006/relationships" id="275" r:id="Rbe1997ccaab944fc"/>
    <p:sldId xmlns:r="http://schemas.openxmlformats.org/officeDocument/2006/relationships" id="276" r:id="Rc276fc1387774c7b"/>
    <p:sldId xmlns:r="http://schemas.openxmlformats.org/officeDocument/2006/relationships" id="277" r:id="R9c5c6d7994d447b7"/>
    <p:sldId xmlns:r="http://schemas.openxmlformats.org/officeDocument/2006/relationships" id="278" r:id="R0384d177c33541c4"/>
    <p:sldId xmlns:r="http://schemas.openxmlformats.org/officeDocument/2006/relationships" id="279" r:id="R5723ea579b8b45f5"/>
    <p:sldId xmlns:r="http://schemas.openxmlformats.org/officeDocument/2006/relationships" id="280" r:id="Rc8217f2e7a674bf6"/>
    <p:sldId xmlns:r="http://schemas.openxmlformats.org/officeDocument/2006/relationships" id="281" r:id="R528ad1ba2d4c4c17"/>
    <p:sldId xmlns:r="http://schemas.openxmlformats.org/officeDocument/2006/relationships" id="282" r:id="R3eaebf87abbb4263"/>
    <p:sldId xmlns:r="http://schemas.openxmlformats.org/officeDocument/2006/relationships" id="283" r:id="R4bdf46591dec4450"/>
    <p:sldId xmlns:r="http://schemas.openxmlformats.org/officeDocument/2006/relationships" id="284" r:id="R684ccfc3fc3b4752"/>
    <p:sldId xmlns:r="http://schemas.openxmlformats.org/officeDocument/2006/relationships" id="285" r:id="R8eef0e4abda8434c"/>
    <p:sldId xmlns:r="http://schemas.openxmlformats.org/officeDocument/2006/relationships" id="286" r:id="R9e16b167190a4e3a"/>
    <p:sldId xmlns:r="http://schemas.openxmlformats.org/officeDocument/2006/relationships" id="287" r:id="Re6be2cadcb5c4e9b"/>
    <p:sldId xmlns:r="http://schemas.openxmlformats.org/officeDocument/2006/relationships" id="288" r:id="Rff2d52fca6a74205"/>
    <p:sldId xmlns:r="http://schemas.openxmlformats.org/officeDocument/2006/relationships" id="289" r:id="Rdda815f37f744dd0"/>
    <p:sldId xmlns:r="http://schemas.openxmlformats.org/officeDocument/2006/relationships" id="290" r:id="R3dfba8ed689c40dc"/>
    <p:sldId xmlns:r="http://schemas.openxmlformats.org/officeDocument/2006/relationships" id="291" r:id="R1c581edf1b6c49b9"/>
    <p:sldId xmlns:r="http://schemas.openxmlformats.org/officeDocument/2006/relationships" id="292" r:id="R7d36c679bcea4b23"/>
    <p:sldId xmlns:r="http://schemas.openxmlformats.org/officeDocument/2006/relationships" id="293" r:id="R30254165af374d75"/>
    <p:sldId xmlns:r="http://schemas.openxmlformats.org/officeDocument/2006/relationships" id="294" r:id="R3a0feb4623174185"/>
    <p:sldId xmlns:r="http://schemas.openxmlformats.org/officeDocument/2006/relationships" id="295" r:id="Raf11139f68a04a90"/>
    <p:sldId xmlns:r="http://schemas.openxmlformats.org/officeDocument/2006/relationships" id="296" r:id="Ra7c51aec61e841db"/>
    <p:sldId xmlns:r="http://schemas.openxmlformats.org/officeDocument/2006/relationships" id="297" r:id="R0d6d56b1bdfe418e"/>
    <p:sldId xmlns:r="http://schemas.openxmlformats.org/officeDocument/2006/relationships" id="298" r:id="R49b9cb8181ad46a5"/>
    <p:sldId xmlns:r="http://schemas.openxmlformats.org/officeDocument/2006/relationships" id="299" r:id="Rc13406cbcd0d40b4"/>
    <p:sldId xmlns:r="http://schemas.openxmlformats.org/officeDocument/2006/relationships" id="300" r:id="R28fdc453402f4f5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a813f9fb9b4c3f" /><Relationship Type="http://schemas.openxmlformats.org/officeDocument/2006/relationships/slideMaster" Target="/ppt/slideMasters/slideMaster1.xml" Id="Rf1972babf563496f" /><Relationship Type="http://schemas.openxmlformats.org/officeDocument/2006/relationships/notesMaster" Target="/ppt/notesMasters/notesMaster1.xml" Id="Rfe8e63b2a3e9483c" /><Relationship Type="http://schemas.openxmlformats.org/officeDocument/2006/relationships/presProps" Target="/ppt/presProps.xml" Id="Rd65003c867dd4818" /><Relationship Type="http://schemas.openxmlformats.org/officeDocument/2006/relationships/viewProps" Target="/ppt/viewProps.xml" Id="R9b254bb42d6948fe" /><Relationship Type="http://schemas.openxmlformats.org/officeDocument/2006/relationships/tableStyles" Target="/ppt/tableStyles.xml" Id="Ra79d915be1fb4011" /><Relationship Type="http://schemas.openxmlformats.org/officeDocument/2006/relationships/slide" Target="/ppt/slides/slide1.xml" Id="Re94e7e2fd8b24e7b" /><Relationship Type="http://schemas.openxmlformats.org/officeDocument/2006/relationships/slide" Target="/ppt/slides/slide2.xml" Id="Rc5186da1c6c645d3" /><Relationship Type="http://schemas.openxmlformats.org/officeDocument/2006/relationships/slide" Target="/ppt/slides/slide3.xml" Id="R29b7550829d040c6" /><Relationship Type="http://schemas.openxmlformats.org/officeDocument/2006/relationships/slide" Target="/ppt/slides/slide4.xml" Id="Rbbccdee6eede4e95" /><Relationship Type="http://schemas.openxmlformats.org/officeDocument/2006/relationships/slide" Target="/ppt/slides/slide5.xml" Id="Rc3e1d01b92c74bf4" /><Relationship Type="http://schemas.openxmlformats.org/officeDocument/2006/relationships/slide" Target="/ppt/slides/slide6.xml" Id="R9ddcbff58a3c4bf6" /><Relationship Type="http://schemas.openxmlformats.org/officeDocument/2006/relationships/slide" Target="/ppt/slides/slide7.xml" Id="R0dc21aaad3374429" /><Relationship Type="http://schemas.openxmlformats.org/officeDocument/2006/relationships/slide" Target="/ppt/slides/slide8.xml" Id="R4455f003ffc4473f" /><Relationship Type="http://schemas.openxmlformats.org/officeDocument/2006/relationships/slide" Target="/ppt/slides/slide9.xml" Id="Rd7dda0065db6481b" /><Relationship Type="http://schemas.openxmlformats.org/officeDocument/2006/relationships/slide" Target="/ppt/slides/slide10.xml" Id="Re7d900c72f3a4def" /><Relationship Type="http://schemas.openxmlformats.org/officeDocument/2006/relationships/slide" Target="/ppt/slides/slide11.xml" Id="R3f9b7ed742404c0c" /><Relationship Type="http://schemas.openxmlformats.org/officeDocument/2006/relationships/slide" Target="/ppt/slides/slide12.xml" Id="Rd232756a63b64a71" /><Relationship Type="http://schemas.openxmlformats.org/officeDocument/2006/relationships/slide" Target="/ppt/slides/slide13.xml" Id="Re5e10676db3f4bc2" /><Relationship Type="http://schemas.openxmlformats.org/officeDocument/2006/relationships/slide" Target="/ppt/slides/slide14.xml" Id="Rea487a34e9a94625" /><Relationship Type="http://schemas.openxmlformats.org/officeDocument/2006/relationships/slide" Target="/ppt/slides/slide15.xml" Id="Re8b8baa591234303" /><Relationship Type="http://schemas.openxmlformats.org/officeDocument/2006/relationships/slide" Target="/ppt/slides/slide16.xml" Id="Rf34085eb6e5a4a49" /><Relationship Type="http://schemas.openxmlformats.org/officeDocument/2006/relationships/slide" Target="/ppt/slides/slide17.xml" Id="R3f020d6ad7d5490d" /><Relationship Type="http://schemas.openxmlformats.org/officeDocument/2006/relationships/slide" Target="/ppt/slides/slide18.xml" Id="R3c347832ccc6446d" /><Relationship Type="http://schemas.openxmlformats.org/officeDocument/2006/relationships/slide" Target="/ppt/slides/slide19.xml" Id="R1cfcd031423840a6" /><Relationship Type="http://schemas.openxmlformats.org/officeDocument/2006/relationships/slide" Target="/ppt/slides/slide20.xml" Id="Rbe1997ccaab944fc" /><Relationship Type="http://schemas.openxmlformats.org/officeDocument/2006/relationships/slide" Target="/ppt/slides/slide21.xml" Id="Rc276fc1387774c7b" /><Relationship Type="http://schemas.openxmlformats.org/officeDocument/2006/relationships/slide" Target="/ppt/slides/slide22.xml" Id="R9c5c6d7994d447b7" /><Relationship Type="http://schemas.openxmlformats.org/officeDocument/2006/relationships/slide" Target="/ppt/slides/slide23.xml" Id="R0384d177c33541c4" /><Relationship Type="http://schemas.openxmlformats.org/officeDocument/2006/relationships/slide" Target="/ppt/slides/slide24.xml" Id="R5723ea579b8b45f5" /><Relationship Type="http://schemas.openxmlformats.org/officeDocument/2006/relationships/slide" Target="/ppt/slides/slide25.xml" Id="Rc8217f2e7a674bf6" /><Relationship Type="http://schemas.openxmlformats.org/officeDocument/2006/relationships/slide" Target="/ppt/slides/slide26.xml" Id="R528ad1ba2d4c4c17" /><Relationship Type="http://schemas.openxmlformats.org/officeDocument/2006/relationships/slide" Target="/ppt/slides/slide27.xml" Id="R3eaebf87abbb4263" /><Relationship Type="http://schemas.openxmlformats.org/officeDocument/2006/relationships/slide" Target="/ppt/slides/slide28.xml" Id="R4bdf46591dec4450" /><Relationship Type="http://schemas.openxmlformats.org/officeDocument/2006/relationships/slide" Target="/ppt/slides/slide29.xml" Id="R684ccfc3fc3b4752" /><Relationship Type="http://schemas.openxmlformats.org/officeDocument/2006/relationships/slide" Target="/ppt/slides/slide30.xml" Id="R8eef0e4abda8434c" /><Relationship Type="http://schemas.openxmlformats.org/officeDocument/2006/relationships/slide" Target="/ppt/slides/slide31.xml" Id="R9e16b167190a4e3a" /><Relationship Type="http://schemas.openxmlformats.org/officeDocument/2006/relationships/slide" Target="/ppt/slides/slide32.xml" Id="Re6be2cadcb5c4e9b" /><Relationship Type="http://schemas.openxmlformats.org/officeDocument/2006/relationships/slide" Target="/ppt/slides/slide33.xml" Id="Rff2d52fca6a74205" /><Relationship Type="http://schemas.openxmlformats.org/officeDocument/2006/relationships/slide" Target="/ppt/slides/slide34.xml" Id="Rdda815f37f744dd0" /><Relationship Type="http://schemas.openxmlformats.org/officeDocument/2006/relationships/slide" Target="/ppt/slides/slide35.xml" Id="R3dfba8ed689c40dc" /><Relationship Type="http://schemas.openxmlformats.org/officeDocument/2006/relationships/slide" Target="/ppt/slides/slide36.xml" Id="R1c581edf1b6c49b9" /><Relationship Type="http://schemas.openxmlformats.org/officeDocument/2006/relationships/slide" Target="/ppt/slides/slide37.xml" Id="R7d36c679bcea4b23" /><Relationship Type="http://schemas.openxmlformats.org/officeDocument/2006/relationships/slide" Target="/ppt/slides/slide38.xml" Id="R30254165af374d75" /><Relationship Type="http://schemas.openxmlformats.org/officeDocument/2006/relationships/slide" Target="/ppt/slides/slide39.xml" Id="R3a0feb4623174185" /><Relationship Type="http://schemas.openxmlformats.org/officeDocument/2006/relationships/slide" Target="/ppt/slides/slide40.xml" Id="Raf11139f68a04a90" /><Relationship Type="http://schemas.openxmlformats.org/officeDocument/2006/relationships/slide" Target="/ppt/slides/slide41.xml" Id="Ra7c51aec61e841db" /><Relationship Type="http://schemas.openxmlformats.org/officeDocument/2006/relationships/slide" Target="/ppt/slides/slide42.xml" Id="R0d6d56b1bdfe418e" /><Relationship Type="http://schemas.openxmlformats.org/officeDocument/2006/relationships/slide" Target="/ppt/slides/slide43.xml" Id="R49b9cb8181ad46a5" /><Relationship Type="http://schemas.openxmlformats.org/officeDocument/2006/relationships/slide" Target="/ppt/slides/slide44.xml" Id="Rc13406cbcd0d40b4" /><Relationship Type="http://schemas.openxmlformats.org/officeDocument/2006/relationships/slide" Target="/ppt/slides/slide45.xml" Id="R28fdc453402f4f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12bd5ee09345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bdb29f625e441e" /><Relationship Type="http://schemas.openxmlformats.org/officeDocument/2006/relationships/notesMaster" Target="/ppt/notesMasters/notesMaster1.xml" Id="R9b5b12643a0648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bf69f37dc3493a" /><Relationship Type="http://schemas.openxmlformats.org/officeDocument/2006/relationships/notesMaster" Target="/ppt/notesMasters/notesMaster1.xml" Id="R22649fde73c14a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e46a0f7aed43b3" /><Relationship Type="http://schemas.openxmlformats.org/officeDocument/2006/relationships/notesMaster" Target="/ppt/notesMasters/notesMaster1.xml" Id="R0bdd83ead6e14f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339cfceee54634" /><Relationship Type="http://schemas.openxmlformats.org/officeDocument/2006/relationships/notesMaster" Target="/ppt/notesMasters/notesMaster1.xml" Id="R932ff4bd239543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af1c6c01b047f8" /><Relationship Type="http://schemas.openxmlformats.org/officeDocument/2006/relationships/notesMaster" Target="/ppt/notesMasters/notesMaster1.xml" Id="Rd66c2b5b3ab849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e56dca559845fa" /><Relationship Type="http://schemas.openxmlformats.org/officeDocument/2006/relationships/notesMaster" Target="/ppt/notesMasters/notesMaster1.xml" Id="Rb45338a5e9b44d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928b7c0cbb48db" /><Relationship Type="http://schemas.openxmlformats.org/officeDocument/2006/relationships/notesMaster" Target="/ppt/notesMasters/notesMaster1.xml" Id="R5c50d98e1e004a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cc032e0bf24c3b" /><Relationship Type="http://schemas.openxmlformats.org/officeDocument/2006/relationships/notesMaster" Target="/ppt/notesMasters/notesMaster1.xml" Id="Rfde48c04845143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bf4e509e824a02" /><Relationship Type="http://schemas.openxmlformats.org/officeDocument/2006/relationships/notesMaster" Target="/ppt/notesMasters/notesMaster1.xml" Id="Reac90fe6f7384c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491260c9e84493" /><Relationship Type="http://schemas.openxmlformats.org/officeDocument/2006/relationships/notesMaster" Target="/ppt/notesMasters/notesMaster1.xml" Id="R6ae7168a22574b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7d47b893e04af5" /><Relationship Type="http://schemas.openxmlformats.org/officeDocument/2006/relationships/notesMaster" Target="/ppt/notesMasters/notesMaster1.xml" Id="Re005a2e9121e41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282896a91b4f89" /><Relationship Type="http://schemas.openxmlformats.org/officeDocument/2006/relationships/notesMaster" Target="/ppt/notesMasters/notesMaster1.xml" Id="R42b389227f444e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92035270ed44cd" /><Relationship Type="http://schemas.openxmlformats.org/officeDocument/2006/relationships/notesMaster" Target="/ppt/notesMasters/notesMaster1.xml" Id="R250e50df218240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6f80f0336f4810" /><Relationship Type="http://schemas.openxmlformats.org/officeDocument/2006/relationships/notesMaster" Target="/ppt/notesMasters/notesMaster1.xml" Id="R20d09f72dcef4c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2e5167185f4ba5" /><Relationship Type="http://schemas.openxmlformats.org/officeDocument/2006/relationships/notesMaster" Target="/ppt/notesMasters/notesMaster1.xml" Id="Rb1f4a8679b1143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1e6a5277124564" /><Relationship Type="http://schemas.openxmlformats.org/officeDocument/2006/relationships/notesMaster" Target="/ppt/notesMasters/notesMaster1.xml" Id="R525edca925614c3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cc7f7dece494c69" /><Relationship Type="http://schemas.openxmlformats.org/officeDocument/2006/relationships/notesMaster" Target="/ppt/notesMasters/notesMaster1.xml" Id="R4fcfd5662c6044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20382c544e43f1" /><Relationship Type="http://schemas.openxmlformats.org/officeDocument/2006/relationships/notesMaster" Target="/ppt/notesMasters/notesMaster1.xml" Id="Rb0cfb9f1257d42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349d1a216842a9" /><Relationship Type="http://schemas.openxmlformats.org/officeDocument/2006/relationships/notesMaster" Target="/ppt/notesMasters/notesMaster1.xml" Id="Rdd86e42d51084d0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9cd6221e114b07" /><Relationship Type="http://schemas.openxmlformats.org/officeDocument/2006/relationships/notesMaster" Target="/ppt/notesMasters/notesMaster1.xml" Id="R22fb983b9dbc43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e032eff28046fa" /><Relationship Type="http://schemas.openxmlformats.org/officeDocument/2006/relationships/notesMaster" Target="/ppt/notesMasters/notesMaster1.xml" Id="Rcf2bcf14815740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7023973cd7646c2" /><Relationship Type="http://schemas.openxmlformats.org/officeDocument/2006/relationships/notesMaster" Target="/ppt/notesMasters/notesMaster1.xml" Id="Ra0bdd81f12274e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e21a648672b4bc5" /><Relationship Type="http://schemas.openxmlformats.org/officeDocument/2006/relationships/notesMaster" Target="/ppt/notesMasters/notesMaster1.xml" Id="R6698f68dc8814e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5cf5916d884db9" /><Relationship Type="http://schemas.openxmlformats.org/officeDocument/2006/relationships/notesMaster" Target="/ppt/notesMasters/notesMaster1.xml" Id="R7010d96d602349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d7caa043244fc4" /><Relationship Type="http://schemas.openxmlformats.org/officeDocument/2006/relationships/notesMaster" Target="/ppt/notesMasters/notesMaster1.xml" Id="Rb5554ea8ac6b47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06ef8811664214" /><Relationship Type="http://schemas.openxmlformats.org/officeDocument/2006/relationships/notesMaster" Target="/ppt/notesMasters/notesMaster1.xml" Id="R1a2750c1251d478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85e1864e2b94c7c" /><Relationship Type="http://schemas.openxmlformats.org/officeDocument/2006/relationships/notesMaster" Target="/ppt/notesMasters/notesMaster1.xml" Id="R202b245e425b4e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5aae041d1a042f6" /><Relationship Type="http://schemas.openxmlformats.org/officeDocument/2006/relationships/notesMaster" Target="/ppt/notesMasters/notesMaster1.xml" Id="R45dd0db0e35843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9411dc698f34290" /><Relationship Type="http://schemas.openxmlformats.org/officeDocument/2006/relationships/notesMaster" Target="/ppt/notesMasters/notesMaster1.xml" Id="R5ec8a66f1413464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3ff743d5ec544c5" /><Relationship Type="http://schemas.openxmlformats.org/officeDocument/2006/relationships/notesMaster" Target="/ppt/notesMasters/notesMaster1.xml" Id="Re594394074eb434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818caec5a824c12" /><Relationship Type="http://schemas.openxmlformats.org/officeDocument/2006/relationships/notesMaster" Target="/ppt/notesMasters/notesMaster1.xml" Id="R64d37c70604a4f4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38a79f007e444e" /><Relationship Type="http://schemas.openxmlformats.org/officeDocument/2006/relationships/notesMaster" Target="/ppt/notesMasters/notesMaster1.xml" Id="R0fb99ad0cc6041e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19d30ba57414c56" /><Relationship Type="http://schemas.openxmlformats.org/officeDocument/2006/relationships/notesMaster" Target="/ppt/notesMasters/notesMaster1.xml" Id="R878f025f45d64a3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35e5861a5124367" /><Relationship Type="http://schemas.openxmlformats.org/officeDocument/2006/relationships/notesMaster" Target="/ppt/notesMasters/notesMaster1.xml" Id="Rb6e664283dcd49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67f3de8e496425e" /><Relationship Type="http://schemas.openxmlformats.org/officeDocument/2006/relationships/notesMaster" Target="/ppt/notesMasters/notesMaster1.xml" Id="Rc9d8c18343c7479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a98404f96434d46" /><Relationship Type="http://schemas.openxmlformats.org/officeDocument/2006/relationships/notesMaster" Target="/ppt/notesMasters/notesMaster1.xml" Id="R937e259713a048c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b1c739d66a84300" /><Relationship Type="http://schemas.openxmlformats.org/officeDocument/2006/relationships/notesMaster" Target="/ppt/notesMasters/notesMaster1.xml" Id="R6f38b8c5495440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2210c4208d04e5c" /><Relationship Type="http://schemas.openxmlformats.org/officeDocument/2006/relationships/notesMaster" Target="/ppt/notesMasters/notesMaster1.xml" Id="R0ff934f7d584485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2c00ec1cad646a6" /><Relationship Type="http://schemas.openxmlformats.org/officeDocument/2006/relationships/notesMaster" Target="/ppt/notesMasters/notesMaster1.xml" Id="R9162fe223c6b4f9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b6695c41100402b" /><Relationship Type="http://schemas.openxmlformats.org/officeDocument/2006/relationships/notesMaster" Target="/ppt/notesMasters/notesMaster1.xml" Id="Rdfd3d6a13805468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3e7e5bb8669423b" /><Relationship Type="http://schemas.openxmlformats.org/officeDocument/2006/relationships/notesMaster" Target="/ppt/notesMasters/notesMaster1.xml" Id="Rf9e0def0b659468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e57468867534ba7" /><Relationship Type="http://schemas.openxmlformats.org/officeDocument/2006/relationships/notesMaster" Target="/ppt/notesMasters/notesMaster1.xml" Id="R60cd6cae30d44de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d08e41ff42747f5" /><Relationship Type="http://schemas.openxmlformats.org/officeDocument/2006/relationships/notesMaster" Target="/ppt/notesMasters/notesMaster1.xml" Id="Rae56a45af77e418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8357820ec534267" /><Relationship Type="http://schemas.openxmlformats.org/officeDocument/2006/relationships/notesMaster" Target="/ppt/notesMasters/notesMaster1.xml" Id="R4311e60a608148c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0c5d0ef2a9d4bac" /><Relationship Type="http://schemas.openxmlformats.org/officeDocument/2006/relationships/notesMaster" Target="/ppt/notesMasters/notesMaster1.xml" Id="R254428865e3d4e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a:p xmlns:a="http://schemas.openxmlformats.org/drawingml/2006/main">
            <a:br/>
            <a:r>
              <a:t>Bổ sung: Nhấn mạnh rằng quy mô dữ liệu bao gồm cả chuỗi thời gian, metadata và yêu cầu kiểm tra chất lượng.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a:p xmlns:a="http://schemas.openxmlformats.org/drawingml/2006/main">
            <a:br/>
            <a:r>
              <a:t>Bổ sung: Mỗi nhánh dùng cùng dữ liệu và giao thức đánh giá để so sánh công bằng.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a:p xmlns:a="http://schemas.openxmlformats.org/drawingml/2006/main">
            <a:br/>
            <a:r>
              <a:t>Bổ sung: Trước huấn luyện cần rà soát chất lượng dữ liệu và xác nhận vai trò của X, 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a:p xmlns:a="http://schemas.openxmlformats.org/drawingml/2006/main">
            <a:br/>
            <a:r>
              <a:t>Bổ sung: Candidate là tín hiệu cần tiếp tục kiểm chứng, không đồng nghĩa với hành tinh đã được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a:p xmlns:a="http://schemas.openxmlformats.org/drawingml/2006/main">
            <a:br/>
            <a:r>
              <a:t>Bổ sung: Làm rõ trình tự rà soát bản ghi trùng, xử lý thiếu và kiểm tra lại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a:p xmlns:a="http://schemas.openxmlformats.org/drawingml/2006/main">
            <a:br/>
            <a:r>
              <a:t>Bổ sung: Driver điều phối còn executor chạy các task. Nguồn: https://spark.apache.org/docs/latest/cluster-overview.html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a:p xmlns:a="http://schemas.openxmlformats.org/drawingml/2006/main">
            <a:br/>
            <a:r>
              <a:t>Bổ sung: DataFrame, Transformer, Estimator và Pipeline theo định nghĩa Spark ML.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a:p xmlns:a="http://schemas.openxmlformats.org/drawingml/2006/main">
            <a:br/>
            <a:r>
              <a:t>Bổ sung: Mô tả vai trò của Pandas, Scikit-learn và cách tận dụng CPU trong nhánh cục bộ.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a:p xmlns:a="http://schemas.openxmlformats.org/drawingml/2006/main">
            <a:br/>
            <a:r>
              <a:t>Bổ sung: Làm rõ vai trò điều phối của run_all.py và vai trò đọc log của parsing.py.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a:p xmlns:a="http://schemas.openxmlformats.org/drawingml/2006/main">
            <a:br/>
            <a:r>
              <a:t>Bổ sung: Nêu vai trò của runtime và từng nhóm thư viện trong môi trường tái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a:p xmlns:a="http://schemas.openxmlformats.org/drawingml/2006/main">
            <a:br/>
            <a:r>
              <a:t>Bổ sung: Sơ đồ phản ánh thứ tự trong code hiện tại. Cách fit scaler trước khi chia tập được ghi rõ như một hạn chế ở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a:p xmlns:a="http://schemas.openxmlformats.org/drawingml/2006/main">
            <a:br/>
            <a:r>
              <a:t>Bổ sung: Dùng các khái niệm Spark ML Pipeline và các bước đang trình bày trong đồ án.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a:p xmlns:a="http://schemas.openxmlformats.org/drawingml/2006/main">
            <a:br/>
            <a:r>
              <a:t>Bổ sung: Nhấn mạnh thứ tự cột và tính nhất quán của xử lý đặc trưng khi suy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a:p xmlns:a="http://schemas.openxmlformats.org/drawingml/2006/main">
            <a:br/>
            <a:r>
              <a:t>Bổ sung: Random Forest kết hợp dự đoán của nhiều cây. Nguồn: https://scikit-learn.org/stable/modules/ensemble.html#forests-of-randomized-trees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a:p xmlns:a="http://schemas.openxmlformats.org/drawingml/2006/main">
            <a:br/>
            <a:r>
              <a:t>Bổ sung: Phân biệt metric tổng hợp với báo cáo theo từng lớp khi đánh giá dữ liệu có thể mất cân bằng.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a:p xmlns:a="http://schemas.openxmlformats.org/drawingml/2006/main">
            <a:br/>
            <a:r>
              <a:t>Bổ sung: Xác định ranh giới đo thời gian để hai nhánh được đối chiếu trên cùng điều kiện.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a:p xmlns:a="http://schemas.openxmlformats.org/drawingml/2006/main">
            <a:br/>
            <a:r>
              <a:t>Bổ sung: Spark ML hỗ trợ lưu và nạp model hoặc pipeline. Nguồn: https://spark.apache.org/docs/latest/ml-pipeline.html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a:p xmlns:a="http://schemas.openxmlformats.org/drawingml/2006/main">
            <a:br/>
            <a:r>
              <a:t>Bổ sung: Làm rõ các tệp đầu ra và giới hạn của thử nghiệm scale trong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a:p xmlns:a="http://schemas.openxmlformats.org/drawingml/2006/main">
            <a:br/>
            <a:r>
              <a:t>Bổ sung: Nhấn mạnh giới hạn của phép đo local[*] khi lựa chọn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a:p xmlns:a="http://schemas.openxmlformats.org/drawingml/2006/main">
            <a:br/>
            <a:r>
              <a:t>Bổ sung: Tránh data leakage bằng cách tách train/test trước, fit transform trên train và transform test. Nguồn: https://scikit-learn.org/stable/common_pitfalls.html#data-leakage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a:p xmlns:a="http://schemas.openxmlformats.org/drawingml/2006/main">
            <a:br/>
            <a:r>
              <a:t>Bổ sung: Tóm tắt phạm vi sản phẩm của đồ án, không suy diễn kết quả định lượng chưa chạy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a:p xmlns:a="http://schemas.openxmlformats.org/drawingml/2006/main">
            <a:br/>
            <a:r>
              <a:t>Bổ sung: Hiển thị tên miền để người xem dễ truy vết tài liệu tham khảo.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d92fbf58924917" /><Relationship Type="http://schemas.openxmlformats.org/officeDocument/2006/relationships/image" Target="/ppt/media/image.png" Id="R12ad08ede0de4ff3" /><Relationship Type="http://schemas.openxmlformats.org/officeDocument/2006/relationships/image" Target="/ppt/media/image2.png" Id="Rc5992d246f554377" /><Relationship Type="http://schemas.openxmlformats.org/officeDocument/2006/relationships/image" Target="/ppt/media/image3.png" Id="R938d63c8319947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ecc29b04a04f2d" /><Relationship Type="http://schemas.openxmlformats.org/officeDocument/2006/relationships/image" Target="/ppt/media/image.png" Id="R1a02c8b1f17d4133" /><Relationship Type="http://schemas.openxmlformats.org/officeDocument/2006/relationships/image" Target="/ppt/media/image4.png" Id="R63ace4d88520421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f94a1f094d4f02" /><Relationship Type="http://schemas.openxmlformats.org/officeDocument/2006/relationships/image" Target="/ppt/media/image4.png" Id="Re842d38bbc4e4f2b" /><Relationship Type="http://schemas.openxmlformats.org/officeDocument/2006/relationships/image" Target="/ppt/media/image.png" Id="R86f43389c6284f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82f54a89a54c27" /><Relationship Type="http://schemas.openxmlformats.org/officeDocument/2006/relationships/image" Target="/ppt/media/image.png" Id="R736774ecc8e04d38" /><Relationship Type="http://schemas.openxmlformats.org/officeDocument/2006/relationships/image" Target="/ppt/media/image4.png" Id="Ra7d7af8bbe4b41f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8b4a52c88b4414" /><Relationship Type="http://schemas.openxmlformats.org/officeDocument/2006/relationships/image" Target="/ppt/media/image.png" Id="Rd900a6b3e6754610" /><Relationship Type="http://schemas.openxmlformats.org/officeDocument/2006/relationships/image" Target="/ppt/media/image4.png" Id="R8a6a5e3e047044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c653b4dce146ff" /><Relationship Type="http://schemas.openxmlformats.org/officeDocument/2006/relationships/image" Target="/ppt/media/image.png" Id="R5a0b5f72300648c4" /><Relationship Type="http://schemas.openxmlformats.org/officeDocument/2006/relationships/image" Target="/ppt/media/image4.png" Id="Rb89944ad6ac64e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92afca0f96341cc" /><Relationship Type="http://schemas.openxmlformats.org/officeDocument/2006/relationships/image" Target="/ppt/media/image.png" Id="Ra7521269da424d76" /><Relationship Type="http://schemas.openxmlformats.org/officeDocument/2006/relationships/image" Target="/ppt/media/image4.png" Id="R0e975b1a9e8440c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a93a5a078e44507" /><Relationship Type="http://schemas.openxmlformats.org/officeDocument/2006/relationships/image" Target="/ppt/media/image5.png" Id="R378e7255db2d4f27" /><Relationship Type="http://schemas.openxmlformats.org/officeDocument/2006/relationships/image" Target="/ppt/media/image.png" Id="Ree71435a30f6465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725edca2aab4fbb" /><Relationship Type="http://schemas.openxmlformats.org/officeDocument/2006/relationships/image" Target="/ppt/media/image.png" Id="R7dea977de5ac4cff" /><Relationship Type="http://schemas.openxmlformats.org/officeDocument/2006/relationships/image" Target="/ppt/media/image4.png" Id="R43b56af4f92145a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2f5ba25e78540ce" /><Relationship Type="http://schemas.openxmlformats.org/officeDocument/2006/relationships/image" Target="/ppt/media/image.png" Id="R4934f03a1b704a88" /><Relationship Type="http://schemas.openxmlformats.org/officeDocument/2006/relationships/image" Target="/ppt/media/image4.png" Id="R1f1af3aacf0d47ed"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B97D8B04-FE66-4DC2-9F8C-C83CA3009EB2}"/>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58D9C4A4-97E6-4002-81EA-6D90E0FD869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61E574B8-68ED-43CD-8CE7-0A2945FCF105}"/>
              </a:ext>
            </a:extLst>
          </p:cNvPr>
          <p:cNvPicPr>
            <a:picLocks xmlns:a="http://schemas.openxmlformats.org/drawingml/2006/main" noChangeAspect="1"/>
          </p:cNvPicPr>
          <p:nvPr/>
        </p:nvPicPr>
        <p:blipFill>
          <a:blip xmlns:r="http://schemas.openxmlformats.org/officeDocument/2006/relationships" xmlns:a="http://schemas.openxmlformats.org/drawingml/2006/main" r:embed="R12ad08ede0de4ff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98DAE7A5-6604-48FB-857A-36DCD5DF3041}"/>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F1284784-BDBB-4A8F-AA23-7490CA95FAC4}"/>
              </a:ext>
            </a:extLst>
          </p:cNvPr>
          <p:cNvPicPr>
            <a:picLocks xmlns:a="http://schemas.openxmlformats.org/drawingml/2006/main" noChangeAspect="1"/>
          </p:cNvPicPr>
          <p:nvPr/>
        </p:nvPicPr>
        <p:blipFill>
          <a:blip xmlns:r="http://schemas.openxmlformats.org/officeDocument/2006/relationships" xmlns:a="http://schemas.openxmlformats.org/drawingml/2006/main" r:embed="Rc5992d246f554377"/>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54A0DAF-268C-4EAC-A9D2-020B4DFD8F2B}"/>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B038264B-6136-4602-BB18-76B980710394}"/>
              </a:ext>
            </a:extLst>
          </p:cNvPr>
          <p:cNvPicPr>
            <a:picLocks xmlns:a="http://schemas.openxmlformats.org/drawingml/2006/main" noChangeAspect="1"/>
          </p:cNvPicPr>
          <p:nvPr/>
        </p:nvPicPr>
        <p:blipFill>
          <a:blip xmlns:r="http://schemas.openxmlformats.org/officeDocument/2006/relationships" xmlns:a="http://schemas.openxmlformats.org/drawingml/2006/main" r:embed="R938d63c831994735"/>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F81B1650-0B5E-47AC-A709-ABC5FC5B8784}"/>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B6525B19-D4E5-4E55-AB0A-BAA49D07922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81C1EE03-3188-4D4A-BBE8-65D7BE5298DC}"/>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FFB83D18-D7B3-4E7C-9002-034DBA5F0A7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5AFDF02E-C374-4D12-80D3-EDF0AC10FFC7}"/>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CEAB62AB-ACB0-442A-B16E-4F4D9BA9351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1B2CB13B-3FE8-4DB3-86C7-1D57E9A0BEB7}"/>
              </a:ext>
            </a:extLst>
          </p:cNvPr>
          <p:cNvPicPr>
            <a:picLocks xmlns:a="http://schemas.openxmlformats.org/drawingml/2006/main" noChangeAspect="1"/>
          </p:cNvPicPr>
          <p:nvPr/>
        </p:nvPicPr>
        <p:blipFill>
          <a:blip xmlns:r="http://schemas.openxmlformats.org/officeDocument/2006/relationships" xmlns:a="http://schemas.openxmlformats.org/drawingml/2006/main" r:embed="R1a02c8b1f17d413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75CBEA63-C9A3-4C50-BF8D-57A845E864D5}"/>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57D933AF-B55D-4584-9B83-493B52E92B31}"/>
              </a:ext>
            </a:extLst>
          </p:cNvPr>
          <p:cNvPicPr>
            <a:picLocks xmlns:a="http://schemas.openxmlformats.org/drawingml/2006/main" noChangeAspect="1"/>
          </p:cNvPicPr>
          <p:nvPr/>
        </p:nvPicPr>
        <p:blipFill>
          <a:blip xmlns:r="http://schemas.openxmlformats.org/officeDocument/2006/relationships" xmlns:a="http://schemas.openxmlformats.org/drawingml/2006/main" r:embed="R63ace4d885204217"/>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4E2778CB-F4DA-47DC-B4ED-8E1838300E3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7B37CE07-0448-4506-B753-A97D5A669EDF}"/>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1FA973D0-65D1-4CDE-82FF-38130DE170D8}"/>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26BD8A55-0D5F-430B-847D-757AAE49824B}"/>
              </a:ext>
            </a:extLst>
          </p:cNvPr>
          <p:cNvPicPr>
            <a:picLocks xmlns:a="http://schemas.openxmlformats.org/drawingml/2006/main" noChangeAspect="1"/>
          </p:cNvPicPr>
          <p:nvPr/>
        </p:nvPicPr>
        <p:blipFill>
          <a:blip xmlns:r="http://schemas.openxmlformats.org/officeDocument/2006/relationships" xmlns:a="http://schemas.openxmlformats.org/drawingml/2006/main" r:embed="Re842d38bbc4e4f2b"/>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5A1E2D03-CEC0-4069-8689-6D00F0C803F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948B9DEB-B539-4D55-94DA-8B5082D4A8A5}"/>
              </a:ext>
            </a:extLst>
          </p:cNvPr>
          <p:cNvPicPr>
            <a:picLocks xmlns:a="http://schemas.openxmlformats.org/drawingml/2006/main" noChangeAspect="1"/>
          </p:cNvPicPr>
          <p:nvPr/>
        </p:nvPicPr>
        <p:blipFill>
          <a:blip xmlns:r="http://schemas.openxmlformats.org/officeDocument/2006/relationships" xmlns:a="http://schemas.openxmlformats.org/drawingml/2006/main" r:embed="R86f43389c6284f2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37758288-CD6E-4F19-BD67-D504D4D4C067}"/>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4FDC596B-7545-435D-991B-572825E284CF}"/>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032FB355-ECDB-4A55-BA71-4996DFFC2DE4}"/>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E6576442-C235-4D1A-B1F2-ADF166C9D8B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4F273E3A-9C66-45E3-9BA7-63A58EF7323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B7DDCD09-81B9-4AF7-B813-30AA90CD82EC}"/>
              </a:ext>
            </a:extLst>
          </p:cNvPr>
          <p:cNvPicPr>
            <a:picLocks xmlns:a="http://schemas.openxmlformats.org/drawingml/2006/main" noChangeAspect="1"/>
          </p:cNvPicPr>
          <p:nvPr/>
        </p:nvPicPr>
        <p:blipFill>
          <a:blip xmlns:r="http://schemas.openxmlformats.org/officeDocument/2006/relationships" xmlns:a="http://schemas.openxmlformats.org/drawingml/2006/main" r:embed="R736774ecc8e04d38"/>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5F81E7BA-3CD7-41A4-9394-77F1485C5E22}"/>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C2B2C5DA-26D7-4B48-ADCC-52682B655EBD}"/>
              </a:ext>
            </a:extLst>
          </p:cNvPr>
          <p:cNvPicPr>
            <a:picLocks xmlns:a="http://schemas.openxmlformats.org/drawingml/2006/main" noChangeAspect="1"/>
          </p:cNvPicPr>
          <p:nvPr/>
        </p:nvPicPr>
        <p:blipFill>
          <a:blip xmlns:r="http://schemas.openxmlformats.org/officeDocument/2006/relationships" xmlns:a="http://schemas.openxmlformats.org/drawingml/2006/main" r:embed="Ra7d7af8bbe4b41fe"/>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C4374713-0FD0-425C-BC99-6628E74A9952}"/>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CF79FAA3-D3D8-4E24-8420-880374C77C5F}"/>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77DE56EE-A432-40FE-A711-FE90CBCF045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808137D6-7E2A-4600-A46E-0A1AA13147C8}"/>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97AB4B10-F872-4585-8938-27A48571ED65}"/>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A6E36E35-6EF0-4CB1-B437-2DC73CDD0026}"/>
              </a:ext>
            </a:extLst>
          </p:cNvPr>
          <p:cNvPicPr>
            <a:picLocks xmlns:a="http://schemas.openxmlformats.org/drawingml/2006/main" noChangeAspect="1"/>
          </p:cNvPicPr>
          <p:nvPr/>
        </p:nvPicPr>
        <p:blipFill>
          <a:blip xmlns:r="http://schemas.openxmlformats.org/officeDocument/2006/relationships" xmlns:a="http://schemas.openxmlformats.org/drawingml/2006/main" r:embed="Rd900a6b3e6754610"/>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0CCCFBE3-08E3-4305-B347-AB7998ACD0B3}"/>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D0083D7B-4496-4D9D-A1E6-562658B7D4B6}"/>
              </a:ext>
            </a:extLst>
          </p:cNvPr>
          <p:cNvPicPr>
            <a:picLocks xmlns:a="http://schemas.openxmlformats.org/drawingml/2006/main" noChangeAspect="1"/>
          </p:cNvPicPr>
          <p:nvPr/>
        </p:nvPicPr>
        <p:blipFill>
          <a:blip xmlns:r="http://schemas.openxmlformats.org/officeDocument/2006/relationships" xmlns:a="http://schemas.openxmlformats.org/drawingml/2006/main" r:embed="R8a6a5e3e04704435"/>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FE1BDF8D-EF63-441F-9483-33E5346C9C73}"/>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EF602BEB-4553-46AE-AAA4-E6A8DC761B82}"/>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829B85B9-2C03-4423-9136-B60D01B23518}"/>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131771C0-0776-471B-9952-C40CBFB70BA7}"/>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DF8B1515-D839-4DBF-8495-340D75FDEAA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BC30961F-2FA5-4D32-B916-4F84F557AD7E}"/>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3BD48015-0752-476B-B806-D845053487B1}"/>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C13AB3FD-E7C9-4698-8403-9BF6B49DE598}"/>
              </a:ext>
            </a:extLst>
          </p:cNvPr>
          <p:cNvPicPr>
            <a:picLocks xmlns:a="http://schemas.openxmlformats.org/drawingml/2006/main" noChangeAspect="1"/>
          </p:cNvPicPr>
          <p:nvPr/>
        </p:nvPicPr>
        <p:blipFill>
          <a:blip xmlns:r="http://schemas.openxmlformats.org/officeDocument/2006/relationships" xmlns:a="http://schemas.openxmlformats.org/drawingml/2006/main" r:embed="R5a0b5f72300648c4"/>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140ADF77-555D-4A28-A207-DABF3E73BCED}"/>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603BD8A8-1808-4878-BFF5-EBD2424126E3}"/>
              </a:ext>
            </a:extLst>
          </p:cNvPr>
          <p:cNvPicPr>
            <a:picLocks xmlns:a="http://schemas.openxmlformats.org/drawingml/2006/main" noChangeAspect="1"/>
          </p:cNvPicPr>
          <p:nvPr/>
        </p:nvPicPr>
        <p:blipFill>
          <a:blip xmlns:r="http://schemas.openxmlformats.org/officeDocument/2006/relationships" xmlns:a="http://schemas.openxmlformats.org/drawingml/2006/main" r:embed="Rb89944ad6ac64e2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2BAEC6A9-1769-4FD6-A785-D096E392AAA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AAC9E8BF-AD60-4D2F-A28B-B9337C57B5EF}"/>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495CF08B-6CAB-4F48-A530-3547633F6D3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9E15094C-6484-4F28-9E7A-C7760F0E0EA4}"/>
              </a:ext>
            </a:extLst>
          </p:cNvPr>
          <p:cNvPicPr>
            <a:picLocks xmlns:a="http://schemas.openxmlformats.org/drawingml/2006/main" noChangeAspect="1"/>
          </p:cNvPicPr>
          <p:nvPr/>
        </p:nvPicPr>
        <p:blipFill>
          <a:blip xmlns:r="http://schemas.openxmlformats.org/officeDocument/2006/relationships" xmlns:a="http://schemas.openxmlformats.org/drawingml/2006/main" r:embed="Ra7521269da424d76"/>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49995810-2365-4003-A08A-E83C8EA4A1FE}"/>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DC374EE5-7C03-4A61-B629-DBCBD3B6FF03}"/>
              </a:ext>
            </a:extLst>
          </p:cNvPr>
          <p:cNvPicPr>
            <a:picLocks xmlns:a="http://schemas.openxmlformats.org/drawingml/2006/main" noChangeAspect="1"/>
          </p:cNvPicPr>
          <p:nvPr/>
        </p:nvPicPr>
        <p:blipFill>
          <a:blip xmlns:r="http://schemas.openxmlformats.org/officeDocument/2006/relationships" xmlns:a="http://schemas.openxmlformats.org/drawingml/2006/main" r:embed="R0e975b1a9e8440c8"/>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79B1FB11-C644-4B9C-8ABC-F537F7147683}"/>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546CE1DE-B6EF-451F-B132-362E257796B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E31CA5BA-C9BC-423A-88EF-EE3937F1058F}"/>
              </a:ext>
            </a:extLst>
          </p:cNvPr>
          <p:cNvPicPr>
            <a:picLocks xmlns:a="http://schemas.openxmlformats.org/drawingml/2006/main" noChangeAspect="1"/>
          </p:cNvPicPr>
          <p:nvPr/>
        </p:nvPicPr>
        <p:blipFill>
          <a:blip xmlns:r="http://schemas.openxmlformats.org/officeDocument/2006/relationships" xmlns:a="http://schemas.openxmlformats.org/drawingml/2006/main" r:embed="R378e7255db2d4f27"/>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98D8A7C1-D049-477D-A449-07208E70F40C}"/>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37264E41-5ADE-48DA-A39A-F3CF32DCAE1E}"/>
              </a:ext>
            </a:extLst>
          </p:cNvPr>
          <p:cNvPicPr>
            <a:picLocks xmlns:a="http://schemas.openxmlformats.org/drawingml/2006/main" noChangeAspect="1"/>
          </p:cNvPicPr>
          <p:nvPr/>
        </p:nvPicPr>
        <p:blipFill>
          <a:blip xmlns:r="http://schemas.openxmlformats.org/officeDocument/2006/relationships" xmlns:a="http://schemas.openxmlformats.org/drawingml/2006/main" r:embed="Ree71435a30f64653"/>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C331EF3D-4F07-409E-A437-62E50AF4EC0E}"/>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770E9F01-EEBE-4C4E-BDD9-E0D9E3E50D28}"/>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07891B89-2F5E-41F3-A61C-8720DAF5CA58}"/>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51BC9CE9-F312-4B73-89A6-8F8CB946894B}"/>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56CA7BA8-888B-441C-BF70-B5C92A6F0954}"/>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7F781EFD-FAAE-4A4F-A4BA-139D7524964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5AC7B2A7-F4AF-4CE5-B0A9-4DEA7E58F1FC}"/>
              </a:ext>
            </a:extLst>
          </p:cNvPr>
          <p:cNvPicPr>
            <a:picLocks xmlns:a="http://schemas.openxmlformats.org/drawingml/2006/main" noChangeAspect="1"/>
          </p:cNvPicPr>
          <p:nvPr/>
        </p:nvPicPr>
        <p:blipFill>
          <a:blip xmlns:r="http://schemas.openxmlformats.org/officeDocument/2006/relationships" xmlns:a="http://schemas.openxmlformats.org/drawingml/2006/main" r:embed="R7dea977de5ac4cff"/>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73B8B09F-4CD3-4E83-9550-B3C751E79372}"/>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787D34B5-D3BB-4B85-9E3A-F03C478C3CCF}"/>
              </a:ext>
            </a:extLst>
          </p:cNvPr>
          <p:cNvPicPr>
            <a:picLocks xmlns:a="http://schemas.openxmlformats.org/drawingml/2006/main" noChangeAspect="1"/>
          </p:cNvPicPr>
          <p:nvPr/>
        </p:nvPicPr>
        <p:blipFill>
          <a:blip xmlns:r="http://schemas.openxmlformats.org/officeDocument/2006/relationships" xmlns:a="http://schemas.openxmlformats.org/drawingml/2006/main" r:embed="R43b56af4f92145a1"/>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C6A5B92F-3E74-49FE-B126-C583085C9367}"/>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4DCF6BF6-3233-4DEB-946B-E5CD442A6409}"/>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7B899722-6C8B-4790-B106-A286306A668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81BF6B9B-3123-40C2-A303-9A0146F767AF}"/>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582337B5-92BE-4C15-90BC-5A5E1734B552}"/>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575FCDB3-7E8A-4B4E-A509-09D0090E0748}"/>
              </a:ext>
            </a:extLst>
          </p:cNvPr>
          <p:cNvPicPr>
            <a:picLocks xmlns:a="http://schemas.openxmlformats.org/drawingml/2006/main" noChangeAspect="1"/>
          </p:cNvPicPr>
          <p:nvPr/>
        </p:nvPicPr>
        <p:blipFill>
          <a:blip xmlns:r="http://schemas.openxmlformats.org/officeDocument/2006/relationships" xmlns:a="http://schemas.openxmlformats.org/drawingml/2006/main" r:embed="R4934f03a1b704a88"/>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D203D657-CA79-4B39-A1DD-C26F14ABE82C}"/>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57CB7590-6483-4A43-BDF6-53BB777E3E00}"/>
              </a:ext>
            </a:extLst>
          </p:cNvPr>
          <p:cNvPicPr>
            <a:picLocks xmlns:a="http://schemas.openxmlformats.org/drawingml/2006/main" noChangeAspect="1"/>
          </p:cNvPicPr>
          <p:nvPr/>
        </p:nvPicPr>
        <p:blipFill>
          <a:blip xmlns:r="http://schemas.openxmlformats.org/officeDocument/2006/relationships" xmlns:a="http://schemas.openxmlformats.org/drawingml/2006/main" r:embed="R1f1af3aacf0d47e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5e810a12cd4c3b" /><Relationship Type="http://schemas.openxmlformats.org/officeDocument/2006/relationships/slideLayout" Target="/ppt/slideLayouts/slideLayout1.xml" Id="Rf89bc0a87a42497f" /><Relationship Type="http://schemas.openxmlformats.org/officeDocument/2006/relationships/slideLayout" Target="/ppt/slideLayouts/slideLayout2.xml" Id="Rabe7e076905c4411" /><Relationship Type="http://schemas.openxmlformats.org/officeDocument/2006/relationships/slideLayout" Target="/ppt/slideLayouts/slideLayout3.xml" Id="Rbb0061b102f145bb" /><Relationship Type="http://schemas.openxmlformats.org/officeDocument/2006/relationships/slideLayout" Target="/ppt/slideLayouts/slideLayout4.xml" Id="R9cc1c6370101420f" /><Relationship Type="http://schemas.openxmlformats.org/officeDocument/2006/relationships/slideLayout" Target="/ppt/slideLayouts/slideLayout5.xml" Id="Rb28a63c4cbf04e55" /><Relationship Type="http://schemas.openxmlformats.org/officeDocument/2006/relationships/slideLayout" Target="/ppt/slideLayouts/slideLayout6.xml" Id="Re897a0f417864723" /><Relationship Type="http://schemas.openxmlformats.org/officeDocument/2006/relationships/slideLayout" Target="/ppt/slideLayouts/slideLayout7.xml" Id="Rebcf75086f524c4c" /><Relationship Type="http://schemas.openxmlformats.org/officeDocument/2006/relationships/slideLayout" Target="/ppt/slideLayouts/slideLayout8.xml" Id="R44f6512fd0324158" /><Relationship Type="http://schemas.openxmlformats.org/officeDocument/2006/relationships/slideLayout" Target="/ppt/slideLayouts/slideLayout9.xml" Id="R2e857e1993f743be" /><Relationship Type="http://schemas.openxmlformats.org/officeDocument/2006/relationships/slideLayout" Target="/ppt/slideLayouts/slideLayout10.xml" Id="R0861896a8781441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9bc0a87a42497f"/>
    <p:sldLayoutId xmlns:r="http://schemas.openxmlformats.org/officeDocument/2006/relationships" id="2147483650" r:id="Rabe7e076905c4411"/>
    <p:sldLayoutId xmlns:r="http://schemas.openxmlformats.org/officeDocument/2006/relationships" id="2147483651" r:id="Rbb0061b102f145bb"/>
    <p:sldLayoutId xmlns:r="http://schemas.openxmlformats.org/officeDocument/2006/relationships" id="2147483652" r:id="R9cc1c6370101420f"/>
    <p:sldLayoutId xmlns:r="http://schemas.openxmlformats.org/officeDocument/2006/relationships" id="2147483653" r:id="Rb28a63c4cbf04e55"/>
    <p:sldLayoutId xmlns:r="http://schemas.openxmlformats.org/officeDocument/2006/relationships" id="2147483654" r:id="Re897a0f417864723"/>
    <p:sldLayoutId xmlns:r="http://schemas.openxmlformats.org/officeDocument/2006/relationships" id="2147483655" r:id="Rebcf75086f524c4c"/>
    <p:sldLayoutId xmlns:r="http://schemas.openxmlformats.org/officeDocument/2006/relationships" id="2147483656" r:id="R44f6512fd0324158"/>
    <p:sldLayoutId xmlns:r="http://schemas.openxmlformats.org/officeDocument/2006/relationships" id="2147483657" r:id="R2e857e1993f743be"/>
    <p:sldLayoutId xmlns:r="http://schemas.openxmlformats.org/officeDocument/2006/relationships" id="2147483658" r:id="R0861896a8781441a"/>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af75f61a424158" /><Relationship Type="http://schemas.openxmlformats.org/officeDocument/2006/relationships/notesSlide" Target="/ppt/notesSlides/notesSlide1.xml" Id="Rddb0188d73c142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8389b74ab87437d" /><Relationship Type="http://schemas.openxmlformats.org/officeDocument/2006/relationships/notesSlide" Target="/ppt/notesSlides/notesSlide2.xml" Id="Ra589211e81df49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1779c9290b24730" /><Relationship Type="http://schemas.openxmlformats.org/officeDocument/2006/relationships/notesSlide" Target="/ppt/notesSlides/notesSlide3.xml" Id="R9765a592f5aa4a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e461457cc237406f" /><Relationship Type="http://schemas.openxmlformats.org/officeDocument/2006/relationships/notesSlide" Target="/ppt/notesSlides/notesSlide4.xml" Id="R41dd1519056c48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2381aedc040a4d9d" /><Relationship Type="http://schemas.openxmlformats.org/officeDocument/2006/relationships/notesSlide" Target="/ppt/notesSlides/notesSlide5.xml" Id="R01940613a5f741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570c72b763514ac3" /><Relationship Type="http://schemas.openxmlformats.org/officeDocument/2006/relationships/notesSlide" Target="/ppt/notesSlides/notesSlide6.xml" Id="Rdef68cd9901549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b6451d50444d99" /><Relationship Type="http://schemas.openxmlformats.org/officeDocument/2006/relationships/notesSlide" Target="/ppt/notesSlides/notesSlide7.xml" Id="R03e4f7200d6e41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7d9b03c4a2b14105" /><Relationship Type="http://schemas.openxmlformats.org/officeDocument/2006/relationships/notesSlide" Target="/ppt/notesSlides/notesSlide8.xml" Id="R2e5bc02fc51740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f724d8bf393345f1" /><Relationship Type="http://schemas.openxmlformats.org/officeDocument/2006/relationships/notesSlide" Target="/ppt/notesSlides/notesSlide9.xml" Id="R4dd2ce98b2fb4e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526e133683b74b00" /><Relationship Type="http://schemas.openxmlformats.org/officeDocument/2006/relationships/notesSlide" Target="/ppt/notesSlides/notesSlide10.xml" Id="Re3f9d78a97024b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e93d9a5b94cf41b7" /><Relationship Type="http://schemas.openxmlformats.org/officeDocument/2006/relationships/notesSlide" Target="/ppt/notesSlides/notesSlide11.xml" Id="R5022c8e4b3c54e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5f12adbfb6684835" /><Relationship Type="http://schemas.openxmlformats.org/officeDocument/2006/relationships/notesSlide" Target="/ppt/notesSlides/notesSlide12.xml" Id="R6b65d77ad87344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251e5db87944576" /><Relationship Type="http://schemas.openxmlformats.org/officeDocument/2006/relationships/notesSlide" Target="/ppt/notesSlides/notesSlide13.xml" Id="R1ba3d0c2f15d4e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0057a5b4ac444471" /><Relationship Type="http://schemas.openxmlformats.org/officeDocument/2006/relationships/notesSlide" Target="/ppt/notesSlides/notesSlide14.xml" Id="R783ecdae36a140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020c0af96ccf4594" /><Relationship Type="http://schemas.openxmlformats.org/officeDocument/2006/relationships/notesSlide" Target="/ppt/notesSlides/notesSlide15.xml" Id="R7b0172e180024a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c999152af83447bb" /><Relationship Type="http://schemas.openxmlformats.org/officeDocument/2006/relationships/notesSlide" Target="/ppt/notesSlides/notesSlide16.xml" Id="R0c42dbb8cab342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9284daf0864843ac" /><Relationship Type="http://schemas.openxmlformats.org/officeDocument/2006/relationships/notesSlide" Target="/ppt/notesSlides/notesSlide17.xml" Id="R67411a4b674b48f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b464f02805804251" /><Relationship Type="http://schemas.openxmlformats.org/officeDocument/2006/relationships/notesSlide" Target="/ppt/notesSlides/notesSlide18.xml" Id="R6852ec0203894cf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5f22980b1ad24a88" /><Relationship Type="http://schemas.openxmlformats.org/officeDocument/2006/relationships/notesSlide" Target="/ppt/notesSlides/notesSlide19.xml" Id="Rb20d20595e3540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4d46373bed0d46d3" /><Relationship Type="http://schemas.openxmlformats.org/officeDocument/2006/relationships/notesSlide" Target="/ppt/notesSlides/notesSlide20.xml" Id="R8843ebf937134e4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b9795c1b874658" /><Relationship Type="http://schemas.openxmlformats.org/officeDocument/2006/relationships/notesSlide" Target="/ppt/notesSlides/notesSlide21.xml" Id="R720f0cff583441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91e5d92e9d2c4fb1" /><Relationship Type="http://schemas.openxmlformats.org/officeDocument/2006/relationships/notesSlide" Target="/ppt/notesSlides/notesSlide22.xml" Id="R868a66495b5a4d2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dd19966d958a41fb" /><Relationship Type="http://schemas.openxmlformats.org/officeDocument/2006/relationships/notesSlide" Target="/ppt/notesSlides/notesSlide23.xml" Id="Rcdec096784da4e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6c8f31304bb54e9e" /><Relationship Type="http://schemas.openxmlformats.org/officeDocument/2006/relationships/notesSlide" Target="/ppt/notesSlides/notesSlide24.xml" Id="R962e83b2125d47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7a3521e053bc4ca4" /><Relationship Type="http://schemas.openxmlformats.org/officeDocument/2006/relationships/notesSlide" Target="/ppt/notesSlides/notesSlide25.xml" Id="R92e1e9287d5e4a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46a5473249bf4b62" /><Relationship Type="http://schemas.openxmlformats.org/officeDocument/2006/relationships/notesSlide" Target="/ppt/notesSlides/notesSlide26.xml" Id="R72f4b433d9284df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3b6ce9a8cd7a4dfd" /><Relationship Type="http://schemas.openxmlformats.org/officeDocument/2006/relationships/notesSlide" Target="/ppt/notesSlides/notesSlide27.xml" Id="R59fb25222d6b44e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63e0cb92fd54c4b" /><Relationship Type="http://schemas.openxmlformats.org/officeDocument/2006/relationships/notesSlide" Target="/ppt/notesSlides/notesSlide28.xml" Id="Rf0cc58b4151f4d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535935d9dde04d8a" /><Relationship Type="http://schemas.openxmlformats.org/officeDocument/2006/relationships/notesSlide" Target="/ppt/notesSlides/notesSlide29.xml" Id="Rc1a8c383d80243f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b56031219a641ce" /><Relationship Type="http://schemas.openxmlformats.org/officeDocument/2006/relationships/notesSlide" Target="/ppt/notesSlides/notesSlide30.xml" Id="R2c24415c5d914d9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d3c5bc3bd10a422d" /><Relationship Type="http://schemas.openxmlformats.org/officeDocument/2006/relationships/notesSlide" Target="/ppt/notesSlides/notesSlide31.xml" Id="R3342fa826b034f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658720c7b5694654" /><Relationship Type="http://schemas.openxmlformats.org/officeDocument/2006/relationships/notesSlide" Target="/ppt/notesSlides/notesSlide32.xml" Id="R7fd6a077d44040a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ac863ee2f584da8" /><Relationship Type="http://schemas.openxmlformats.org/officeDocument/2006/relationships/notesSlide" Target="/ppt/notesSlides/notesSlide33.xml" Id="Rfd0d61bbd5194a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cd6b4a7ec6804ac8" /><Relationship Type="http://schemas.openxmlformats.org/officeDocument/2006/relationships/notesSlide" Target="/ppt/notesSlides/notesSlide34.xml" Id="R7dcda7f4e4d7471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d8ec897ac69441dc" /><Relationship Type="http://schemas.openxmlformats.org/officeDocument/2006/relationships/notesSlide" Target="/ppt/notesSlides/notesSlide35.xml" Id="Re84e6d61b2bb4f4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43393383ad8c4a01" /><Relationship Type="http://schemas.openxmlformats.org/officeDocument/2006/relationships/notesSlide" Target="/ppt/notesSlides/notesSlide36.xml" Id="Rc31e7d363fcd433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283442d8ace14a07" /><Relationship Type="http://schemas.openxmlformats.org/officeDocument/2006/relationships/notesSlide" Target="/ppt/notesSlides/notesSlide37.xml" Id="Rdf924c5ed2de440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5fe888e1bf114178" /><Relationship Type="http://schemas.openxmlformats.org/officeDocument/2006/relationships/notesSlide" Target="/ppt/notesSlides/notesSlide38.xml" Id="Rc02ae57aa85a4b2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8aee33931b1c41ac" /><Relationship Type="http://schemas.openxmlformats.org/officeDocument/2006/relationships/notesSlide" Target="/ppt/notesSlides/notesSlide39.xml" Id="R9c81cd9fa2e647e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7c413d200d6b4aa0" /><Relationship Type="http://schemas.openxmlformats.org/officeDocument/2006/relationships/notesSlide" Target="/ppt/notesSlides/notesSlide40.xml" Id="R053c299631fe48b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e882487a9284a9e" /><Relationship Type="http://schemas.openxmlformats.org/officeDocument/2006/relationships/notesSlide" Target="/ppt/notesSlides/notesSlide41.xml" Id="Rf64e717641b94a7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0d12af5c8442448b" /><Relationship Type="http://schemas.openxmlformats.org/officeDocument/2006/relationships/notesSlide" Target="/ppt/notesSlides/notesSlide42.xml" Id="R755d29f550864a7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51fa748dcf464b6f" /><Relationship Type="http://schemas.openxmlformats.org/officeDocument/2006/relationships/notesSlide" Target="/ppt/notesSlides/notesSlide43.xml" Id="Raf4cda45bbbd4e4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974680a8434f44d5" /><Relationship Type="http://schemas.openxmlformats.org/officeDocument/2006/relationships/notesSlide" Target="/ppt/notesSlides/notesSlide44.xml" Id="R246dead5831f4e5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9ee031a60a2a430d" /><Relationship Type="http://schemas.openxmlformats.org/officeDocument/2006/relationships/notesSlide" Target="/ppt/notesSlides/notesSlide45.xml" Id="Rcb6d89cd26b8462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40E24F3F-930E-450B-9088-FADFB0C07F64}"/>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D12C060C-CE51-4B52-BD07-95AFDAB303B1}"/>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97B42836-272C-4588-AEF9-71305FA59653}"/>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F8F6EBD2-D880-46EF-A190-E52161790752}"/>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5B71DED0-FD05-4B44-9564-98AC1233DB7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878037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732A81BC-3E65-4848-AD6E-7FFCF98CBE7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C9F0C845-39C0-4B1E-B858-FBC5BBE1F53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7D570BF6-9EF7-4338-BA6E-5D07B903284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182B6D70-4B7B-437A-A541-1255F846F119}"/>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5591954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799A2D5C-7286-4DF7-8F30-3CAFEF5B5F7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E6CA246F-48CE-4578-BB83-75E6A274038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140CA78D-7EAF-4C71-A048-286BF3A96D4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1B2FFEF9-DEFB-46E9-ACDD-77C84E1C743C}"/>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D07DF1C6-6B20-413C-8F7D-7A6ACC384DF1}"/>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825F5A2D-7FA3-486C-9C52-223CF947429B}"/>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DC5A529A-4989-461D-9631-FB848AD59415}"/>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41FF7BE6-BF86-4816-A9EA-14DC462E7859}"/>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5DB7F009-3B59-4340-966F-24E7575E466F}"/>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B433D958-FB36-465F-A7C1-2BB190C35CD8}"/>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676CCE3E-589A-49C3-9692-D044AD90E8A9}"/>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67AB529C-0151-49B4-BDE2-2BAC5409620F}"/>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04409766-E17F-4D07-834E-8B79C729E9C7}"/>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4B7D4EA8-852D-4B31-BCC9-34F1FCF2E52E}"/>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E2F1C601-F381-4EBF-A861-24284E3D4082}"/>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C3E8016B-2857-4414-8207-022C55353AFD}"/>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33395211-B80D-4A39-BD94-AED6C0677FF4}"/>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DEBFB7F1-F456-4E3C-96D2-F44F354658FE}"/>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AEFC052D-4AA1-4CAD-9142-48102F719C48}"/>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A4121579-EC5D-4AE3-9BA3-394D40D05F9A}"/>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60EA6CFC-18BA-4FB1-A7D7-16B61D410BEF}"/>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B7CD69A3-BFF3-4755-A678-FD9794C0253E}"/>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C262AEDF-4EA1-4E43-9550-210EF342DC77}"/>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8CAE14C7-E061-4CCB-8180-1B5D0CC10DD0}"/>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4ABC909B-940E-4DDC-ADEC-2E10EED46815}"/>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0359F808-A695-4CC8-8736-1BE02AD33F1B}"/>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ED9EEDDF-3B88-4856-B707-714005A1DD18}"/>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4040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812CD0C7-00D5-4850-A518-82BD6BD48D96}"/>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871EB5CD-9ED6-4209-A362-7BB666C8BD5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77E653FF-67FB-4D15-9D81-ABCF6540403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2927863C-DC28-4827-A7D9-0A6F6BBB5F1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FE335AF2-F11C-4294-939E-D6AB3CD7D976}"/>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B904AC18-CAC2-4F5D-B303-B08B2AE126DF}"/>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67497D2C-44A3-4076-8758-69050ADF2301}"/>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FA2A785F-28BE-4A88-BD36-66DB66CF9ADA}"/>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5628437E-AA25-4D76-AE44-BBBC3B543EFA}"/>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48B071DD-392D-4746-BC81-3895C3D36F1B}"/>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103832F8-F4D9-433C-BE9D-072F493DDF9C}"/>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6CC9203B-B7C8-4A3C-B339-B32005FB4CCB}"/>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3F7CBCE3-0F89-45DB-B08C-B77FADB76EAB}"/>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66BEB65A-8420-412D-9098-C7F83973BC37}"/>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5E2360D6-DE69-4D02-814D-AF746B9C478B}"/>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9858F242-64D7-4458-981B-F0DE5A6841B9}"/>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659333E5-279F-4F05-B844-A6A5F3299031}"/>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FC43ED2D-96C5-4B62-9C72-C2FFAD89D2C3}"/>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FC526CE4-0CDF-4DC2-9819-83721289E211}"/>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F2B16DCA-CEA8-4864-B8E1-37728917898C}"/>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400286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A59FE2D8-C805-4497-8EEA-14FDCA313C2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EC44B7C1-0E91-444F-85F4-33249F88295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152BDB2C-E259-4F2F-8222-5AB5D0A7FA6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51A1AA98-69DB-4A5C-812D-B52E975CE33B}"/>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60978CA6-C742-4F29-86AD-43F071471946}"/>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0ED0F7DA-6F3F-4E51-8C1F-08C798AF547D}"/>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B3BF193C-3FAE-406B-8272-22886665CB3F}"/>
              </a:ext>
            </a:extLst>
          </p:cNvPr>
          <p:cNvSpPr>
            <a:spLocks xmlns:a="http://schemas.openxmlformats.org/drawingml/2006/main" noGrp="1"/>
          </p:cNvSpPr>
          <p:nvPr/>
        </p:nvSpPr>
        <p:spPr>
          <a:xfrm xmlns:a="http://schemas.openxmlformats.org/drawingml/2006/main">
            <a:off x="96012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Mỗi ngôi sao được quan sát lặp lại thành chuỗi thời gian.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Chiến dịch tạo thêm light curve và metadata.</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0D943AA8-ABFE-4E9C-B256-6DBD335F53E5}"/>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04F0578A-F841-4387-9C64-EC3DC279A09A}"/>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EDE132D0-D753-4AD7-A806-14885101934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2ED4AFA8-77A9-49F3-B294-5037ED17AF26}"/>
              </a:ext>
            </a:extLst>
          </p:cNvPr>
          <p:cNvSpPr>
            <a:spLocks xmlns:a="http://schemas.openxmlformats.org/drawingml/2006/main" noGrp="1"/>
          </p:cNvSpPr>
          <p:nvPr/>
        </p:nvSpPr>
        <p:spPr>
          <a:xfrm xmlns:a="http://schemas.openxmlformats.org/drawingml/2006/main">
            <a:off x="4709160" y="2359080"/>
            <a:ext cx="3081240" cy="1351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Ngoài độ sáng còn có thông số sao, cờ chất lượng và bối cảnh thiết bị.</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Mô hình cần đọc chúng cùng nhau.</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44F65716-E3F0-43C5-B264-7582A3E08DE5}"/>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23D0753F-89AF-43CE-B583-74F0359A8973}"/>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664C41AD-C2F5-4B34-B8EE-487C45CF537A}"/>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48F80F04-1518-4416-9865-BE51EF5DF88E}"/>
              </a:ext>
            </a:extLst>
          </p:cNvPr>
          <p:cNvSpPr>
            <a:spLocks xmlns:a="http://schemas.openxmlformats.org/drawingml/2006/main" noGrp="1"/>
          </p:cNvSpPr>
          <p:nvPr/>
        </p:nvSpPr>
        <p:spPr>
          <a:xfrm xmlns:a="http://schemas.openxmlformats.org/drawingml/2006/main">
            <a:off x="845820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Dữ liệu mới xuất hiện theo chiến dịch quan sát và chu kỳ thu nhận.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Pipeline cần kiểm tra schema trước khi huấn luyện.</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A2247E78-9164-4327-98F9-C0E43FF852B7}"/>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18324B"/>
                </a:solidFill>
                <a:latin typeface="Times New Roman"/>
                <a:ea typeface="Times New Roman"/>
                <a:cs typeface="Times New Roman"/>
              </a:rPr>
              <a:t>Quy mô không chỉ là số dòng: chuỗi thời gian, metadata và kiểm tra chất lượng đều làm tăng chi phí xử lý.</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573320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5065F3AB-9D3E-4C49-BCC5-D4AB0AC4A97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1D52A74D-717A-42CD-8CDC-02429761D30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DA43000C-D2B8-42C4-9D29-88B4D78E99F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FD5B4BDB-DE50-4324-811F-97B4268B5C0A}"/>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A0C651F1-D9BF-43E7-9B7A-B86FE2ACAC9B}"/>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86BE5648-B595-47D6-8138-F588A964531E}"/>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2DD583C7-05F4-4C07-A35A-59388F59087D}"/>
              </a:ext>
            </a:extLst>
          </p:cNvPr>
          <p:cNvSpPr>
            <a:spLocks xmlns:a="http://schemas.openxmlformats.org/drawingml/2006/main" noGrp="1"/>
          </p:cNvSpPr>
          <p:nvPr/>
        </p:nvSpPr>
        <p:spPr>
          <a:xfrm xmlns:a="http://schemas.openxmlformats.org/drawingml/2006/main">
            <a:off x="100584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Dự đoán Candidate/NonCandidate từ 13 đặc trưng số. Kết quả hỗ trợ sàng lọc, không xác nhận hành tinh.</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A3A57C07-86A6-43D8-92CC-DEF8FE09F9E3}"/>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B8E2C05B-064A-4B2E-8E6B-1C7997BD3378}"/>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9622D7A5-42AA-4C28-BEBD-E2C0F32F744D}"/>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E1687B06-0CE4-4FE0-93E1-41B2F44C13FD}"/>
              </a:ext>
            </a:extLst>
          </p:cNvPr>
          <p:cNvSpPr>
            <a:spLocks xmlns:a="http://schemas.openxmlformats.org/drawingml/2006/main" noGrp="1"/>
          </p:cNvSpPr>
          <p:nvPr/>
        </p:nvSpPr>
        <p:spPr>
          <a:xfrm xmlns:a="http://schemas.openxmlformats.org/drawingml/2006/main">
            <a:off x="640080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Dùng chung dữ liệu, cách chia tập và cấu hình Random Forest để đối chiếu hai hệ sinh thái.</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2AC58262-760F-47F0-8E82-4AF111F486B5}"/>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E969309A-67AC-4606-9454-0FFA9D49CC57}"/>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EAF21674-3B83-4E02-B2D8-25EA68FB514A}"/>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EE9FFD4D-1362-4711-B757-2BC188A3BEBE}"/>
              </a:ext>
            </a:extLst>
          </p:cNvPr>
          <p:cNvSpPr>
            <a:spLocks xmlns:a="http://schemas.openxmlformats.org/drawingml/2006/main" noGrp="1"/>
          </p:cNvSpPr>
          <p:nvPr/>
        </p:nvSpPr>
        <p:spPr>
          <a:xfrm xmlns:a="http://schemas.openxmlformats.org/drawingml/2006/main">
            <a:off x="100584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Đo accuracy, precision, recall, F1, thời gian fit/predict và cách quản lý tài nguyên.</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B266380F-5A92-46DA-8CC0-35463B8002B7}"/>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F0DCDA7C-CF01-49DB-939E-416B9944BB94}"/>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DF16B291-7BD8-4505-9FF5-29C75FA194BA}"/>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B9D41F6C-BC9B-42BE-86FD-D711A0D8EA25}"/>
              </a:ext>
            </a:extLst>
          </p:cNvPr>
          <p:cNvSpPr>
            <a:spLocks xmlns:a="http://schemas.openxmlformats.org/drawingml/2006/main" noGrp="1"/>
          </p:cNvSpPr>
          <p:nvPr/>
        </p:nvSpPr>
        <p:spPr>
          <a:xfrm xmlns:a="http://schemas.openxmlformats.org/drawingml/2006/main">
            <a:off x="640080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Ghi rõ dữ liệu, seed, môi trường chạy và giới hạn khi Spark chạy local[*].</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588362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E00BCF4B-1CD2-4E07-84E5-8D192067E1B9}"/>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54BAFE48-9948-4585-B087-C4B014C3ABC0}"/>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586F9CD1-CBE8-42B5-9CFD-60E4DFBFE34A}"/>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0C3DAC44-3822-4C42-A932-9EBAF8B194E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F398880A-37D3-46F9-99CF-4EBEF1FBFC90}"/>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42590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EB5C95AB-1505-40E5-A598-DAEF1201694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C7DE6662-88C9-4772-900F-C8DF93AF59F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11216551-8B5D-41B9-B365-0083D102BC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FFF8AACC-96FE-47E5-8A8A-6C5A92C9302A}"/>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4ABA3E51-B3C9-4FDA-9813-B1EB4EF4B3DB}"/>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EE2F51A7-4509-49A3-A11E-E22AAFBE7B81}"/>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DBCE7776-8CDD-4FBA-8327-65874BB3ED43}"/>
              </a:ext>
            </a:extLst>
          </p:cNvPr>
          <p:cNvSpPr>
            <a:spLocks xmlns:a="http://schemas.openxmlformats.org/drawingml/2006/main" noGrp="1"/>
          </p:cNvSpPr>
          <p:nvPr/>
        </p:nvSpPr>
        <p:spPr>
          <a:xfrm xmlns:a="http://schemas.openxmlformats.org/drawingml/2006/main">
            <a:off x="1005840" y="2157840"/>
            <a:ext cx="2880000" cy="95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2_astronomy_exoplanet_</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dataset.csv</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Mỗi hàng là một mẫu dùng cho phân loại.</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C8740DC6-8B17-4A88-A458-A6CF8D3CBCDD}"/>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DFB34E9B-E3C3-491B-BCD6-162DED4AD4D5}"/>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B70B9CE0-F6A0-4389-AF2E-649797D5FB8C}"/>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29D1D350-E148-4FB8-8DEB-FCD12F2045B2}"/>
              </a:ext>
            </a:extLst>
          </p:cNvPr>
          <p:cNvSpPr>
            <a:spLocks xmlns:a="http://schemas.openxmlformats.org/drawingml/2006/main" noGrp="1"/>
          </p:cNvSpPr>
          <p:nvPr/>
        </p:nvSpPr>
        <p:spPr>
          <a:xfrm xmlns:a="http://schemas.openxmlformats.org/drawingml/2006/main">
            <a:off x="469080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Kiểm tra trùng lặp, dữ liệu thiếu và tỷ lệ lớp trước khi train.</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C729A755-C7EE-44F2-89A8-7B7B5A742FB2}"/>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4DF80941-F98F-45C8-93E7-AB8ED9E684CD}"/>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FA69BA70-DCBF-4C33-A9B2-AF5519F5C9C2}"/>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8FA44447-1CC6-4541-9D42-6B822613E048}"/>
              </a:ext>
            </a:extLst>
          </p:cNvPr>
          <p:cNvSpPr>
            <a:spLocks xmlns:a="http://schemas.openxmlformats.org/drawingml/2006/main" noGrp="1"/>
          </p:cNvSpPr>
          <p:nvPr/>
        </p:nvSpPr>
        <p:spPr>
          <a:xfrm xmlns:a="http://schemas.openxmlformats.org/drawingml/2006/main">
            <a:off x="837576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13 đặc trưng số + 1 nhãn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 đưa vào mô hình. y là lớp Candidate/NonCandidate.</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24DBF58F-BE8E-4353-A5A6-BCE5CC4C35F1}"/>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F5518696-5AEA-4375-BC08-CC6AD19DCD10}"/>
              </a:ext>
            </a:extLst>
          </p:cNvPr>
          <p:cNvSpPr>
            <a:spLocks xmlns:a="http://schemas.openxmlformats.org/drawingml/2006/main" noGrp="1"/>
          </p:cNvSpPr>
          <p:nvPr/>
        </p:nvSpPr>
        <p:spPr>
          <a:xfrm xmlns:a="http://schemas.openxmlformats.org/drawingml/2006/main">
            <a:off x="1261800" y="4405155"/>
            <a:ext cx="4663080" cy="2881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650"/>
            </a:defPPr>
          </a:lstStyle>
          <a:p xmlns:a="http://schemas.openxmlformats.org/drawingml/2006/main">
            <a:pPr algn="ctr" defTabSz="914400">
              <a:lnSpc>
                <a:spcPct val="100000"/>
              </a:lnSpc>
              <a:buNone/>
            </a:pPr>
            <a:r>
              <a:rPr sz="1650" b="1" u="none" strike="noStrike">
                <a:solidFill>
                  <a:srgbClr val="044F9E"/>
                </a:solidFill>
                <a:latin typeface="Times New Roman"/>
                <a:ea typeface="Times New Roman"/>
                <a:cs typeface="Times New Roman"/>
              </a:rPr>
              <a:t>Đầu vào X: 13 đặc trưng số</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B5174EA6-74C4-4ED0-A5A8-CEE20DEA3AED}"/>
              </a:ext>
            </a:extLst>
          </p:cNvPr>
          <p:cNvSpPr>
            <a:spLocks xmlns:a="http://schemas.openxmlformats.org/drawingml/2006/main" noGrp="1"/>
          </p:cNvSpPr>
          <p:nvPr/>
        </p:nvSpPr>
        <p:spPr>
          <a:xfrm xmlns:a="http://schemas.openxmlformats.org/drawingml/2006/main">
            <a:off x="6245280" y="4405155"/>
            <a:ext cx="466308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algn="ctr" defTabSz="914400">
              <a:lnSpc>
                <a:spcPct val="100000"/>
              </a:lnSpc>
              <a:buNone/>
            </a:pPr>
            <a:r>
              <a:rPr sz="1500" b="1" u="none" strike="noStrike">
                <a:solidFill>
                  <a:srgbClr val="E81F26"/>
                </a:solidFill>
                <a:latin typeface="Times New Roman"/>
                <a:ea typeface="Times New Roman"/>
                <a:cs typeface="Times New Roman"/>
              </a:rPr>
              <a:t>Đầu ra y: Candidate (1) hoặc NonCandidate (0)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89560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FB5C3A06-0882-4F74-A439-2B15CAB6C3B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98E6ED2B-A441-4841-9E07-BD1211A7F3FB}"/>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0D842DDE-2C1E-4DD3-A157-EBB008ACB48E}"/>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057A2196-B63D-4E73-892B-AAE8DF3AEF32}"/>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AF20C3C3-AB9A-4E8D-9BAF-FF4E89B72D35}"/>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568EEF1B-9184-4634-9793-E5A0A96DB446}"/>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61204D0A-A2FB-4891-8E01-BD382EDA8CB5}"/>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0498455C-9528-4CDA-82F5-2B6AAC891353}"/>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14BC08DA-AB50-4928-8F5B-F8FCBD8870B6}"/>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D097D745-D8B5-498A-8945-9DE7C9F7FADC}"/>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5886092C-1A2F-4558-B35F-775D92643BAE}"/>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B92A6B43-F1F6-4A23-9854-E77981728A10}"/>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A6B90928-5DE9-46B8-B5B0-DE66F72FD2C9}"/>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EDE5C411-05D8-445D-9CB1-C77A2889DC83}"/>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F4C4FDA4-0C89-4A67-A023-73C12B44AED8}"/>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075875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E03C8670-6118-4A16-A689-74A04E7C461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5316B79B-9C8F-43CB-915B-6A4E802C983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30E13F86-F3DF-4FAE-890B-B05DC32D983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E05FEDE1-3830-4D83-A0C7-24E53A58BF6B}"/>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5667D616-A719-4A7E-9CD6-2361DDDBE38B}"/>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E599FBF2-2D6C-45CD-A5ED-B56B06898E14}"/>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199713F2-CD75-413C-B16D-6669CBF65E04}"/>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13C58E03-73CC-4326-B936-F3D6E981CB77}"/>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5C1E8BF6-DCD8-4E4C-A55A-D4617E92B95A}"/>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795A1F79-C37F-4BA3-8536-22C0F58AFAF6}"/>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4CA4ACA7-6E6D-4930-A6C6-5C8B7E607E46}"/>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7FFCF54C-61DC-4010-BA2F-2FC172FB700F}"/>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6DEB44DF-84DC-4015-AFEC-40C5A39A9F34}"/>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8776F5AB-3756-45A4-B51E-FEB4746B7180}"/>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2891455F-AC26-4635-BC36-C74DA9A16B7F}"/>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200782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4EBC9731-E7B6-4FF2-A743-C7A9966E27C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B1A72D72-28EB-4499-8940-8B6DB149D9A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00359E37-D978-497A-8B0F-F4AB06A89B6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65757011-1D2D-4B72-821D-4C63F2C28A52}"/>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61F9821D-22CC-4DA8-8D1E-408868E14EB2}"/>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28AE7518-E5E5-442E-A9B4-1CB53CB67D51}"/>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41D79CFD-BEDE-4F6B-B7F9-48312E6E3A29}"/>
              </a:ext>
            </a:extLst>
          </p:cNvPr>
          <p:cNvSpPr>
            <a:spLocks xmlns:a="http://schemas.openxmlformats.org/drawingml/2006/main" noGrp="1"/>
          </p:cNvSpPr>
          <p:nvPr/>
        </p:nvSpPr>
        <p:spPr>
          <a:xfrm xmlns:a="http://schemas.openxmlformats.org/drawingml/2006/main">
            <a:off x="111564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vượt qua bước chọn lọc ban đầu. Cần kiểm chứng khoa học trước khi xác nhận.</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C41B9C74-4485-4FF6-8E6D-E80D872A5079}"/>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51A19FE4-C243-401F-856F-3D28C2D70B80}"/>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AB65D52F-F5D6-4AB2-88E6-9674287083D6}"/>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D269EE80-CF3B-4D23-8259-2A031564AE26}"/>
              </a:ext>
            </a:extLst>
          </p:cNvPr>
          <p:cNvSpPr>
            <a:spLocks xmlns:a="http://schemas.openxmlformats.org/drawingml/2006/main" noGrp="1"/>
          </p:cNvSpPr>
          <p:nvPr/>
        </p:nvSpPr>
        <p:spPr>
          <a:xfrm xmlns:a="http://schemas.openxmlformats.org/drawingml/2006/main">
            <a:off x="699516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không đạt tiêu chí candidate hoặc có khả năng là false positive.</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D6D437B8-FA3B-4E6E-B5F4-71312F34D9BC}"/>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044F9E"/>
                </a:solidFill>
                <a:latin typeface="Times New Roman"/>
                <a:ea typeface="Times New Roman"/>
                <a:cs typeface="Times New Roman"/>
              </a:rPr>
              <a:t>Trước huấn luyện: kiểm tra số lượng, tỷ lệ từng lớp và cách chia train/test</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7E0124CF-0EFF-4FDF-B4CB-C6EAD3A1F80F}"/>
              </a:ext>
            </a:extLst>
          </p:cNvPr>
          <p:cNvSpPr>
            <a:spLocks xmlns:a="http://schemas.openxmlformats.org/drawingml/2006/main" noGrp="1"/>
          </p:cNvSpPr>
          <p:nvPr/>
        </p:nvSpPr>
        <p:spPr>
          <a:xfrm xmlns:a="http://schemas.openxmlformats.org/drawingml/2006/main">
            <a:off x="1143000" y="5440680"/>
            <a:ext cx="987516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Nếu Candidate ít hơn nhiều, ưu tiên precision, recall và F1 theo lớp thay vì chỉ dùng accuracy.</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379593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D9F5B759-D266-4296-8C36-89D7416A63C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4FFB6ABB-0A24-4B5B-B367-97425E2D4AA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83D40C7C-A81B-4137-9AD6-F90D3CEBF8A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23EE748C-E0D2-4FFA-A580-1161ED56542C}"/>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D27447C9-8EFF-4C4A-809F-D5DD1946B1C6}"/>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027FBE2C-DB47-4E80-A848-7BC94A5F2DEE}"/>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0B818542-5A32-43C9-88BB-52C6A1D3B378}"/>
              </a:ext>
            </a:extLst>
          </p:cNvPr>
          <p:cNvSpPr>
            <a:spLocks xmlns:a="http://schemas.openxmlformats.org/drawingml/2006/main" noGrp="1"/>
          </p:cNvSpPr>
          <p:nvPr/>
        </p:nvSpPr>
        <p:spPr>
          <a:xfrm xmlns:a="http://schemas.openxmlformats.org/drawingml/2006/main">
            <a:off x="1005840" y="2139840"/>
            <a:ext cx="470880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Đếm dòng trùng trước khi loại.</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Sau đó giữ một bản ghi đại diện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BA1BE316-1631-48EE-907D-316BBE778CDF}"/>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CA0E19F6-554D-4CE8-AC84-F6449B498F19}"/>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E01238B6-4721-4BEA-BED8-B58C5ACA9E9B}"/>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3D2A2FC9-44C3-4F9C-806F-A70133136CE0}"/>
              </a:ext>
            </a:extLst>
          </p:cNvPr>
          <p:cNvSpPr>
            <a:spLocks xmlns:a="http://schemas.openxmlformats.org/drawingml/2006/main" noGrp="1"/>
          </p:cNvSpPr>
          <p:nvPr/>
        </p:nvSpPr>
        <p:spPr>
          <a:xfrm xmlns:a="http://schemas.openxmlformats.org/drawingml/2006/main">
            <a:off x="6382440" y="2139840"/>
            <a:ext cx="470880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Điền median theo phân bố của từng cột.</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EBE7200D-5BDD-43C3-9B50-810B2587C26B}"/>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00"/>
            </a:defPPr>
          </a:lstStyle>
          <a:p xmlns:a="http://schemas.openxmlformats.org/drawingml/2006/main">
            <a:pPr algn="ctr" defTabSz="914400">
              <a:lnSpc>
                <a:spcPct val="100000"/>
              </a:lnSpc>
              <a:buNone/>
            </a:pPr>
            <a:r>
              <a:rPr sz="1500" b="1" u="none" strike="noStrike">
                <a:solidFill>
                  <a:srgbClr val="18324B"/>
                </a:solidFill>
                <a:latin typeface="Times New Roman"/>
                <a:ea typeface="Times New Roman"/>
                <a:cs typeface="Times New Roman"/>
              </a:rPr>
              <a:t>Median ít nhạy với ngoại lai hơn mean trong phân bố lệch. Sau xử lý, kiểm tra lại số giá trị thiếu.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71693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A1071AFB-E61E-4F77-B853-9C97FACBF34B}"/>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5ADE9C7C-9D3D-4A81-90F9-7912D8E4C42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A9A2EFD2-1390-412B-9A96-A2FFA1875A3B}"/>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E61E21DC-776C-4096-92AC-A04C3C94849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BD20CD8A-98B1-4D85-B536-807B556117F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968441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3C96C2F1-239C-4D0E-A29D-597AA4D4E1E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8F83C6D9-A393-47E3-ACDC-1FF4E8A3B27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D6DE5C7F-E99E-4000-B5D7-CF9BA6A73EF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4EB1D7EB-7BE3-44AE-A7BC-EF55E78DBB41}"/>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CEFCC9B0-91E5-497D-AD2B-CD90602E0077}"/>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69CA5560-C1BE-493C-82D8-7F3DEF9E38D3}"/>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98A5D138-D9ED-43A0-ABFB-0053F0A93C35}"/>
              </a:ext>
            </a:extLst>
          </p:cNvPr>
          <p:cNvSpPr>
            <a:spLocks xmlns:a="http://schemas.openxmlformats.org/drawingml/2006/main" noGrp="1"/>
          </p:cNvSpPr>
          <p:nvPr/>
        </p:nvSpPr>
        <p:spPr>
          <a:xfrm xmlns:a="http://schemas.openxmlformats.org/drawingml/2006/main">
            <a:off x="4396562" y="1776444"/>
            <a:ext cx="342864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Lập kế hoạch thực thi, chia job thành stage và gửi task cho executor.</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8FAA194D-D949-4374-B59F-1A4F99651C29}"/>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A1AFB352-70D0-45EA-A700-2397B2E30169}"/>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B05513F0-0844-4104-9B73-890B5C35434F}"/>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97FC806A-5BB9-4F4F-8C4E-C10FED45B3B6}"/>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C0925FB6-F07A-49BE-B2D5-58FF47A47A48}"/>
              </a:ext>
            </a:extLst>
          </p:cNvPr>
          <p:cNvSpPr>
            <a:spLocks xmlns:a="http://schemas.openxmlformats.org/drawingml/2006/main" noGrp="1"/>
          </p:cNvSpPr>
          <p:nvPr/>
        </p:nvSpPr>
        <p:spPr>
          <a:xfrm xmlns:a="http://schemas.openxmlformats.org/drawingml/2006/main">
            <a:off x="10789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EC07A43F-3DD1-4A44-9CAF-27344968BB2A}"/>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A80FE26D-ECB6-4164-B901-1F4D8E70A090}"/>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8FE34BD8-D471-4D3B-8E9B-605D804409E6}"/>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B7986A38-865A-4DE9-97F5-7F0FB527E48C}"/>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BBBB4F29-446F-4478-96FB-29BD3E19A02E}"/>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1DCE998E-71AC-4A23-9983-D13D1E792D90}"/>
              </a:ext>
            </a:extLst>
          </p:cNvPr>
          <p:cNvSpPr>
            <a:spLocks xmlns:a="http://schemas.openxmlformats.org/drawingml/2006/main" noGrp="1"/>
          </p:cNvSpPr>
          <p:nvPr/>
        </p:nvSpPr>
        <p:spPr>
          <a:xfrm xmlns:a="http://schemas.openxmlformats.org/drawingml/2006/main">
            <a:off x="48463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36AF8BE2-10CA-45A5-991C-C9F205410436}"/>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4C380A45-57E0-408B-BD31-F4CB5DA5814C}"/>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EF35ED81-44EA-41DE-A02A-93BAB6D2E4B6}"/>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A4C332AA-9ADB-4B35-A34A-2D5CBC21D786}"/>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580B8D0-B9BB-4C2C-A90D-2283AF9612E2}"/>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DC0D0595-829A-4B6F-8E7D-74E85C92F524}"/>
              </a:ext>
            </a:extLst>
          </p:cNvPr>
          <p:cNvSpPr>
            <a:spLocks xmlns:a="http://schemas.openxmlformats.org/drawingml/2006/main" noGrp="1"/>
          </p:cNvSpPr>
          <p:nvPr/>
        </p:nvSpPr>
        <p:spPr>
          <a:xfrm xmlns:a="http://schemas.openxmlformats.org/drawingml/2006/main">
            <a:off x="8613720" y="3511440"/>
            <a:ext cx="27612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Nhận task từ driver.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Xử lý một partition và có thể giữ dữ liệu giữa các task.</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AF21F9E1-BE48-41AA-9049-EF325ED24189}"/>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34194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9152C444-5182-41E4-941B-81EF85E1233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64A31C82-7E55-4DF0-8545-F65331AC1DA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A6235B6C-4069-4136-9221-BEBACB44A7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C01C60DC-D44E-4B7B-A11B-EB7215BD54A4}"/>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9069F1F8-9A62-4204-9DC1-79C7463FD09B}"/>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1E5C198B-FEEE-4E4D-8CDD-4E60090DA89A}"/>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60C5F22B-B111-4841-893D-DB7F72DBF709}"/>
              </a:ext>
            </a:extLst>
          </p:cNvPr>
          <p:cNvSpPr>
            <a:spLocks xmlns:a="http://schemas.openxmlformats.org/drawingml/2006/main" noGrp="1"/>
          </p:cNvSpPr>
          <p:nvPr/>
        </p:nvSpPr>
        <p:spPr>
          <a:xfrm xmlns:a="http://schemas.openxmlformats.org/drawingml/2006/main">
            <a:off x="941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Dữ liệu dạng bảng có schema. Có thể chứa features, label và prediction.</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DACB5142-83DD-4D04-A3AE-A1CC84718555}"/>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ED353536-1A57-41DA-A61A-9D9337E32216}"/>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6FA33366-49D6-4FAC-A8E7-E19633DC7483}"/>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506A6A3E-BDD7-48A3-A531-E01F850BF84D}"/>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70533E8E-03B4-4103-9604-4B762764F8BC}"/>
              </a:ext>
            </a:extLst>
          </p:cNvPr>
          <p:cNvSpPr>
            <a:spLocks xmlns:a="http://schemas.openxmlformats.org/drawingml/2006/main" noGrp="1"/>
          </p:cNvSpPr>
          <p:nvPr/>
        </p:nvSpPr>
        <p:spPr>
          <a:xfrm xmlns:a="http://schemas.openxmlformats.org/drawingml/2006/main">
            <a:off x="3794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transform() nhận một DataFrame và thêm hoặc biến đổi cột.</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1122BCAF-C23D-436D-B5C3-1B1712A16945}"/>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98DFCC64-2620-44D5-90D4-11F8735C76C2}"/>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453DEE42-3CED-4AD0-90D1-1098D80385B0}"/>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8E9597B4-F004-4C1F-86A8-1878B7159C60}"/>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E3437091-7312-4D98-BCC5-C216DAC678F3}"/>
              </a:ext>
            </a:extLst>
          </p:cNvPr>
          <p:cNvSpPr>
            <a:spLocks xmlns:a="http://schemas.openxmlformats.org/drawingml/2006/main" noGrp="1"/>
          </p:cNvSpPr>
          <p:nvPr/>
        </p:nvSpPr>
        <p:spPr>
          <a:xfrm xmlns:a="http://schemas.openxmlformats.org/drawingml/2006/main">
            <a:off x="6647760" y="2477880"/>
            <a:ext cx="221256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fit() học từ DataFrame và trả về Model để dự đoán.</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90B95059-CD9A-49EC-BCDC-4E3C5657366A}"/>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05288EAD-46E2-4338-B563-E8C5AB572953}"/>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B87664D1-1184-4119-9584-9336FAB6BE7F}"/>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257C7FEA-FB3D-44ED-986E-ED2F11016CBC}"/>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C488552F-8B88-4C79-B185-BC62A9816713}"/>
              </a:ext>
            </a:extLst>
          </p:cNvPr>
          <p:cNvSpPr>
            <a:spLocks xmlns:a="http://schemas.openxmlformats.org/drawingml/2006/main" noGrp="1"/>
          </p:cNvSpPr>
          <p:nvPr/>
        </p:nvSpPr>
        <p:spPr>
          <a:xfrm xmlns:a="http://schemas.openxmlformats.org/drawingml/2006/main">
            <a:off x="9500760" y="2477880"/>
            <a:ext cx="221256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Xâu chuỗi các bước theo thứ tự. Train và test dùng cùng logic biến đổi.</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87D95E9F-0797-48F1-9941-075CBD5DE834}"/>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7578669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017DA4D0-08DF-4CE2-BA77-D79E1C8D50C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7DBF72CD-022F-4A0D-818C-ECA74DFDE9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23AF2B12-DF2A-4C7B-9992-DC20FA0E4D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456EB596-4733-46B9-B488-C3FB1896F90C}"/>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510E38CE-4738-40B1-9AF2-BF6930D53780}"/>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D55C5E61-5E5C-4A14-B1A3-A59A481B40DE}"/>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D5CB6AD2-257F-458C-8038-91654FBD8EA9}"/>
              </a:ext>
            </a:extLst>
          </p:cNvPr>
          <p:cNvSpPr>
            <a:spLocks xmlns:a="http://schemas.openxmlformats.org/drawingml/2006/main" noGrp="1"/>
          </p:cNvSpPr>
          <p:nvPr/>
        </p:nvSpPr>
        <p:spPr>
          <a:xfrm xmlns:a="http://schemas.openxmlformats.org/drawingml/2006/main">
            <a:off x="987480" y="2112120"/>
            <a:ext cx="303552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Kiểm tra schema, kiểu dữ liệu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9E644AB8-4BAA-433D-9DD4-BC1ED0459704}"/>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9BA98E24-B280-4932-90B1-3A35DE7F0C98}"/>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943AE88E-1BDC-4B66-A553-D1AFC3B07DCC}"/>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66926993-AFA5-4F63-97E1-DA7A933E0E04}"/>
              </a:ext>
            </a:extLst>
          </p:cNvPr>
          <p:cNvSpPr>
            <a:spLocks xmlns:a="http://schemas.openxmlformats.org/drawingml/2006/main" noGrp="1"/>
          </p:cNvSpPr>
          <p:nvPr/>
        </p:nvSpPr>
        <p:spPr>
          <a:xfrm xmlns:a="http://schemas.openxmlformats.org/drawingml/2006/main">
            <a:off x="4626720" y="2112120"/>
            <a:ext cx="303552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StandardScaler chuẩn hóa đặc trưng.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train_test_split tạo tập đánh giá.</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RandomForestClassifier học mô hình.</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9145E5FD-78C9-47DA-B26F-664D2C4A8B2F}"/>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DA15D8B3-4528-4C3F-A955-7336C7998548}"/>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01804A9C-8967-44D8-A16B-EAFF543A6C5B}"/>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CE48C11A-7550-44E3-A5BF-3B172E19F53F}"/>
              </a:ext>
            </a:extLst>
          </p:cNvPr>
          <p:cNvSpPr>
            <a:spLocks xmlns:a="http://schemas.openxmlformats.org/drawingml/2006/main" noGrp="1"/>
          </p:cNvSpPr>
          <p:nvPr/>
        </p:nvSpPr>
        <p:spPr>
          <a:xfrm xmlns:a="http://schemas.openxmlformats.org/drawingml/2006/main">
            <a:off x="8266320" y="2112120"/>
            <a:ext cx="30355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n_jobs = -1 dùng các core sẵn có.</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joblib lưu model để dự đoán lại.</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E3A7E036-09F5-442B-8358-63100997A55E}"/>
              </a:ext>
            </a:extLst>
          </p:cNvPr>
          <p:cNvSpPr>
            <a:spLocks xmlns:a="http://schemas.openxmlformats.org/drawingml/2006/main" noGrp="1"/>
          </p:cNvSpPr>
          <p:nvPr/>
        </p:nvSpPr>
        <p:spPr>
          <a:xfrm xmlns:a="http://schemas.openxmlformats.org/drawingml/2006/main">
            <a:off x="1097280" y="5429626"/>
            <a:ext cx="987516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Phù hợp khi dữ liệu và RAM đáp ứng trên một máy. Thuận tiện để đọc log, debug và lặp thí nghiệm.</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469911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C2DD05F2-FB2B-4200-86B6-375BEEB628D8}"/>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EF4D517-9DC6-463C-9670-5463592D25F9}"/>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36388FD8-E9FA-4B0C-B0DB-E8AF56FFBE5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B7DE908B-E633-414E-BC2D-73C22BF84A9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D1814462-08B9-4274-8C61-44F5A9B456B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8066E1C5-58C8-4845-990B-555F8CD5E6C5}"/>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604383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8CCF5495-DE37-4B8D-93FB-AE9E57CAF29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BB7B8D29-3914-45E0-84C2-20B29D48905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960E1A8C-6CBF-478F-BDEC-A65CC7F2E35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2E231466-9A9B-4F0C-8C09-B6F37762DBBE}"/>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73602673-95DA-4C0C-92A0-B6E3FDE8B9FB}"/>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5D57E124-DDCD-475D-A97B-D7D26F2920D8}"/>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D2D7B1D4-8C54-4F46-84E7-482455CEC0EB}"/>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6D27076F-B393-496D-BFF5-27D4CCA6D30C}"/>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505AEE4E-C40B-4660-A2E3-12355C4E1BAD}"/>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7A0EACFF-7FFD-4897-A67B-F11841B2E923}"/>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9C8F7968-C5C9-415D-977F-545023D2CDD9}"/>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A2468B3F-55EC-43F0-A48F-4C70D7AA70E7}"/>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2B9C637F-1618-47D2-A6E1-2392F1B34812}"/>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1297E793-D39B-4288-8AF3-82BE916CCACD}"/>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61BD94F0-8642-4DBB-A353-EBCBB266E4BB}"/>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669EB7E1-F64E-418A-9822-079BA08E5A5D}"/>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49A3ED6B-4541-4E24-B8E8-B77CD1799F66}"/>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BC85A2D0-DA05-4171-9912-87F714D6E442}"/>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28F35772-4499-417F-8B9E-A0D5AA42DC85}"/>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0C0A92B9-21AC-4D21-A4BE-76FF84F02FE2}"/>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CA2650ED-62BC-4AFA-85F6-3BA917A47F75}"/>
              </a:ext>
            </a:extLst>
          </p:cNvPr>
          <p:cNvSpPr>
            <a:spLocks xmlns:a="http://schemas.openxmlformats.org/drawingml/2006/main" noGrp="1"/>
          </p:cNvSpPr>
          <p:nvPr/>
        </p:nvSpPr>
        <p:spPr>
          <a:xfrm xmlns:a="http://schemas.openxmlformats.org/drawingml/2006/main">
            <a:off x="1097280" y="5257800"/>
            <a:ext cx="10012320" cy="2237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run_all.py chạy tuần tự tiền xử lý và hai nhánh mô hình. parsing.py trích log để giao diện hiển thị tiến độ và kết quả.</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564428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36E29527-379A-4812-93E3-38581C0E7B0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737B2103-F58C-4B06-88F7-FA0EF759855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4DE1C607-FE92-4329-B1C0-AF9E60683B1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D0DEF8BC-5770-4CC2-BBE8-8C9AC0173191}"/>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F6A78F80-7F55-4FBD-8848-28B3134D218C}"/>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9FFACC62-80E0-4292-8D92-056761B9125E}"/>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5B36CE4A-FDE9-4930-BDAD-D8EA744E5294}"/>
              </a:ext>
            </a:extLst>
          </p:cNvPr>
          <p:cNvSpPr>
            <a:spLocks xmlns:a="http://schemas.openxmlformats.org/drawingml/2006/main" noGrp="1"/>
          </p:cNvSpPr>
          <p:nvPr/>
        </p:nvSpPr>
        <p:spPr>
          <a:xfrm xmlns:a="http://schemas.openxmlformats.org/drawingml/2006/main">
            <a:off x="1005840" y="2139840"/>
            <a:ext cx="4754520" cy="14883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Python chạy pipeline. JDK khởi tạo JVM cho Spark.</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7F857881-53B2-4257-A556-404D9F589C72}"/>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6EC0F1D1-240E-453A-BE8C-40FB854F304E}"/>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EF7075AC-ABA3-41E2-98BC-A31DC174CAF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674DE2F5-37D2-49C2-8476-5FA8887B9C84}"/>
              </a:ext>
            </a:extLst>
          </p:cNvPr>
          <p:cNvSpPr>
            <a:spLocks xmlns:a="http://schemas.openxmlformats.org/drawingml/2006/main" noGrp="1"/>
          </p:cNvSpPr>
          <p:nvPr/>
        </p:nvSpPr>
        <p:spPr>
          <a:xfrm xmlns:a="http://schemas.openxmlformats.org/drawingml/2006/main">
            <a:off x="6382440" y="2139840"/>
            <a:ext cx="4754520" cy="1636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Các thư viện lần lượt phục vụ dữ liệu, mô hình, Spark và giao diện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591071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E9A4A021-911D-4F60-8660-4E049379936F}"/>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9A6C390A-D122-4387-8C45-A35E7588B9D1}"/>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FA832A9F-BA77-4062-B213-B1B5C7A19729}"/>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67418B7A-E1FF-4591-A4CA-A5DE9CD8CD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8FA0813C-684A-4607-8B00-194C9A27C2D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3802900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0566E7DD-A3E9-44BA-88DE-336DFC70B98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0FFDE9F8-46C4-4048-AD76-756B2A761AD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B7E68D26-3B40-4932-B65B-7242260A1F6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0B369C86-6F7D-4DD9-BA3B-7D3D7EB0391F}"/>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351EB4F2-BC88-4F5D-9B07-3F64A6130CD8}"/>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94239746-E09B-4472-AB2E-95DDABB317EA}"/>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D9972B33-91CE-4057-8D99-B5A076871E87}"/>
              </a:ext>
            </a:extLst>
          </p:cNvPr>
          <p:cNvSpPr>
            <a:spLocks xmlns:a="http://schemas.openxmlformats.org/drawingml/2006/main" noGrp="1"/>
          </p:cNvSpPr>
          <p:nvPr/>
        </p:nvSpPr>
        <p:spPr>
          <a:xfrm xmlns:a="http://schemas.openxmlformats.org/drawingml/2006/main">
            <a:off x="887040" y="223128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Kiểm tra schema và cột mục tiêu</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A8670104-88B2-4A7E-9359-9565295A2E38}"/>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F04A666D-2D27-4F45-B79B-54CB5884B90F}"/>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B29256F3-FDF8-4011-8899-DDD06C49A5CF}"/>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5D2D5317-FCED-46C9-8C03-033E0ACBC64D}"/>
              </a:ext>
            </a:extLst>
          </p:cNvPr>
          <p:cNvSpPr>
            <a:spLocks xmlns:a="http://schemas.openxmlformats.org/drawingml/2006/main" noGrp="1"/>
          </p:cNvSpPr>
          <p:nvPr/>
        </p:nvSpPr>
        <p:spPr>
          <a:xfrm xmlns:a="http://schemas.openxmlformats.org/drawingml/2006/main">
            <a:off x="4279320" y="223128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Rà soát dữ liệu thiếu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Chọn 13 đặc trưng và nhãn</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45238F16-FB7A-4EB0-8D0F-1552A0738BA5}"/>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ED8B7623-364F-4763-8C58-401A7DEF2483}"/>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13B92104-4022-421F-BB3C-4F96D9BFEE16}"/>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AACAAEDA-0ED4-47A4-8076-761C37EFF9D0}"/>
              </a:ext>
            </a:extLst>
          </p:cNvPr>
          <p:cNvSpPr>
            <a:spLocks xmlns:a="http://schemas.openxmlformats.org/drawingml/2006/main" noGrp="1"/>
          </p:cNvSpPr>
          <p:nvPr/>
        </p:nvSpPr>
        <p:spPr>
          <a:xfrm xmlns:a="http://schemas.openxmlformats.org/drawingml/2006/main">
            <a:off x="7671960" y="2231280"/>
            <a:ext cx="270612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Theo code hiện tại, scaler fit trước khi chia tập</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76755373-2F5D-4E40-809C-6459D10F657A}"/>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297DC25D-8495-4387-B999-453860E1D725}"/>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FCF121DC-3788-48B4-9F39-978BE2DB6F37}"/>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07E86A5B-69B3-4913-A42A-12498FD5E723}"/>
              </a:ext>
            </a:extLst>
          </p:cNvPr>
          <p:cNvSpPr>
            <a:spLocks xmlns:a="http://schemas.openxmlformats.org/drawingml/2006/main" noGrp="1"/>
          </p:cNvSpPr>
          <p:nvPr/>
        </p:nvSpPr>
        <p:spPr>
          <a:xfrm xmlns:a="http://schemas.openxmlformats.org/drawingml/2006/main">
            <a:off x="88704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Tách tập đánh giá</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E4AE128A-4DC5-44CD-9638-6FB3D2136E79}"/>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F30053E8-F3F1-413F-9A03-354F113587CC}"/>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DD92E456-9566-4FB1-A9DA-D835D67EF50B}"/>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67570D06-7EF9-402C-87BA-5FA3D0F681A1}"/>
              </a:ext>
            </a:extLst>
          </p:cNvPr>
          <p:cNvSpPr>
            <a:spLocks xmlns:a="http://schemas.openxmlformats.org/drawingml/2006/main" noGrp="1"/>
          </p:cNvSpPr>
          <p:nvPr/>
        </p:nvSpPr>
        <p:spPr>
          <a:xfrm xmlns:a="http://schemas.openxmlformats.org/drawingml/2006/main">
            <a:off x="427932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100 cây, max_depth 10</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C29A0F11-0A8D-4B4A-9941-32B00571169D}"/>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CA85C014-417E-4026-B9F9-886A65B0FCBD}"/>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8BFCF349-0665-4438-95D3-7235E9BDB200}"/>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342952A0-3FF8-4DC2-8714-7C59E2E6E75D}"/>
              </a:ext>
            </a:extLst>
          </p:cNvPr>
          <p:cNvSpPr>
            <a:spLocks xmlns:a="http://schemas.openxmlformats.org/drawingml/2006/main" noGrp="1"/>
          </p:cNvSpPr>
          <p:nvPr/>
        </p:nvSpPr>
        <p:spPr>
          <a:xfrm xmlns:a="http://schemas.openxmlformats.org/drawingml/2006/main">
            <a:off x="7671960" y="4489560"/>
            <a:ext cx="270612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confusion matrix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Lưu model bằng joblib</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05242EB2-D1F0-4499-B4FE-8AF757591B36}"/>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A61EA557-9405-4F20-8D02-D0EC53FCCC34}"/>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E0685D45-D96E-432E-879F-87E1B2563F85}"/>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2743C7C-E907-47C5-A41B-407A15406E6E}"/>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7BE1DF6E-513A-4B69-92AD-863D6BE48909}"/>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054B7A70-9541-49D5-ACF6-81951D1880CA}"/>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166939869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6D4D7CE7-0E05-4C9F-8677-5A499C1059A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58C0F82D-AB03-4AB5-ABF0-A56F7825D0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A5CFBB58-2901-46DF-997B-6577AFEF9F7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E19E7240-C81D-4AE4-8877-5DDC32D84989}"/>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1. 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local[*]</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Dùng core cục bộ</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685079BD-F73C-4DDD-B032-D14DB766706D}"/>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880AB7AA-DC84-4F40-8543-6E557C8A9C4F}"/>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Spark DataFrame</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Kiểm tra schema</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555ADBD2-0170-4D82-9CE2-5847DDD15B9F}"/>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DAC2D990-A210-4C47-AB31-BB3B9617C8DB}"/>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3. Chia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repartition(4)</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Tạo 4 partition</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BC8D873D-72C2-46C7-9784-BE8D2AD33711}"/>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F3816314-62C9-446E-9F49-DCD7BB19FF41}"/>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4. Tạo vector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VectorAssembler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Gộp 13 cột số</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30F6DB04-A9CB-4258-B4EF-CE6D93573D09}"/>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26F2167E-0887-499C-87F6-128A25C411F7}"/>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StandardScaler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Tạo vector đã scale</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E0839E0F-0782-4209-8A45-C8DCDC173A32}"/>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881C966A-4613-4A14-9897-0CB86D5B1848}"/>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a:t>Random Forest</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numTrees = 100</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44199680-D75B-459D-ADD3-9674079C743C}"/>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044F9E"/>
                </a:solidFill>
                <a:latin typeface="Times New Roman"/>
                <a:ea typeface="Times New Roman"/>
                <a:cs typeface="Times New Roman"/>
              </a:rPr>
              <a:t>Lưu model sau khi fit, nạp lại cho inference. Bước đánh giá tạo job và ghi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9830719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5C2C1F82-6954-4F21-91CE-727D51488FA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5A7144FD-9536-4EF3-A21D-41B75CA7233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F80AAA47-65A6-4C3C-A847-DB8371A2BE3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1FAC9C12-51A3-40AD-9F4E-01464794548F}"/>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EDC6E855-2F0E-4D0C-9B11-04229ED3C472}"/>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4E50856C-8C50-410C-82DF-E8725B7F1B50}"/>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FAE226E8-DB1D-4ECC-A325-5BE30A088C29}"/>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0570A3FE-F399-46B7-A3DE-58CAE5D7C80C}"/>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DB58C445-33F0-403A-8774-B6B897FB8CF0}"/>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26C101D2-CB68-4D54-98B8-3E9620463A85}"/>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69F18E4A-4D93-4035-9205-A8DDBA30DD50}"/>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EE76F7E5-EF90-4CBE-A328-5AC338D89DDF}"/>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C3B4BFD7-0331-485E-A4A8-7F61F0D438F4}"/>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7D3B38C0-639F-448C-BF28-2AC026C4F5B7}"/>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068F77A7-F2DE-4E7C-A5A5-6EB7BE9AF274}"/>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E0CBBA46-9BE8-47C6-AF66-25B37538A319}"/>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40322974-E1C6-4399-A03E-AFF7E0923F09}"/>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55EDE155-9E4D-45F7-9710-ECE9CF019D6C}"/>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AA836C1F-E3BC-47C5-AC1F-4BEC4A94A797}"/>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055E8B40-CDF0-4A02-B312-334FACBBA93E}"/>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5C9D3611-B011-4BBF-B7CA-F4E67C922A1B}"/>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483725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B490238A-E863-4AC0-9194-C3C5ED079D6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C8F6730D-B99E-4571-9A47-9491EDC0CE1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6BAD6118-6E3A-4DAD-93EB-720357C89F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AD68682F-BFC4-4F7B-BE57-1FA5ABD668E7}"/>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DC03BD71-AC4D-49CF-A073-A9AFFB0973D9}"/>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7B7B781F-F3E5-4118-8678-347E1E219A0C}"/>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6B8DB86C-B902-464C-B627-D3B7B2F30D0F}"/>
              </a:ext>
            </a:extLst>
          </p:cNvPr>
          <p:cNvSpPr>
            <a:spLocks xmlns:a="http://schemas.openxmlformats.org/drawingml/2006/main" noGrp="1"/>
          </p:cNvSpPr>
          <p:nvPr/>
        </p:nvSpPr>
        <p:spPr>
          <a:xfrm xmlns:a="http://schemas.openxmlformats.org/drawingml/2006/main">
            <a:off x="978480" y="2598825"/>
            <a:ext cx="285264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Mỗi cột mô tả một thuộc tính quan sát.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Thứ tự cột cần giữ ổn định.</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671FA50E-EDCD-4D3B-88C7-0EA014CF0124}"/>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78596653-DE6A-48C3-9B17-953F84294D88}"/>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A97E31BC-2A9D-4CE6-81BE-85A9FC86E28D}"/>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6E5F0854-948F-4E0D-A771-0DEB6136CF27}"/>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DB33A8CA-A008-46F4-B977-A2EBF674D969}"/>
              </a:ext>
            </a:extLst>
          </p:cNvPr>
          <p:cNvSpPr>
            <a:spLocks xmlns:a="http://schemas.openxmlformats.org/drawingml/2006/main" noGrp="1"/>
          </p:cNvSpPr>
          <p:nvPr/>
        </p:nvSpPr>
        <p:spPr>
          <a:xfrm xmlns:a="http://schemas.openxmlformats.org/drawingml/2006/main">
            <a:off x="4644720" y="2598825"/>
            <a:ext cx="297144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Spark gộp các cột theo thứ tự khai báo thành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7A50B743-CE17-464C-8091-EF65FB09FD19}"/>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41967877-E4D4-4BF0-A2EA-7E0645756D0C}"/>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D76ED089-5CA7-47E9-871F-B8E30B616341}"/>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42587412-8F16-4BDF-82BD-83259CD187C7}"/>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91A06B43-E6C8-46EA-82B6-0099CC65FE38}"/>
              </a:ext>
            </a:extLst>
          </p:cNvPr>
          <p:cNvSpPr>
            <a:spLocks xmlns:a="http://schemas.openxmlformats.org/drawingml/2006/main" noGrp="1"/>
          </p:cNvSpPr>
          <p:nvPr/>
        </p:nvSpPr>
        <p:spPr>
          <a:xfrm xmlns:a="http://schemas.openxmlformats.org/drawingml/2006/main">
            <a:off x="8375760" y="2598825"/>
            <a:ext cx="2861640" cy="6539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Scikit-learn chuẩn hóa ma trận. Spark chuẩn hóa vector. Inference phải dùng đúng cách xử lý đã fit.</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0ADE9A25-EBB0-4AAF-9483-525EDEB59C57}"/>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561798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3715732C-E754-4E9C-ADA3-3D0C75C1F35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D7DD58B7-D133-4160-9C02-EBA5ADA49B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6B18EE73-BFC9-44FF-BD5F-BB8C7A1E93C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ACB44AE8-26B9-4B76-A6B5-443774FCD042}"/>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17F1E782-25EF-4241-AFE1-30DA6C8DE01E}"/>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457E050E-196F-4A11-91E3-6C45A68301D5}"/>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DCCFA7B6-0C96-4F3E-9EA0-6A1E7EAA25ED}"/>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9AFF8533-1E80-455B-8407-BF2EDA36590E}"/>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99720315-CA64-4EF3-B77B-6E034E953DCA}"/>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1DDAAD85-F57D-4214-9932-027FDF9F073D}"/>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1DCCFB74-C0FA-4D48-80AD-1BB68C26C699}"/>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0FB2C127-EE34-4EA8-8517-5F8BB902C18B}"/>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0094A785-10EA-4AF6-B942-560B3F8DBF0E}"/>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C46DA1C1-8A24-48D1-991E-BF3B21A10A99}"/>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DDE00DAD-D968-4FE9-84E1-3F83FCEE66FE}"/>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0D37F830-48F2-4D00-BED0-8F206BECE452}"/>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99AC08E8-F243-4A32-8701-85E305E3D707}"/>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6084C8B0-D002-4C8D-B567-EF74AEE98A98}"/>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8C9D5C36-4A6E-4D00-B3BD-68124DDA75D2}"/>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01D14D35-9BDC-4A7D-99EE-D2DAA6242E56}"/>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695A64E7-ADA6-467B-9A7C-7F36FD19D381}"/>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EDAAA013-2969-4DBF-8D53-77847CB57768}"/>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93C79030-C0D5-41D9-80DF-8006B39E59ED}"/>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DD65E0FC-DEA4-4087-A96F-1132FE13948B}"/>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3756A19B-E28D-4420-AFE9-494C7B0052CD}"/>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18324B"/>
                </a:solidFill>
                <a:latin typeface="Times New Roman"/>
                <a:ea typeface="Times New Roman"/>
                <a:cs typeface="Times New Roman"/>
              </a:rPr>
              <a:t>Các cây học trên mẫu và đặc trưng ngẫu nhiên. Dự đoán cuối cùng lấy theo đa số phiếu. Feature importance cho biết mức đóng góp tương đối.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405191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631D9126-68E8-4E79-85DE-643F96E8D036}"/>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7C5F6250-AF1F-4B85-A53A-F5C41AA649B6}"/>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F6B90066-7B70-4034-839A-55BE2756835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5C8EC14A-F1E7-472B-BFF1-909F0EA417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ABE590DB-41C5-4BAA-9B40-F750F8B4E49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F8825DA7-0E2C-49A5-9D59-46EBC2A233B0}"/>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09130508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306AD00C-34F5-4DDD-9D62-33568E8418F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B077852B-CE74-4F7C-A1E5-E7771C9D349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EEF54516-8394-442C-BC6D-CD40F845413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05AAA326-0B09-4F8B-B1AC-41B11D849D8C}"/>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D13F6963-CB6E-47F2-9B27-BD315ECE1037}"/>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C283262E-3CF5-4532-BF65-BCD2A9F0C959}"/>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0225F5CF-6BC3-4FAD-BC1C-37FBC37250B3}"/>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FDB732EC-65BC-44A2-8C2D-BFD67D0C4ED4}"/>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5E2F9389-3E34-4FE8-A25F-D9CBD8EA4E88}"/>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CF7CA578-3A01-43BB-830A-1282C08E1972}"/>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E8089E5B-4526-4214-9CC2-EBF67E9E2500}"/>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E1C1BC09-2E5F-4F65-A8A8-D1DDDDFCEB25}"/>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EAEBA039-4419-41BA-A631-DF259CE8D846}"/>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D8CEF935-0987-4013-AEF3-CD8C1B45B123}"/>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E9E2A90C-0BC2-411B-BD5C-9FB02201B02B}"/>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43F78CF4-9078-45C6-A222-01156B238D7F}"/>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5E52FC03-0B6F-47D5-BE95-D37BF3E0A3FF}"/>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9F23DCA1-CC74-4331-A38B-46ACF8A85DE9}"/>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27D3999E-0537-443A-9AB5-B993EFFB6CAF}"/>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96BD359E-5AEA-4C83-BA2A-95A4B1F97484}"/>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015C8AAB-5FF9-402D-B7F8-1742C80F36AF}"/>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AC2FC2AD-C4FA-4810-A5B2-D6077ECB390E}"/>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31186F9C-A3EC-4DAA-921B-AAFE410BAD74}"/>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CE1224F7-321A-468E-8857-D5AB872623D2}"/>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A91F15B7-4EE5-4ECC-AF9F-D7BBD1546B4E}"/>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164F3B44-B498-4B6D-8183-97FC6EB55CAB}"/>
              </a:ext>
            </a:extLst>
          </p:cNvPr>
          <p:cNvSpPr>
            <a:spLocks xmlns:a="http://schemas.openxmlformats.org/drawingml/2006/main" noGrp="1"/>
          </p:cNvSpPr>
          <p:nvPr/>
        </p:nvSpPr>
        <p:spPr>
          <a:xfrm xmlns:a="http://schemas.openxmlformats.org/drawingml/2006/main">
            <a:off x="9345240" y="4663116"/>
            <a:ext cx="1919880" cy="10654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Theo code, metric tổng hợp dùng weighted average. Báo cáo thêm từng lớp khi Candidate và NonCandidate chênh lệch.</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3735135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CB271FE5-67A9-45CF-B8D5-858C9671016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A8D78121-7754-49D2-8A57-4A1F000A831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2B4856B0-F2F6-41DD-AF4D-0FCBAB46729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E701A556-EF5F-4652-AC82-7A9D0744260C}"/>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0A95A48E-8B40-41E8-9A07-6BD984E595AD}"/>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C4997FEB-4CAB-4523-8111-884D2AC8CAD4}"/>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6BAB129B-520C-49F7-A68C-FD7F930C8A09}"/>
              </a:ext>
            </a:extLst>
          </p:cNvPr>
          <p:cNvSpPr>
            <a:spLocks xmlns:a="http://schemas.openxmlformats.org/drawingml/2006/main" noGrp="1"/>
          </p:cNvSpPr>
          <p:nvPr/>
        </p:nvSpPr>
        <p:spPr>
          <a:xfrm xmlns:a="http://schemas.openxmlformats.org/drawingml/2006/main">
            <a:off x="1024200" y="2523600"/>
            <a:ext cx="31086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từ trước gọi fit() đến khi huấn luyện hoàn tất. Không gộp bước đọc dữ liệu khi so sánh.</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5EA36893-B389-4F8B-A125-22849B594C65}"/>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01C35A34-3747-40A2-A0AA-1D6BEBB70C16}"/>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6785836E-4343-4BEB-A661-FBC4F872A6D2}"/>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0104F96C-F8FF-4C31-B09F-C6615E57DB93}"/>
              </a:ext>
            </a:extLst>
          </p:cNvPr>
          <p:cNvSpPr>
            <a:spLocks xmlns:a="http://schemas.openxmlformats.org/drawingml/2006/main" noGrp="1"/>
          </p:cNvSpPr>
          <p:nvPr/>
        </p:nvSpPr>
        <p:spPr>
          <a:xfrm xmlns:a="http://schemas.openxmlformats.org/drawingml/2006/main">
            <a:off x="4791600" y="2523600"/>
            <a:ext cx="310860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thời gian nạp model đã lưu từ ổ đĩa. Ghi rõ vị trí lưu và môi trường chạy.</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C3A3A9F6-8068-4E23-8050-BD7D5DD04CB0}"/>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C3546746-6FD7-472F-A670-1B267E113DC7}"/>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F14A65BF-DE0C-4476-B984-26BB76410525}"/>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E5657FF6-8652-4FF3-A63C-CFCD63349BD1}"/>
              </a:ext>
            </a:extLst>
          </p:cNvPr>
          <p:cNvSpPr>
            <a:spLocks xmlns:a="http://schemas.openxmlformats.org/drawingml/2006/main" noGrp="1"/>
          </p:cNvSpPr>
          <p:nvPr/>
        </p:nvSpPr>
        <p:spPr>
          <a:xfrm xmlns:a="http://schemas.openxmlformats.org/drawingml/2006/main">
            <a:off x="8558640" y="2523600"/>
            <a:ext cx="3108600" cy="68823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Đo transform/predict trên cùng tập test. Không trộn với thời gian hiển thị giao diện.</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CF246B01-B084-4D8F-873F-4B21F15D70BA}"/>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425"/>
            </a:defPPr>
          </a:lstStyle>
          <a:p xmlns:a="http://schemas.openxmlformats.org/drawingml/2006/main">
            <a:pPr algn="ctr" defTabSz="914400">
              <a:lnSpc>
                <a:spcPct val="100000"/>
              </a:lnSpc>
              <a:buNone/>
            </a:pPr>
            <a:r>
              <a:rPr sz="1425" b="1" u="none" strike="noStrike">
                <a:solidFill>
                  <a:srgbClr val="044F9E"/>
                </a:solidFill>
                <a:latin typeface="Times New Roman"/>
                <a:ea typeface="Times New Roman"/>
                <a:cs typeface="Times New Roman"/>
              </a:rPr>
              <a:t>Ghi thời điểm trước và sau đúng vùng code. Lặp phép đo khi cần giảm nhiễu do hệ thống.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8936445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2EDF24FE-074A-4341-919E-CC53FCA0931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4ED803F7-9C02-4B7C-A5A8-5244672CAA0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EF367BCB-12DD-449E-94CC-370773FC958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071B15C0-B173-406D-B6AD-DA5EAF1C459A}"/>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4FB2E900-78E9-4913-84CF-005B987F3AF6}"/>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5A753601-C21A-4404-8FE4-3C3A4A50A6A7}"/>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33862784-8358-4E57-A215-DE86E2E3FE72}"/>
              </a:ext>
            </a:extLst>
          </p:cNvPr>
          <p:cNvSpPr>
            <a:spLocks xmlns:a="http://schemas.openxmlformats.org/drawingml/2006/main" noGrp="1"/>
          </p:cNvSpPr>
          <p:nvPr/>
        </p:nvSpPr>
        <p:spPr>
          <a:xfrm xmlns:a="http://schemas.openxmlformats.org/drawingml/2006/main">
            <a:off x="987480" y="2139840"/>
            <a:ext cx="477288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kèm phiên bản thư viện để có thể tái lập.</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C4095BE6-2A14-4A1C-8CD3-2B0C9B9D065E}"/>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E07B6055-A8FD-4C46-9F3E-322189042D97}"/>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2EB8F1DF-D0E8-424A-95D1-9E4DAA0FF5B3}"/>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3D558041-F920-4886-86C9-05FFAA6A2F2A}"/>
              </a:ext>
            </a:extLst>
          </p:cNvPr>
          <p:cNvSpPr>
            <a:spLocks xmlns:a="http://schemas.openxmlformats.org/drawingml/2006/main" noGrp="1"/>
          </p:cNvSpPr>
          <p:nvPr/>
        </p:nvSpPr>
        <p:spPr>
          <a:xfrm xmlns:a="http://schemas.openxmlformats.org/drawingml/2006/main">
            <a:off x="6382440" y="2139840"/>
            <a:ext cx="477288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&lt;model&gt;.load()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Mỗi model có định dạng Spark riêng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Nạp bằng đúng lớp model đã lưu.</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3B5D7807-A5A1-4191-B88B-9390204742C2}"/>
              </a:ext>
            </a:extLst>
          </p:cNvPr>
          <p:cNvSpPr>
            <a:spLocks xmlns:a="http://schemas.openxmlformats.org/drawingml/2006/main" noGrp="1"/>
          </p:cNvSpPr>
          <p:nvPr/>
        </p:nvSpPr>
        <p:spPr>
          <a:xfrm xmlns:a="http://schemas.openxmlformats.org/drawingml/2006/main">
            <a:off x="932760" y="5466166"/>
            <a:ext cx="1005804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Tách training và inference giúp demo model đã có. Dự đoán thử không cần huấn luyện lại.</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256149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C06A7772-5876-4C35-9921-2F6E755698D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23955990-726F-4252-925F-13CBF9DBE80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6D35170F-95C9-4148-B02F-286CCC14BD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4F0F7EF5-5CCB-4E0A-8193-865624E1199D}"/>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6F6224B6-9CE2-462D-AAA0-779CC8C53B5F}"/>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1F162149-A7C5-40DA-8087-38CCDED54225}"/>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E9847E4F-EA4D-49BF-B18F-A7A7179AFA98}"/>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645F158F-8EFE-40CE-B432-EFBD6E4DCBFA}"/>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647F3088-DF40-4A8C-AD29-3F87366E546C}"/>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7D9F2295-0C1C-46FF-B5A1-133C10E1CA51}"/>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0928F57A-C65E-4EBD-8657-BB9EFF235C26}"/>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162DA92E-89E1-4A85-BC53-E4A025EFD49E}"/>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34AEC95A-8F71-491D-8C45-B552329A2ED3}"/>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32F277CB-385F-4576-96B3-2D431D84F168}"/>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32710793-B9FB-4D2B-8084-5B330562C80D}"/>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BA5E257B-CC25-42DB-9561-22CA8D1B60C8}"/>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2A21584-61E1-427F-AB02-399786DEFD79}"/>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BFC4D05A-9B9D-490C-8AC9-52EA9AD09532}"/>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2630EEC5-30AE-4C2E-A712-B7CC0CF8D88B}"/>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29BF9EA3-F960-45EB-B5D0-E081E1AD1254}"/>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94DF42A3-DC1F-4155-A343-42195E69FC2A}"/>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4390269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D241E0DE-2821-4B02-AC33-3307B0CB1E2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AC46F58A-1AF0-4939-9DD9-A8CFDBFFE5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BA7BBB8B-5F73-4216-B074-040F29654C6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4F2DAD86-C784-43C0-A512-4F876CC4890C}"/>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9A5EF185-2132-47F0-9CA2-7E245A947623}"/>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BD67EBA7-62AE-4B66-AAD5-4CC3109DB296}"/>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EDB9E870-DBB9-4557-AE34-CD1B92BD1D91}"/>
              </a:ext>
            </a:extLst>
          </p:cNvPr>
          <p:cNvSpPr>
            <a:spLocks xmlns:a="http://schemas.openxmlformats.org/drawingml/2006/main" noGrp="1"/>
          </p:cNvSpPr>
          <p:nvPr/>
        </p:nvSpPr>
        <p:spPr>
          <a:xfrm xmlns:a="http://schemas.openxmlformats.org/drawingml/2006/main">
            <a:off x="89604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Tệp chung cho hai nhánh</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2DC71184-8C00-4A15-B23B-9FC7F298EC6A}"/>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23AA6127-98AD-4B21-8C3D-FBFB20A0DF2C}"/>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A4668218-CA1B-4A8A-9DDC-A5C594277926}"/>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7EA9E9C9-C78A-4F17-A757-2D904DF073C2}"/>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6CFEBB9A-FBE6-4587-B82C-B5A2CFCCA6C8}"/>
              </a:ext>
            </a:extLst>
          </p:cNvPr>
          <p:cNvSpPr>
            <a:spLocks xmlns:a="http://schemas.openxmlformats.org/drawingml/2006/main" noGrp="1"/>
          </p:cNvSpPr>
          <p:nvPr/>
        </p:nvSpPr>
        <p:spPr>
          <a:xfrm xmlns:a="http://schemas.openxmlformats.org/drawingml/2006/main">
            <a:off x="373068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và thời gian</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5E07B7EB-9BAB-4DAE-A057-D1714DE3C788}"/>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C0046A9E-504B-4DC7-BE8A-F4E368F2AF0A}"/>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552BAF0D-3D55-4C9A-87DF-31236A3216FA}"/>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78399BCE-D1E0-4056-98C4-6BE4DE6E4AF4}"/>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22E9E186-DAC4-43F5-BD15-6ED74521C7B5}"/>
              </a:ext>
            </a:extLst>
          </p:cNvPr>
          <p:cNvSpPr>
            <a:spLocks xmlns:a="http://schemas.openxmlformats.org/drawingml/2006/main" noGrp="1"/>
          </p:cNvSpPr>
          <p:nvPr/>
        </p:nvSpPr>
        <p:spPr>
          <a:xfrm xmlns:a="http://schemas.openxmlformats.org/drawingml/2006/main">
            <a:off x="6565320" y="2267640"/>
            <a:ext cx="2267280" cy="4710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0" u="none" strike="noStrike">
                <a:solidFill>
                  <a:srgbClr val="18324B"/>
                </a:solidFill>
                <a:latin typeface="Times New Roman"/>
                <a:ea typeface="Times New Roman"/>
                <a:cs typeface="Times New Roman"/>
              </a:rPr>
              <a:t>Metric và thời gian</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FA86B524-9D42-4E07-B731-D4C88424743C}"/>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BE9FBD13-5E27-442C-9B89-9699D11E10AE}"/>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A12E12E3-327B-4471-AD85-47854E6B7035}"/>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DC3AE425-1F45-4A6F-BC8C-EE1C8C286CC1}"/>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D5100355-FDE7-4579-BF37-0F79E7E89C9F}"/>
              </a:ext>
            </a:extLst>
          </p:cNvPr>
          <p:cNvSpPr>
            <a:spLocks xmlns:a="http://schemas.openxmlformats.org/drawingml/2006/main" noGrp="1"/>
          </p:cNvSpPr>
          <p:nvPr/>
        </p:nvSpPr>
        <p:spPr>
          <a:xfrm xmlns:a="http://schemas.openxmlformats.org/drawingml/2006/main">
            <a:off x="9399960" y="2267640"/>
            <a:ext cx="22672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350" b="0" u="none" strike="noStrike">
                <a:solidFill>
                  <a:srgbClr val="18324B"/>
                </a:solidFill>
                <a:latin typeface="Times New Roman"/>
                <a:ea typeface="Times New Roman"/>
                <a:cs typeface="Times New Roman"/>
              </a:rPr>
              <a:t>Đọc log thành số liệu hiển thị</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6DA7AE96-117A-4439-A3BC-8973452052A0}"/>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425"/>
            </a:defPPr>
          </a:lstStyle>
          <a:p xmlns:a="http://schemas.openxmlformats.org/drawingml/2006/main">
            <a:pPr algn="ctr" defTabSz="914400">
              <a:lnSpc>
                <a:spcPct val="100000"/>
              </a:lnSpc>
              <a:buNone/>
            </a:pPr>
            <a:r>
              <a:rPr sz="1425" b="1" u="none" strike="noStrike">
                <a:solidFill>
                  <a:srgbClr val="18324B"/>
                </a:solidFill>
                <a:latin typeface="Times New Roman"/>
                <a:ea typeface="Times New Roman"/>
                <a:cs typeface="Times New Roman"/>
              </a:rPr>
              <a:t>Thử nghiệm scale tùy chọn: 1x, 2x,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425" b="1" u="none" strike="noStrike">
                <a:solidFill>
                  <a:srgbClr val="18324B"/>
                </a:solidFill>
                <a:latin typeface="Times New Roman"/>
                <a:ea typeface="Times New Roman"/>
                <a:cs typeface="Times New Roman"/>
              </a:rPr>
              <a:t>Nhân bản dữ liệu có nhiễu nhỏ chỉ để quan sát thời gian, không dùng để khẳng định chất lượng mô hình.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264753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64420268-3B90-48BD-9A24-6FE4CDFE77B2}"/>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7AA059D3-3400-4F23-8036-90BDB432080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D83F9A0D-5DCF-430F-974A-3E898EF143AA}"/>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96274DEC-9D9B-4278-8253-C3B271701E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C3A48D08-AC6E-4DEF-9491-3671151345DE}"/>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buNone/>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184735450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sau làm sạch; bản ghi trùng; cột đã điền thiếu;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06372AAE-777C-42EF-958B-D687B01624FE}"/>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D29DAF63-AEE7-4BF1-B76C-387CE53D314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0AE8010B-110F-4A76-A87D-C1213E11B6E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AEA11A19-C76D-4844-BD89-1B434FE81B75}"/>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986E6664-6FC3-4F78-8510-89293F185681}"/>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BEF94DE2-A2FE-4955-8ADA-5270D0AE8B82}"/>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60E9BD16-2656-460D-A6DC-8D1B156AAD6C}"/>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85333F94-FC15-455E-BB5C-0C3718C695B1}"/>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599DD9A4-C976-417B-8BB2-CBB8574D0913}"/>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88ACAE95-A0A2-4566-B6F9-3DD1D4D12058}"/>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17CB5CA5-9DE1-4BC1-8EA5-300804417039}"/>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8E04A58E-6C92-41DB-9A05-37C3BB19868E}"/>
              </a:ext>
            </a:extLst>
          </p:cNvPr>
          <p:cNvSpPr>
            <a:spLocks xmlns:a="http://schemas.openxmlformats.org/drawingml/2006/main" noGrp="1"/>
          </p:cNvSpPr>
          <p:nvPr/>
        </p:nvSpPr>
        <p:spPr>
          <a:xfrm xmlns:a="http://schemas.openxmlformats.org/drawingml/2006/main">
            <a:off x="960120" y="5440680"/>
            <a:ext cx="10149480" cy="2237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350"/>
            </a:defPPr>
          </a:lstStyle>
          <a:p xmlns:a="http://schemas.openxmlformats.org/drawingml/2006/main">
            <a:pPr algn="ctr" defTabSz="914400">
              <a:lnSpc>
                <a:spcPct val="100000"/>
              </a:lnSpc>
              <a:buNone/>
            </a:pPr>
            <a:r>
              <a:rPr sz="1350" b="0" u="none" strike="noStrike">
                <a:solidFill>
                  <a:srgbClr val="527089"/>
                </a:solidFill>
                <a:latin typeface="Times New Roman"/>
                <a:ea typeface="Times New Roman"/>
                <a:cs typeface="Times New Roman"/>
              </a:rPr>
              <a:t>Chọn theo kích thước dữ liệu thực tế, RAM/CPU sẵn có và thời gian chấp nhận được. Không suy luận lợi thế của Spark chỉ từ local[*].</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930857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764EF092-0EEB-4D9F-9A25-FCBC3E556CB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37FF36C1-3EA9-489F-ACF9-8F22530A778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C6E33733-579B-411C-BAC1-51148F9313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21351FED-4E8C-46AE-8A3B-F5F2EFEFA899}"/>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481B29D5-F228-4A2C-90E7-13E3AF46C2E4}"/>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CD3E9CF7-3794-4117-9658-23D02DC24D4D}"/>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CF062A6C-AD33-4B85-809F-86422189FAB8}"/>
              </a:ext>
            </a:extLst>
          </p:cNvPr>
          <p:cNvSpPr>
            <a:spLocks xmlns:a="http://schemas.openxmlformats.org/drawingml/2006/main" noGrp="1"/>
          </p:cNvSpPr>
          <p:nvPr/>
        </p:nvSpPr>
        <p:spPr>
          <a:xfrm xmlns:a="http://schemas.openxmlformats.org/drawingml/2006/main">
            <a:off x="951120" y="217620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Spark local[*] phản ánh đa lõi một máy. Cần thử cluster thật trước khi kết luận khả năng mở rộng.</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ECB96494-867B-461F-9C1E-C47BD783C1F8}"/>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349192B7-2756-4888-ABEA-0C87FF70C134}"/>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67649CA6-1C8C-45AC-A663-B2F2DA38F365}"/>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F9586B9C-BEE6-499F-BEAB-AE079CEA0021}"/>
              </a:ext>
            </a:extLst>
          </p:cNvPr>
          <p:cNvSpPr>
            <a:spLocks xmlns:a="http://schemas.openxmlformats.org/drawingml/2006/main" noGrp="1"/>
          </p:cNvSpPr>
          <p:nvPr/>
        </p:nvSpPr>
        <p:spPr>
          <a:xfrm xmlns:a="http://schemas.openxmlformats.org/drawingml/2006/main">
            <a:off x="6546960" y="217620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Scaler được fit trước khi chia train/test. Cách đúng: fit ở train, rồi transform 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81A30CCE-24F9-4BAC-8565-82C13C825385}"/>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8F349188-C8CD-424F-AF06-AF2D37EB9666}"/>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BF9672FD-7A26-4CAE-8E2F-EBF7170FF004}"/>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42D6CE38-557F-440B-A1AD-581176D77AD4}"/>
              </a:ext>
            </a:extLst>
          </p:cNvPr>
          <p:cNvSpPr>
            <a:spLocks xmlns:a="http://schemas.openxmlformats.org/drawingml/2006/main" noGrp="1"/>
          </p:cNvSpPr>
          <p:nvPr/>
        </p:nvSpPr>
        <p:spPr>
          <a:xfrm xmlns:a="http://schemas.openxmlformats.org/drawingml/2006/main">
            <a:off x="951120" y="414216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Chưa có cross-validation hoặc tuning có hệ thống. Chưa biết cấu hình hiện tại tối ưu đến đâu.</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7E095E06-AF41-412E-8FFC-08843BA14B1D}"/>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D4C4E65A-7E84-4F5E-8084-9A4D3A04E2A9}"/>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B9A00C7B-534A-44D3-827F-37C8B30B37DB}"/>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1498E20C-235A-4C02-BAC4-F694CEA758C1}"/>
              </a:ext>
            </a:extLst>
          </p:cNvPr>
          <p:cNvSpPr>
            <a:spLocks xmlns:a="http://schemas.openxmlformats.org/drawingml/2006/main" noGrp="1"/>
          </p:cNvSpPr>
          <p:nvPr/>
        </p:nvSpPr>
        <p:spPr>
          <a:xfrm xmlns:a="http://schemas.openxmlformats.org/drawingml/2006/main">
            <a:off x="6546960" y="4142160"/>
            <a:ext cx="4891680" cy="448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Cần xem tỷ lệ lớp và metric từng lớp. Sau đó mới chọn cách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F2A2922E-AD1B-49A7-AB01-8925DED56D3C}"/>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350"/>
            </a:defPPr>
          </a:lstStyle>
          <a:p xmlns:a="http://schemas.openxmlformats.org/drawingml/2006/main">
            <a:pPr algn="ctr" defTabSz="914400">
              <a:lnSpc>
                <a:spcPct val="100000"/>
              </a:lnSpc>
              <a:buNone/>
            </a:pPr>
            <a:r>
              <a:rPr sz="1350" b="1" u="none" strike="noStrike">
                <a:solidFill>
                  <a:srgbClr val="044F9E"/>
                </a:solidFill>
                <a:latin typeface="Times New Roman"/>
                <a:ea typeface="Times New Roman"/>
                <a:cs typeface="Times New Roman"/>
              </a:rPr>
              <a:t>Hướng phát triển: chạy cluster/cloud thật, fit scaler trong train pipeline, cross-validation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4258666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5F0EC4BA-7344-4427-8916-290BA6CCA1E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6AF9C8F6-74B7-4CE2-B9CB-D2632285416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F2FE44BC-52D8-48E1-99D9-63455700F84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BBECBC79-90F5-4E07-A304-0B90B7D8E7AB}"/>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CB42D3FE-8EBF-4F5A-AF84-085CC81E5CC4}"/>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1F08063C-4021-4780-899C-CB4CC77EBBF9}"/>
              </a:ext>
            </a:extLst>
          </p:cNvPr>
          <p:cNvSpPr>
            <a:spLocks xmlns:a="http://schemas.openxmlformats.org/drawingml/2006/main" noGrp="1"/>
          </p:cNvSpPr>
          <p:nvPr/>
        </p:nvSpPr>
        <p:spPr>
          <a:xfrm xmlns:a="http://schemas.openxmlformats.org/drawingml/2006/main">
            <a:off x="3877200" y="161856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Tiền xử lý sinh astronomy_processed.csv để hai nhánh dùng cùng dữ liệu đầu vào.</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5FFCAD21-16A6-4B96-AD24-959BA049A521}"/>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EDE58CE3-318B-4464-9415-F18064F4510D}"/>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237BA5A8-2BFE-4B0A-9F49-BD4778325C91}"/>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8B070B7E-B08E-48AF-868E-CAB8F6363ACF}"/>
              </a:ext>
            </a:extLst>
          </p:cNvPr>
          <p:cNvSpPr>
            <a:spLocks xmlns:a="http://schemas.openxmlformats.org/drawingml/2006/main" noGrp="1"/>
          </p:cNvSpPr>
          <p:nvPr/>
        </p:nvSpPr>
        <p:spPr>
          <a:xfrm xmlns:a="http://schemas.openxmlformats.org/drawingml/2006/main">
            <a:off x="3877200" y="267012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Pandas/Scikit-learn và Spark MLlib cùng dùng Random Forest với cấu hình tương ứng.</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674A5AB8-004D-464E-9BD8-A4CF080218B8}"/>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0E37F54C-22A8-487E-9578-A48629DCFE0F}"/>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A5C6F4C4-C01B-4700-B95C-AF3CBA97CAE5}"/>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B1D3F8B5-3989-4EA6-B302-4E75C16330F4}"/>
              </a:ext>
            </a:extLst>
          </p:cNvPr>
          <p:cNvSpPr>
            <a:spLocks xmlns:a="http://schemas.openxmlformats.org/drawingml/2006/main" noGrp="1"/>
          </p:cNvSpPr>
          <p:nvPr/>
        </p:nvSpPr>
        <p:spPr>
          <a:xfrm xmlns:a="http://schemas.openxmlformats.org/drawingml/2006/main">
            <a:off x="3877200" y="372168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Theo dõi metric, confusion matrix và thời gian từng giai đoạn để đối chiếu hai nhánh.</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DA4B454B-F33B-4783-B2D6-A1DB54EFFAEE}"/>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7458EFBE-6D12-4513-8CD8-E3B147CDD936}"/>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AD9EAEC9-2C21-44B9-BE74-8537CCA22EBD}"/>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B54D93CF-E699-4D8D-838F-A076B2EB47BC}"/>
              </a:ext>
            </a:extLst>
          </p:cNvPr>
          <p:cNvSpPr>
            <a:spLocks xmlns:a="http://schemas.openxmlformats.org/drawingml/2006/main" noGrp="1"/>
          </p:cNvSpPr>
          <p:nvPr/>
        </p:nvSpPr>
        <p:spPr>
          <a:xfrm xmlns:a="http://schemas.openxmlformats.org/drawingml/2006/main">
            <a:off x="3877200" y="4773240"/>
            <a:ext cx="722340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Streamlit kết nối dữ liệu, pipeline, phần so sánh và dự đoán thử trong một luồng demo.</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9598423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9054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425"/>
            </a:defPPr>
          </a:lstStyle>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science.nasa.gov/exoplanets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425" b="0" u="none" strike="noStrike">
                <a:solidFill>
                  <a:srgbClr val="18324B"/>
                </a:solidFill>
                <a:latin typeface="Times New Roman"/>
                <a:ea typeface="Times New Roman"/>
                <a:cs typeface="Times New Roman"/>
              </a:rPr>
              <a:t>exoplanetarchive.ipac.caltech.edu</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271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spark.apache.org/docs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scikit-learn.org/stable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docs.streamlit.io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2254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350"/>
            </a:defPPr>
          </a:lstStyle>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350" b="0" u="none" strike="noStrike">
                <a:solidFill>
                  <a:srgbClr val="18324B"/>
                </a:solidFill>
                <a:latin typeface="Times New Roman"/>
                <a:ea typeface="Times New Roman"/>
                <a:cs typeface="Times New Roman"/>
              </a:rPr>
              <a:t>Mốc truy cập công khai: 10/10/2026</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2026-10-10T06:35:24.0280000Z</dcterms:created>
  <dcterms:modified xsi:type="dcterms:W3CDTF">2026-10-10T06:35:24.0280000Z</dcterms:modified>
</coreProperties>
</file>