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d730ae9b31048a6" /><Relationship Type="http://schemas.openxmlformats.org/officeDocument/2006/relationships/extended-properties" Target="/docProps/app.xml" Id="R377a3c8a7fb24af4" /><Relationship Type="http://schemas.openxmlformats.org/officeDocument/2006/relationships/officeDocument" Target="/ppt/presentation.xml" Id="R0bde5bee83ff4f1e" /></Relationships>
</file>

<file path=ppt/presentation.xml><?xml version="1.0" encoding="utf-8"?>
<p:presentation xmlns:p="http://schemas.openxmlformats.org/presentationml/2006/main">
  <p:sldMasterIdLst>
    <p:sldMasterId xmlns:r="http://schemas.openxmlformats.org/officeDocument/2006/relationships" id="2147483648" r:id="R111c9ae52d4a4935"/>
  </p:sldMasterIdLst>
  <p:notesMasterIdLst>
    <p:notesMasterId xmlns:r="http://schemas.openxmlformats.org/officeDocument/2006/relationships" r:id="Rd244a299e3b549df"/>
  </p:notesMasterIdLst>
  <p:sldIdLst>
    <p:sldId xmlns:r="http://schemas.openxmlformats.org/officeDocument/2006/relationships" id="256" r:id="R7b5a1f35f5d040bc"/>
    <p:sldId xmlns:r="http://schemas.openxmlformats.org/officeDocument/2006/relationships" id="257" r:id="R7bb6eb4d96b5489c"/>
    <p:sldId xmlns:r="http://schemas.openxmlformats.org/officeDocument/2006/relationships" id="258" r:id="R12347dcc55eb4573"/>
    <p:sldId xmlns:r="http://schemas.openxmlformats.org/officeDocument/2006/relationships" id="259" r:id="R0f8cd4f0f06b4a46"/>
    <p:sldId xmlns:r="http://schemas.openxmlformats.org/officeDocument/2006/relationships" id="260" r:id="R7979d7ac28b34336"/>
    <p:sldId xmlns:r="http://schemas.openxmlformats.org/officeDocument/2006/relationships" id="261" r:id="Rac40ca2364cd4c95"/>
    <p:sldId xmlns:r="http://schemas.openxmlformats.org/officeDocument/2006/relationships" id="262" r:id="Rc13314d72422415f"/>
    <p:sldId xmlns:r="http://schemas.openxmlformats.org/officeDocument/2006/relationships" id="263" r:id="Rea55d7c744a84b77"/>
    <p:sldId xmlns:r="http://schemas.openxmlformats.org/officeDocument/2006/relationships" id="264" r:id="Re4ee0fc77d6947b1"/>
    <p:sldId xmlns:r="http://schemas.openxmlformats.org/officeDocument/2006/relationships" id="265" r:id="R18106284ce4d4aca"/>
    <p:sldId xmlns:r="http://schemas.openxmlformats.org/officeDocument/2006/relationships" id="266" r:id="R8c84d88b5a304908"/>
    <p:sldId xmlns:r="http://schemas.openxmlformats.org/officeDocument/2006/relationships" id="267" r:id="R9e99178bee93461e"/>
    <p:sldId xmlns:r="http://schemas.openxmlformats.org/officeDocument/2006/relationships" id="268" r:id="R3492e457a95e4861"/>
    <p:sldId xmlns:r="http://schemas.openxmlformats.org/officeDocument/2006/relationships" id="269" r:id="Rbe000176ddd04e5a"/>
    <p:sldId xmlns:r="http://schemas.openxmlformats.org/officeDocument/2006/relationships" id="270" r:id="Rf394e6163a7044b7"/>
    <p:sldId xmlns:r="http://schemas.openxmlformats.org/officeDocument/2006/relationships" id="271" r:id="Rda0d8dbd135f4093"/>
    <p:sldId xmlns:r="http://schemas.openxmlformats.org/officeDocument/2006/relationships" id="272" r:id="Rf2328f80734241b4"/>
    <p:sldId xmlns:r="http://schemas.openxmlformats.org/officeDocument/2006/relationships" id="273" r:id="Rb1a80aa206a145bf"/>
    <p:sldId xmlns:r="http://schemas.openxmlformats.org/officeDocument/2006/relationships" id="274" r:id="R369838a3e72140c7"/>
    <p:sldId xmlns:r="http://schemas.openxmlformats.org/officeDocument/2006/relationships" id="275" r:id="R3ddd37f6103f4849"/>
    <p:sldId xmlns:r="http://schemas.openxmlformats.org/officeDocument/2006/relationships" id="276" r:id="Rc7f9fc318ad0428c"/>
    <p:sldId xmlns:r="http://schemas.openxmlformats.org/officeDocument/2006/relationships" id="277" r:id="R8714ea91769840d9"/>
    <p:sldId xmlns:r="http://schemas.openxmlformats.org/officeDocument/2006/relationships" id="278" r:id="R7b31eb9ecb0a4ae8"/>
    <p:sldId xmlns:r="http://schemas.openxmlformats.org/officeDocument/2006/relationships" id="279" r:id="R0407e0ce22aa48d3"/>
    <p:sldId xmlns:r="http://schemas.openxmlformats.org/officeDocument/2006/relationships" id="280" r:id="R0dc20bd6dbb14535"/>
    <p:sldId xmlns:r="http://schemas.openxmlformats.org/officeDocument/2006/relationships" id="281" r:id="Rce708d93433146fe"/>
    <p:sldId xmlns:r="http://schemas.openxmlformats.org/officeDocument/2006/relationships" id="282" r:id="R17dcfab3559443cf"/>
    <p:sldId xmlns:r="http://schemas.openxmlformats.org/officeDocument/2006/relationships" id="283" r:id="Rc8da9bfc781046aa"/>
    <p:sldId xmlns:r="http://schemas.openxmlformats.org/officeDocument/2006/relationships" id="284" r:id="Re986eac1b8304bc6"/>
    <p:sldId xmlns:r="http://schemas.openxmlformats.org/officeDocument/2006/relationships" id="285" r:id="Rf479e864ced44e77"/>
    <p:sldId xmlns:r="http://schemas.openxmlformats.org/officeDocument/2006/relationships" id="286" r:id="R61565837b61b49e8"/>
    <p:sldId xmlns:r="http://schemas.openxmlformats.org/officeDocument/2006/relationships" id="287" r:id="R7d321ebef33649fe"/>
    <p:sldId xmlns:r="http://schemas.openxmlformats.org/officeDocument/2006/relationships" id="288" r:id="R65cacc7797cd4705"/>
    <p:sldId xmlns:r="http://schemas.openxmlformats.org/officeDocument/2006/relationships" id="289" r:id="R9a978efa8f05476a"/>
    <p:sldId xmlns:r="http://schemas.openxmlformats.org/officeDocument/2006/relationships" id="290" r:id="R823c02b9944d4794"/>
    <p:sldId xmlns:r="http://schemas.openxmlformats.org/officeDocument/2006/relationships" id="291" r:id="R9a20a28e239b4cfe"/>
    <p:sldId xmlns:r="http://schemas.openxmlformats.org/officeDocument/2006/relationships" id="292" r:id="R017fd2ab50464621"/>
    <p:sldId xmlns:r="http://schemas.openxmlformats.org/officeDocument/2006/relationships" id="293" r:id="R2b775b51b7414fc3"/>
    <p:sldId xmlns:r="http://schemas.openxmlformats.org/officeDocument/2006/relationships" id="294" r:id="R279b0e5ebeff43f7"/>
    <p:sldId xmlns:r="http://schemas.openxmlformats.org/officeDocument/2006/relationships" id="295" r:id="R56560c853910407b"/>
    <p:sldId xmlns:r="http://schemas.openxmlformats.org/officeDocument/2006/relationships" id="296" r:id="R1eae44937b064f10"/>
    <p:sldId xmlns:r="http://schemas.openxmlformats.org/officeDocument/2006/relationships" id="297" r:id="R3fdab1bc52f341bb"/>
    <p:sldId xmlns:r="http://schemas.openxmlformats.org/officeDocument/2006/relationships" id="298" r:id="R81088edc417443cd"/>
    <p:sldId xmlns:r="http://schemas.openxmlformats.org/officeDocument/2006/relationships" id="299" r:id="R364faeef206e4334"/>
    <p:sldId xmlns:r="http://schemas.openxmlformats.org/officeDocument/2006/relationships" id="300" r:id="R447bebb6108743a0"/>
  </p:sldIdLst>
  <p:sldSz cx="12192000" cy="6858000"/>
  <p:notesSz cx="6858000" cy="9144000"/>
  <p:defaultTextStyle>
    <a:defPPr xmlns:a="http://schemas.openxmlformats.org/drawingml/2006/main">
      <a:buNone/>
    </a:defPPr>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ad4aa0ed73b54cd5" /><Relationship Type="http://schemas.openxmlformats.org/officeDocument/2006/relationships/slideMaster" Target="/ppt/slideMasters/slideMaster1.xml" Id="R111c9ae52d4a4935" /><Relationship Type="http://schemas.openxmlformats.org/officeDocument/2006/relationships/notesMaster" Target="/ppt/notesMasters/notesMaster1.xml" Id="Rd244a299e3b549df" /><Relationship Type="http://schemas.openxmlformats.org/officeDocument/2006/relationships/presProps" Target="/ppt/presProps.xml" Id="Rd99220663db74e70" /><Relationship Type="http://schemas.openxmlformats.org/officeDocument/2006/relationships/viewProps" Target="/ppt/viewProps.xml" Id="R64d45b40b6b145de" /><Relationship Type="http://schemas.openxmlformats.org/officeDocument/2006/relationships/tableStyles" Target="/ppt/tableStyles.xml" Id="Rcd12b41724eb4fd5" /><Relationship Type="http://schemas.openxmlformats.org/officeDocument/2006/relationships/slide" Target="/ppt/slides/slide1.xml" Id="R7b5a1f35f5d040bc" /><Relationship Type="http://schemas.openxmlformats.org/officeDocument/2006/relationships/slide" Target="/ppt/slides/slide2.xml" Id="R7bb6eb4d96b5489c" /><Relationship Type="http://schemas.openxmlformats.org/officeDocument/2006/relationships/slide" Target="/ppt/slides/slide3.xml" Id="R12347dcc55eb4573" /><Relationship Type="http://schemas.openxmlformats.org/officeDocument/2006/relationships/slide" Target="/ppt/slides/slide4.xml" Id="R0f8cd4f0f06b4a46" /><Relationship Type="http://schemas.openxmlformats.org/officeDocument/2006/relationships/slide" Target="/ppt/slides/slide5.xml" Id="R7979d7ac28b34336" /><Relationship Type="http://schemas.openxmlformats.org/officeDocument/2006/relationships/slide" Target="/ppt/slides/slide6.xml" Id="Rac40ca2364cd4c95" /><Relationship Type="http://schemas.openxmlformats.org/officeDocument/2006/relationships/slide" Target="/ppt/slides/slide7.xml" Id="Rc13314d72422415f" /><Relationship Type="http://schemas.openxmlformats.org/officeDocument/2006/relationships/slide" Target="/ppt/slides/slide8.xml" Id="Rea55d7c744a84b77" /><Relationship Type="http://schemas.openxmlformats.org/officeDocument/2006/relationships/slide" Target="/ppt/slides/slide9.xml" Id="Re4ee0fc77d6947b1" /><Relationship Type="http://schemas.openxmlformats.org/officeDocument/2006/relationships/slide" Target="/ppt/slides/slide10.xml" Id="R18106284ce4d4aca" /><Relationship Type="http://schemas.openxmlformats.org/officeDocument/2006/relationships/slide" Target="/ppt/slides/slide11.xml" Id="R8c84d88b5a304908" /><Relationship Type="http://schemas.openxmlformats.org/officeDocument/2006/relationships/slide" Target="/ppt/slides/slide12.xml" Id="R9e99178bee93461e" /><Relationship Type="http://schemas.openxmlformats.org/officeDocument/2006/relationships/slide" Target="/ppt/slides/slide13.xml" Id="R3492e457a95e4861" /><Relationship Type="http://schemas.openxmlformats.org/officeDocument/2006/relationships/slide" Target="/ppt/slides/slide14.xml" Id="Rbe000176ddd04e5a" /><Relationship Type="http://schemas.openxmlformats.org/officeDocument/2006/relationships/slide" Target="/ppt/slides/slide15.xml" Id="Rf394e6163a7044b7" /><Relationship Type="http://schemas.openxmlformats.org/officeDocument/2006/relationships/slide" Target="/ppt/slides/slide16.xml" Id="Rda0d8dbd135f4093" /><Relationship Type="http://schemas.openxmlformats.org/officeDocument/2006/relationships/slide" Target="/ppt/slides/slide17.xml" Id="Rf2328f80734241b4" /><Relationship Type="http://schemas.openxmlformats.org/officeDocument/2006/relationships/slide" Target="/ppt/slides/slide18.xml" Id="Rb1a80aa206a145bf" /><Relationship Type="http://schemas.openxmlformats.org/officeDocument/2006/relationships/slide" Target="/ppt/slides/slide19.xml" Id="R369838a3e72140c7" /><Relationship Type="http://schemas.openxmlformats.org/officeDocument/2006/relationships/slide" Target="/ppt/slides/slide20.xml" Id="R3ddd37f6103f4849" /><Relationship Type="http://schemas.openxmlformats.org/officeDocument/2006/relationships/slide" Target="/ppt/slides/slide21.xml" Id="Rc7f9fc318ad0428c" /><Relationship Type="http://schemas.openxmlformats.org/officeDocument/2006/relationships/slide" Target="/ppt/slides/slide22.xml" Id="R8714ea91769840d9" /><Relationship Type="http://schemas.openxmlformats.org/officeDocument/2006/relationships/slide" Target="/ppt/slides/slide23.xml" Id="R7b31eb9ecb0a4ae8" /><Relationship Type="http://schemas.openxmlformats.org/officeDocument/2006/relationships/slide" Target="/ppt/slides/slide24.xml" Id="R0407e0ce22aa48d3" /><Relationship Type="http://schemas.openxmlformats.org/officeDocument/2006/relationships/slide" Target="/ppt/slides/slide25.xml" Id="R0dc20bd6dbb14535" /><Relationship Type="http://schemas.openxmlformats.org/officeDocument/2006/relationships/slide" Target="/ppt/slides/slide26.xml" Id="Rce708d93433146fe" /><Relationship Type="http://schemas.openxmlformats.org/officeDocument/2006/relationships/slide" Target="/ppt/slides/slide27.xml" Id="R17dcfab3559443cf" /><Relationship Type="http://schemas.openxmlformats.org/officeDocument/2006/relationships/slide" Target="/ppt/slides/slide28.xml" Id="Rc8da9bfc781046aa" /><Relationship Type="http://schemas.openxmlformats.org/officeDocument/2006/relationships/slide" Target="/ppt/slides/slide29.xml" Id="Re986eac1b8304bc6" /><Relationship Type="http://schemas.openxmlformats.org/officeDocument/2006/relationships/slide" Target="/ppt/slides/slide30.xml" Id="Rf479e864ced44e77" /><Relationship Type="http://schemas.openxmlformats.org/officeDocument/2006/relationships/slide" Target="/ppt/slides/slide31.xml" Id="R61565837b61b49e8" /><Relationship Type="http://schemas.openxmlformats.org/officeDocument/2006/relationships/slide" Target="/ppt/slides/slide32.xml" Id="R7d321ebef33649fe" /><Relationship Type="http://schemas.openxmlformats.org/officeDocument/2006/relationships/slide" Target="/ppt/slides/slide33.xml" Id="R65cacc7797cd4705" /><Relationship Type="http://schemas.openxmlformats.org/officeDocument/2006/relationships/slide" Target="/ppt/slides/slide34.xml" Id="R9a978efa8f05476a" /><Relationship Type="http://schemas.openxmlformats.org/officeDocument/2006/relationships/slide" Target="/ppt/slides/slide35.xml" Id="R823c02b9944d4794" /><Relationship Type="http://schemas.openxmlformats.org/officeDocument/2006/relationships/slide" Target="/ppt/slides/slide36.xml" Id="R9a20a28e239b4cfe" /><Relationship Type="http://schemas.openxmlformats.org/officeDocument/2006/relationships/slide" Target="/ppt/slides/slide37.xml" Id="R017fd2ab50464621" /><Relationship Type="http://schemas.openxmlformats.org/officeDocument/2006/relationships/slide" Target="/ppt/slides/slide38.xml" Id="R2b775b51b7414fc3" /><Relationship Type="http://schemas.openxmlformats.org/officeDocument/2006/relationships/slide" Target="/ppt/slides/slide39.xml" Id="R279b0e5ebeff43f7" /><Relationship Type="http://schemas.openxmlformats.org/officeDocument/2006/relationships/slide" Target="/ppt/slides/slide40.xml" Id="R56560c853910407b" /><Relationship Type="http://schemas.openxmlformats.org/officeDocument/2006/relationships/slide" Target="/ppt/slides/slide41.xml" Id="R1eae44937b064f10" /><Relationship Type="http://schemas.openxmlformats.org/officeDocument/2006/relationships/slide" Target="/ppt/slides/slide42.xml" Id="R3fdab1bc52f341bb" /><Relationship Type="http://schemas.openxmlformats.org/officeDocument/2006/relationships/slide" Target="/ppt/slides/slide43.xml" Id="R81088edc417443cd" /><Relationship Type="http://schemas.openxmlformats.org/officeDocument/2006/relationships/slide" Target="/ppt/slides/slide44.xml" Id="R364faeef206e4334" /><Relationship Type="http://schemas.openxmlformats.org/officeDocument/2006/relationships/slide" Target="/ppt/slides/slide45.xml" Id="R447bebb6108743a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ae512c35e4744d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1_Office Theme">
  <a:themeElements>
    <a:clrScheme name="HUIT">
      <a:dk1>
        <a:srgbClr val="000000"/>
      </a:dk1>
      <a:lt1>
        <a:srgbClr val="FFFFFF"/>
      </a:lt1>
      <a:dk2>
        <a:srgbClr val="354253"/>
      </a:dk2>
      <a:lt2>
        <a:srgbClr val="E7E6E6"/>
      </a:lt2>
      <a:accent1>
        <a:srgbClr val="044F9E"/>
      </a:accent1>
      <a:accent2>
        <a:srgbClr val="2072B7"/>
      </a:accent2>
      <a:accent3>
        <a:srgbClr val="4CC4EB"/>
      </a:accent3>
      <a:accent4>
        <a:srgbClr val="E81F26"/>
      </a:accent4>
      <a:accent5>
        <a:srgbClr val="FEC01D"/>
      </a:accent5>
      <a:accent6>
        <a:srgbClr val="DBD014"/>
      </a:accent6>
      <a:hlink>
        <a:srgbClr val="2072B7"/>
      </a:hlink>
      <a:folHlink>
        <a:srgbClr val="044F9E"/>
      </a:folHlink>
    </a:clrScheme>
    <a:fontScheme name="Office Theme">
      <a:majorFont>
        <a:latin typeface="Times New Roman"/>
        <a:ea typeface="Times New Roman"/>
        <a:cs typeface="Times New Roman"/>
      </a:majorFont>
      <a:minorFont>
        <a:latin typeface="Times New Roman"/>
        <a:ea typeface="Times New Roman"/>
        <a:cs typeface="Times New Roman"/>
      </a:minorFont>
    </a:fontScheme>
    <a:fmtScheme name="HUIT">
      <a:fillStyleLst>
        <a:solidFill>
          <a:schemeClr val="phClr"/>
        </a:solidFill>
        <a:gradFill>
          <a:gsLst>
            <a:gs pos="0">
              <a:schemeClr val="phClr">
                <a:tint val="67000"/>
                <a:lumMod val="110000"/>
              </a:schemeClr>
            </a:gs>
            <a:gs pos="50000">
              <a:schemeClr val="phClr">
                <a:tint val="73000"/>
                <a:lumMod val="105000"/>
              </a:schemeClr>
            </a:gs>
            <a:gs pos="100000">
              <a:schemeClr val="phClr">
                <a:tint val="81000"/>
                <a:lumMod val="105000"/>
              </a:schemeClr>
            </a:gs>
          </a:gsLst>
          <a:lin ang="5400000" scaled="0"/>
          <a:tileRect/>
        </a:gradFill>
        <a:gradFill>
          <a:gsLst>
            <a:gs pos="0">
              <a:schemeClr val="phClr">
                <a:tint val="94000"/>
                <a:lumMod val="102000"/>
              </a:schemeClr>
            </a:gs>
            <a:gs pos="50000">
              <a:schemeClr val="phClr">
                <a:shade val="100000"/>
                <a:lumMod val="100000"/>
              </a:schemeClr>
            </a:gs>
            <a:gs pos="100000">
              <a:schemeClr val="phClr">
                <a:shade val="78000"/>
                <a:lumMod val="99000"/>
              </a:schemeClr>
            </a:gs>
          </a:gsLst>
          <a:lin ang="5400000" scaled="0"/>
          <a:tileRect/>
        </a:gradFill>
      </a:fillStyleLst>
      <a:lnStyleLst>
        <a:ln w="6350">
          <a:prstDash val="solid"/>
        </a:ln>
        <a:ln w="12700">
          <a:prstDash val="solid"/>
        </a:ln>
        <a:ln w="19050">
          <a:prstDash val="solid"/>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efc513c9eba4363" /><Relationship Type="http://schemas.openxmlformats.org/officeDocument/2006/relationships/notesMaster" Target="/ppt/notesMasters/notesMaster1.xml" Id="Reebf95bc99634c95" /></Relationships>
</file>

<file path=ppt/notesSlides/_rels/notesSlide2.xml.rels>&#65279;<?xml version="1.0" encoding="utf-8"?><Relationships xmlns="http://schemas.openxmlformats.org/package/2006/relationships"><Relationship Type="http://schemas.openxmlformats.org/officeDocument/2006/relationships/slide" Target="/ppt/slides/slide2.xml" Id="R7b194fd4ebe54fd1" /><Relationship Type="http://schemas.openxmlformats.org/officeDocument/2006/relationships/notesMaster" Target="/ppt/notesMasters/notesMaster1.xml" Id="Rc09303249b4345fd" /></Relationships>
</file>

<file path=ppt/notesSlides/_rels/notesSlide3.xml.rels>&#65279;<?xml version="1.0" encoding="utf-8"?><Relationships xmlns="http://schemas.openxmlformats.org/package/2006/relationships"><Relationship Type="http://schemas.openxmlformats.org/officeDocument/2006/relationships/slide" Target="/ppt/slides/slide3.xml" Id="R336e0f6c636e4783" /><Relationship Type="http://schemas.openxmlformats.org/officeDocument/2006/relationships/notesMaster" Target="/ppt/notesMasters/notesMaster1.xml" Id="R39259612d32744f8" /></Relationships>
</file>

<file path=ppt/notesSlides/_rels/notesSlide4.xml.rels>&#65279;<?xml version="1.0" encoding="utf-8"?><Relationships xmlns="http://schemas.openxmlformats.org/package/2006/relationships"><Relationship Type="http://schemas.openxmlformats.org/officeDocument/2006/relationships/slide" Target="/ppt/slides/slide4.xml" Id="R9be5263698e14213" /><Relationship Type="http://schemas.openxmlformats.org/officeDocument/2006/relationships/notesMaster" Target="/ppt/notesMasters/notesMaster1.xml" Id="R540bd860df4e488a" /></Relationships>
</file>

<file path=ppt/notesSlides/_rels/notesSlide5.xml.rels>&#65279;<?xml version="1.0" encoding="utf-8"?><Relationships xmlns="http://schemas.openxmlformats.org/package/2006/relationships"><Relationship Type="http://schemas.openxmlformats.org/officeDocument/2006/relationships/slide" Target="/ppt/slides/slide5.xml" Id="R56c9693ab6b94c33" /><Relationship Type="http://schemas.openxmlformats.org/officeDocument/2006/relationships/notesMaster" Target="/ppt/notesMasters/notesMaster1.xml" Id="R465edd4399d64d98" /></Relationships>
</file>

<file path=ppt/notesSlides/_rels/notesSlide6.xml.rels>&#65279;<?xml version="1.0" encoding="utf-8"?><Relationships xmlns="http://schemas.openxmlformats.org/package/2006/relationships"><Relationship Type="http://schemas.openxmlformats.org/officeDocument/2006/relationships/slide" Target="/ppt/slides/slide6.xml" Id="Reb1480084fa846bd" /><Relationship Type="http://schemas.openxmlformats.org/officeDocument/2006/relationships/notesMaster" Target="/ppt/notesMasters/notesMaster1.xml" Id="R068ad320f04643f4" /></Relationships>
</file>

<file path=ppt/notesSlides/_rels/notesSlide7.xml.rels>&#65279;<?xml version="1.0" encoding="utf-8"?><Relationships xmlns="http://schemas.openxmlformats.org/package/2006/relationships"><Relationship Type="http://schemas.openxmlformats.org/officeDocument/2006/relationships/slide" Target="/ppt/slides/slide7.xml" Id="R36c71567d6854601" /><Relationship Type="http://schemas.openxmlformats.org/officeDocument/2006/relationships/notesMaster" Target="/ppt/notesMasters/notesMaster1.xml" Id="Ra58ab573a2ee4afb" /></Relationships>
</file>

<file path=ppt/notesSlides/_rels/notesSlide8.xml.rels>&#65279;<?xml version="1.0" encoding="utf-8"?><Relationships xmlns="http://schemas.openxmlformats.org/package/2006/relationships"><Relationship Type="http://schemas.openxmlformats.org/officeDocument/2006/relationships/slide" Target="/ppt/slides/slide8.xml" Id="R009863def1b14c99" /><Relationship Type="http://schemas.openxmlformats.org/officeDocument/2006/relationships/notesMaster" Target="/ppt/notesMasters/notesMaster1.xml" Id="R117f145346034aaf" /></Relationships>
</file>

<file path=ppt/notesSlides/_rels/notesSlide9.xml.rels>&#65279;<?xml version="1.0" encoding="utf-8"?><Relationships xmlns="http://schemas.openxmlformats.org/package/2006/relationships"><Relationship Type="http://schemas.openxmlformats.org/officeDocument/2006/relationships/slide" Target="/ppt/slides/slide9.xml" Id="R089a7fa589244d6e" /><Relationship Type="http://schemas.openxmlformats.org/officeDocument/2006/relationships/notesMaster" Target="/ppt/notesMasters/notesMaster1.xml" Id="Rc636886632e64e8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85e0636a21a49ae" /><Relationship Type="http://schemas.openxmlformats.org/officeDocument/2006/relationships/notesMaster" Target="/ppt/notesMasters/notesMaster1.xml" Id="R80203b349a5a42a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247d67f21784d29" /><Relationship Type="http://schemas.openxmlformats.org/officeDocument/2006/relationships/notesMaster" Target="/ppt/notesMasters/notesMaster1.xml" Id="Rb5e6ba387e744dc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b5e6f0b28687412e" /><Relationship Type="http://schemas.openxmlformats.org/officeDocument/2006/relationships/notesMaster" Target="/ppt/notesMasters/notesMaster1.xml" Id="R732381f64e31408d"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6eb6ca420c754f56" /><Relationship Type="http://schemas.openxmlformats.org/officeDocument/2006/relationships/notesMaster" Target="/ppt/notesMasters/notesMaster1.xml" Id="Rfd9b95f59d0c45ef"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f815669e312e4f17" /><Relationship Type="http://schemas.openxmlformats.org/officeDocument/2006/relationships/notesMaster" Target="/ppt/notesMasters/notesMaster1.xml" Id="R01b2e8275e114878"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e8749314164a49b5" /><Relationship Type="http://schemas.openxmlformats.org/officeDocument/2006/relationships/notesMaster" Target="/ppt/notesMasters/notesMaster1.xml" Id="Rb9d7c91fabf64872"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08304c4e0dcf475a" /><Relationship Type="http://schemas.openxmlformats.org/officeDocument/2006/relationships/notesMaster" Target="/ppt/notesMasters/notesMaster1.xml" Id="Rcb167248e6634ed1"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e1faa978bd9e47ce" /><Relationship Type="http://schemas.openxmlformats.org/officeDocument/2006/relationships/notesMaster" Target="/ppt/notesMasters/notesMaster1.xml" Id="Rf6974662670a4db6"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581c0f5a93d8448a" /><Relationship Type="http://schemas.openxmlformats.org/officeDocument/2006/relationships/notesMaster" Target="/ppt/notesMasters/notesMaster1.xml" Id="Rdd8d29ee35324fe4"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93ec9a43a35c4786" /><Relationship Type="http://schemas.openxmlformats.org/officeDocument/2006/relationships/notesMaster" Target="/ppt/notesMasters/notesMaster1.xml" Id="R61b1b078a507423d"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893c8e50a7eb483f" /><Relationship Type="http://schemas.openxmlformats.org/officeDocument/2006/relationships/notesMaster" Target="/ppt/notesMasters/notesMaster1.xml" Id="R4fcabe05d4ad412d"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e180de4bae6349eb" /><Relationship Type="http://schemas.openxmlformats.org/officeDocument/2006/relationships/notesMaster" Target="/ppt/notesMasters/notesMaster1.xml" Id="Rb985309bdb4644a9"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772cabe42bdc4d72" /><Relationship Type="http://schemas.openxmlformats.org/officeDocument/2006/relationships/notesMaster" Target="/ppt/notesMasters/notesMaster1.xml" Id="Rc9a9baebcdf94309"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0255329939a54507" /><Relationship Type="http://schemas.openxmlformats.org/officeDocument/2006/relationships/notesMaster" Target="/ppt/notesMasters/notesMaster1.xml" Id="R07c4bb2103d14935"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f3a8c9576ed24041" /><Relationship Type="http://schemas.openxmlformats.org/officeDocument/2006/relationships/notesMaster" Target="/ppt/notesMasters/notesMaster1.xml" Id="Rc0d1e719b83b4978"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15e374c8775f4cf6" /><Relationship Type="http://schemas.openxmlformats.org/officeDocument/2006/relationships/notesMaster" Target="/ppt/notesMasters/notesMaster1.xml" Id="R1605f661b2d54572"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06de83b5843a4233" /><Relationship Type="http://schemas.openxmlformats.org/officeDocument/2006/relationships/notesMaster" Target="/ppt/notesMasters/notesMaster1.xml" Id="Rfafd1b1b5ce647f2"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73345b73ad1d418e" /><Relationship Type="http://schemas.openxmlformats.org/officeDocument/2006/relationships/notesMaster" Target="/ppt/notesMasters/notesMaster1.xml" Id="R8be60d64024744f2"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bf848ac448a549c8" /><Relationship Type="http://schemas.openxmlformats.org/officeDocument/2006/relationships/notesMaster" Target="/ppt/notesMasters/notesMaster1.xml" Id="Re3fc53edab8a4833"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d5f61f1293534c8c" /><Relationship Type="http://schemas.openxmlformats.org/officeDocument/2006/relationships/notesMaster" Target="/ppt/notesMasters/notesMaster1.xml" Id="R1cd95da276b34d96"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e9f0b2d968244f86" /><Relationship Type="http://schemas.openxmlformats.org/officeDocument/2006/relationships/notesMaster" Target="/ppt/notesMasters/notesMaster1.xml" Id="Ra657996fd9ec42eb"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01d8f7296ad345d5" /><Relationship Type="http://schemas.openxmlformats.org/officeDocument/2006/relationships/notesMaster" Target="/ppt/notesMasters/notesMaster1.xml" Id="Rbcc8faf265a147fa"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080d454446044715" /><Relationship Type="http://schemas.openxmlformats.org/officeDocument/2006/relationships/notesMaster" Target="/ppt/notesMasters/notesMaster1.xml" Id="R7f7badb697b04d41"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6633cee4f69a47d7" /><Relationship Type="http://schemas.openxmlformats.org/officeDocument/2006/relationships/notesMaster" Target="/ppt/notesMasters/notesMaster1.xml" Id="Rf8a7e4ed18514f74"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8c25da7133b14e36" /><Relationship Type="http://schemas.openxmlformats.org/officeDocument/2006/relationships/notesMaster" Target="/ppt/notesMasters/notesMaster1.xml" Id="R49aee1d83f014d2b"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b269a944f100444a" /><Relationship Type="http://schemas.openxmlformats.org/officeDocument/2006/relationships/notesMaster" Target="/ppt/notesMasters/notesMaster1.xml" Id="R75086d509d3b45ce"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72b4f4699af14b00" /><Relationship Type="http://schemas.openxmlformats.org/officeDocument/2006/relationships/notesMaster" Target="/ppt/notesMasters/notesMaster1.xml" Id="Rc8216d98f449403b"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ba90d63074aa43e4" /><Relationship Type="http://schemas.openxmlformats.org/officeDocument/2006/relationships/notesMaster" Target="/ppt/notesMasters/notesMaster1.xml" Id="Rc4f68530b6244eda"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e5aef061bc4248ca" /><Relationship Type="http://schemas.openxmlformats.org/officeDocument/2006/relationships/notesMaster" Target="/ppt/notesMasters/notesMaster1.xml" Id="R7802ef3b387b4880"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0529d7f1f7a04f51" /><Relationship Type="http://schemas.openxmlformats.org/officeDocument/2006/relationships/notesMaster" Target="/ppt/notesMasters/notesMaster1.xml" Id="R1289f61f8b1c4b99"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9fb5055f492d4880" /><Relationship Type="http://schemas.openxmlformats.org/officeDocument/2006/relationships/notesMaster" Target="/ppt/notesMasters/notesMaster1.xml" Id="R62192b63fe474c06"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358c691482444521" /><Relationship Type="http://schemas.openxmlformats.org/officeDocument/2006/relationships/notesMaster" Target="/ppt/notesMasters/notesMaster1.xml" Id="R97e7f637322f4b44"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c7259db87e3d49b5" /><Relationship Type="http://schemas.openxmlformats.org/officeDocument/2006/relationships/notesMaster" Target="/ppt/notesMasters/notesMaster1.xml" Id="Rfc865bd4b2874f0c"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a82f619f54194a48" /><Relationship Type="http://schemas.openxmlformats.org/officeDocument/2006/relationships/notesMaster" Target="/ppt/notesMasters/notesMaster1.xml" Id="R8515cab91f8d401b"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ced91507774447b7" /><Relationship Type="http://schemas.openxmlformats.org/officeDocument/2006/relationships/notesMaster" Target="/ppt/notesMasters/notesMaster1.xml" Id="R9299394a3eff4335"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09dd75d9bf004355" /><Relationship Type="http://schemas.openxmlformats.org/officeDocument/2006/relationships/notesMaster" Target="/ppt/notesMasters/notesMaster1.xml" Id="Rf3b2edeb8ea745f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endParaRPr sz="1800" b="0" u="none" strike="noStrike">
              <a:solidFill>
                <a:srgbClr val="000000"/>
              </a:solidFill>
              <a:latin typeface="Times New Roman"/>
              <a:ea typeface="Times New Roman"/>
              <a:cs typeface="Times New Roma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endParaRPr sz="1800" b="0" u="none" strike="noStrike">
              <a:solidFill>
                <a:srgbClr val="000000"/>
              </a:solidFill>
              <a:latin typeface="Times New Roman"/>
              <a:ea typeface="Times New Roman"/>
              <a:cs typeface="Times New Roma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endParaRPr sz="1800" b="0" u="none" strike="noStrike">
              <a:solidFill>
                <a:srgbClr val="000000"/>
              </a:solidFill>
              <a:latin typeface="Times New Roman"/>
              <a:ea typeface="Times New Roman"/>
              <a:cs typeface="Times New Roma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r>
              <a:rPr sz="1800" b="0" u="none" strike="noStrike">
                <a:solidFill>
                  <a:srgbClr val="000000"/>
                </a:solidFill>
                <a:latin typeface="Times New Roman"/>
                <a:ea typeface="Times New Roman"/>
                <a:cs typeface="Times New Roman"/>
              </a:rPr>
              <a:t>Phần đầu giới thiệu bài toán và lý do chọn hướng tiếp cận Big Data. Ngoại hành tinh thường không được quan sát trực tiếp mà được suy ra từ những dấu hiệu trong dữ liệu quan sát. Từ đó, nhóm đặt bài toán phân loại để hỗ trợ sàng lọc các ứng viên cần được nghiên cứu tiếp.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r>
              <a:rPr sz="1800" b="0" u="none" strike="noStrike">
                <a:solidFill>
                  <a:srgbClr val="000000"/>
                </a:solidFill>
                <a:latin typeface="Times New Roman"/>
                <a:ea typeface="Times New Roman"/>
                <a:cs typeface="Times New Roman"/>
              </a:rPr>
              <a:t>Phương pháp transit quan sát sự giảm độ sáng của ngôi sao khi hành tinh đi ngang qua phía trước nó theo góc nhìn của chúng ta. Sơ đồ bên trái minh họa vị trí sao, quỹ đạo và hành tinh; đồ thị bên phải minh họa dạng tín hiệu giảm rồi phục hồi. Dữ liệu thật còn có thể bị ảnh hưởng bởi nhiễu và điều kiện quan sát.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r>
              <a:rPr sz="1800" b="0" u="none" strike="noStrike">
                <a:solidFill>
                  <a:srgbClr val="000000"/>
                </a:solidFill>
                <a:latin typeface="Times New Roman"/>
                <a:ea typeface="Times New Roman"/>
                <a:cs typeface="Times New Roman"/>
              </a:rPr>
              <a:t>Phân biệt rõ ba khái niệm trước khi trình bày mô hình. Candidate là tín hiệu cần kiểm chứng; mô hình trong đồ án chỉ hỗ trợ sàng lọc candidate.</a:t>
            </a:r>
          </a:p>
          <a:p xmlns:a="http://schemas.openxmlformats.org/drawingml/2006/main">
            <a:pPr indent="0">
              <a:buNone/>
            </a:pPr>
            <a:r>
              <a:rPr sz="1800" b="0" u="none" strike="noStrike">
                <a:solidFill>
                  <a:srgbClr val="000000"/>
                </a:solidFill>
                <a:latin typeface="Times New Roman"/>
                <a:ea typeface="Times New Roman"/>
                <a:cs typeface="Times New Roman"/>
              </a:rPr>
              <a:t>Nguồn khoa học: NASA Science, What is an exoplanet? https://science.nasa.gov/exoplanets/what-is-an-exoplanet/</a:t>
            </a:r>
          </a:p>
          <a:p xmlns:a="http://schemas.openxmlformats.org/drawingml/2006/main">
            <a:pPr indent="0">
              <a:buNone/>
            </a:pPr>
            <a:r>
              <a:rPr sz="1800" b="0" u="none" strike="noStrike">
                <a:solidFill>
                  <a:srgbClr val="000000"/>
                </a:solidFill>
                <a:latin typeface="Times New Roman"/>
                <a:ea typeface="Times New Roman"/>
                <a:cs typeface="Times New Roman"/>
              </a:rPr>
              <a:t>Số liệu và tiêu chí catalog: NASA Exoplanet Archive, Exoplanet and Candidate Statistics. https://exoplanetarchive.ipac.caltech.edu/docs/counts_detail.html. Truy cập ngày 10/10/2026.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r>
              <a:rPr sz="1800" b="0" u="none" strike="noStrike">
                <a:solidFill>
                  <a:srgbClr val="000000"/>
                </a:solidFill>
                <a:latin typeface="Times New Roman"/>
                <a:ea typeface="Times New Roman"/>
                <a:cs typeface="Times New Roman"/>
              </a:rPr>
              <a:t>Dữ liệu thiên văn tăng theo các chiến dịch quan sát và thường chứa nhiều loại đặc trưng khác nhau. Volume nói về quy mô dữ liệu, Variety nói về các dạng tín hiệu và điều kiện quan sát, còn Velocity phản ánh dòng dữ liệu phát sinh theo thời gian. Đây là lý do phù hợp để khảo sát cách xử lý tập trung và xử lý phân tán.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r>
              <a:rPr sz="1800" b="0" u="none" strike="noStrike">
                <a:solidFill>
                  <a:srgbClr val="000000"/>
                </a:solidFill>
                <a:latin typeface="Times New Roman"/>
                <a:ea typeface="Times New Roman"/>
                <a:cs typeface="Times New Roman"/>
              </a:rPr>
              <a:t>Mục tiêu thứ nhất là xây dựng mô hình dự đoán nhãn ứng viên hành tinh ngoại. Mục tiêu thứ hai là triển khai bài toán qua hai cách tiếp cận, một bên dùng Pandas và Scikit-learn, bên kia dùng Spark MLlib. Nhóm sẽ so sánh dựa trên thiết kế và kết quả đo trực tiếp, không giả định trước bên nào tốt hơn.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r>
              <a:rPr sz="1800" b="0" u="none" strike="noStrike">
                <a:solidFill>
                  <a:srgbClr val="000000"/>
                </a:solidFill>
                <a:latin typeface="Times New Roman"/>
                <a:ea typeface="Times New Roman"/>
                <a:cs typeface="Times New Roman"/>
              </a:rPr>
              <a:t>Phạm vi của đồ án là bài toán phân loại nhị phân, không nhằm xác nhận thiên thể bằng quan sát khoa học độc lập. Nhóm dùng cùng tập đặc trưng và họ thuật toán để tập trung vào khác biệt triển khai. Các câu hỏi chính xoay quanh kiến trúc, tính tái lập của phép đo và điều kiện phù hợp để dùng mỗi công nghệ.</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r>
              <a:rPr sz="1800" b="0" u="none" strike="noStrike">
                <a:solidFill>
                  <a:srgbClr val="000000"/>
                </a:solidFill>
                <a:latin typeface="Times New Roman"/>
                <a:ea typeface="Times New Roman"/>
                <a:cs typeface="Times New Roman"/>
              </a:rPr>
              <a:t>Phần này trình bày nguồn dữ liệu và các thao tác để tạo đầu vào thống nhất cho hai mô hình. Tiền xử lý được tách thành script riêng nhằm giảm việc lặp lại thao tác làm sạch trong từng nhánh. Nhóm sẽ làm rõ đặc trưng, nhãn mục tiêu và cách xử lý giá trị thiếu.</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r>
              <a:rPr sz="1800" b="0" u="none" strike="noStrike">
                <a:solidFill>
                  <a:srgbClr val="000000"/>
                </a:solidFill>
                <a:latin typeface="Times New Roman"/>
                <a:ea typeface="Times New Roman"/>
                <a:cs typeface="Times New Roman"/>
              </a:rPr>
              <a:t>Tập dữ liệu đầu vào có tên 2_astronomy_exoplanet_dataset.csv và theo mô tả dự án có quy mô xấp xỉ hai trăm nghìn dòng. Mỗi mẫu gồm các đại lượng quan sát và nhãn is_exoplanet_candidate. Sau tiền xử lý, nhóm chỉ giữ các cột đặc trưng cần cho mô hình cùng với nhãn mục tiêu.</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r>
              <a:rPr sz="1800" b="0" u="none" strike="noStrike">
                <a:solidFill>
                  <a:srgbClr val="000000"/>
                </a:solidFill>
                <a:latin typeface="Times New Roman"/>
                <a:ea typeface="Times New Roman"/>
                <a:cs typeface="Times New Roman"/>
              </a:rPr>
              <a:t>Các đặc trưng được gom thành ba nhóm để giải thích vật lý rõ hơn. Nhóm thông số sao mô tả nguồn sáng; nhóm transit mô tả độ sâu, thời lượng, chu kỳ và chất lượng tín hiệu; nhóm môi trường mô tả điều kiện nền và thiết bị. Việc nhóm theo ý nghĩa giúp người nghe hiểu vì sao mô hình cần nhiều loại thông tin thay vì chỉ một tín hiệu.</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r>
              <a:rPr sz="1800" b="0" u="none" strike="noStrike">
                <a:solidFill>
                  <a:srgbClr val="000000"/>
                </a:solidFill>
                <a:latin typeface="Times New Roman"/>
                <a:ea typeface="Times New Roman"/>
                <a:cs typeface="Times New Roman"/>
              </a:rPr>
              <a:t>Một ứng viên đáng quan tâm không chỉ được nhận diện qua độ sâu transit. Các thông số sao giúp đặt tín hiệu vào ngữ cảnh vật lý, còn chu kỳ và signal-to-noise mô tả độ ổn định của quan sát. Những biến môi trường có thể giúp mô hình nhận ra tín hiệu giả, nhưng đây là khả năng cần kiểm chứng bằng đánh giá chứ không mặc định đúng.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r>
              <a:rPr sz="1800" b="0" u="none" strike="noStrike">
                <a:solidFill>
                  <a:srgbClr val="000000"/>
                </a:solidFill>
                <a:latin typeface="Times New Roman"/>
                <a:ea typeface="Times New Roman"/>
                <a:cs typeface="Times New Roman"/>
              </a:rPr>
              <a:t>Nhãn dạng văn bản được mã hóa nhất quán, Candidate thành một và NonCandidate thành không. Script tiền xử lý cũng kiểm tra phân bố các lớp để không bỏ qua khả năng mất cân bằng. Slide này không đưa ra tỷ lệ cụ thể; nhóm sẽ mở số liệu quan sát được trong lúc demo thay vì chép kết quả vào deck.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r>
              <a:rPr sz="1800" b="0" u="none" strike="noStrike">
                <a:solidFill>
                  <a:srgbClr val="000000"/>
                </a:solidFill>
                <a:latin typeface="Times New Roman"/>
                <a:ea typeface="Times New Roman"/>
                <a:cs typeface="Times New Roman"/>
              </a:rPr>
              <a:t>Script data_preprocessing.py đọc CSV, kiểm tra schema và loại bỏ các dòng trùng lặp. Tiếp theo script xử lý ba cột thiếu bằng median, mã hóa nhãn và chọn đúng các đặc trưng cần cho mô hình. Kết quả được lưu thành astronomy_processed.csv để hai nhánh dùng chung đầu vào đã chuẩn hóa về cấu trúc.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r>
              <a:rPr sz="1800" b="0" u="none" strike="noStrike">
                <a:solidFill>
                  <a:srgbClr val="000000"/>
                </a:solidFill>
                <a:latin typeface="Times New Roman"/>
                <a:ea typeface="Times New Roman"/>
                <a:cs typeface="Times New Roman"/>
              </a:rPr>
              <a:t>Nhóm kiểm tra dòng trùng và loại bỏ các bản ghi lặp để tránh một quan sát bị tính nhiều lần. Ba cột số có thể thiếu được điền bằng median tính từ chính cột đó. Median thường ít bị kéo lệch bởi các giá trị cực đoan hơn mean, nhưng nhóm vẫn cần kiểm tra phân bố và tỷ lệ thiếu khi giải thích chất lượng dữ liệu.</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r>
              <a:rPr sz="1800" b="0" u="none" strike="noStrike">
                <a:solidFill>
                  <a:srgbClr val="000000"/>
                </a:solidFill>
                <a:latin typeface="Times New Roman"/>
                <a:ea typeface="Times New Roman"/>
                <a:cs typeface="Times New Roman"/>
              </a:rPr>
              <a:t>Phần này giới thiệu các thành phần công nghệ của hai nhánh. Scikit-learn cung cấp cách huấn luyện quen thuộc trên dữ liệu của một máy, còn Spark DataFrame và MLlib tổ chức phép tính qua các partition. Trong cấu hình hiện tại, Spark chạy local[*], nên kiến trúc phân tán được mô phỏng trên một máy chứ chưa phải cluster nhiều node.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r>
              <a:rPr sz="1800" b="0" u="none" strike="noStrike">
                <a:solidFill>
                  <a:srgbClr val="000000"/>
                </a:solidFill>
                <a:latin typeface="Times New Roman"/>
                <a:ea typeface="Times New Roman"/>
                <a:cs typeface="Times New Roman"/>
              </a:rPr>
              <a:t>Driver tiếp nhận chương trình và điều phối các job, stage, task. Dữ liệu được chia thành các partition, cho phép các executor thực hiện phần việc theo kế hoạch của Spark. Trong bài làm hiện tại, master là local[*], vì vậy các thành phần tính toán hoạt động trên cùng máy; sơ đồ khái quát nguyên lý tổ chức chứ không khẳng định đang có nhiều máy vật lý.</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r>
              <a:rPr sz="1800" b="0" u="none" strike="noStrike">
                <a:solidFill>
                  <a:srgbClr val="000000"/>
                </a:solidFill>
                <a:latin typeface="Times New Roman"/>
                <a:ea typeface="Times New Roman"/>
                <a:cs typeface="Times New Roman"/>
              </a:rPr>
              <a:t>Spark DataFrame là cấu trúc dữ liệu dạng bảng và có schema. Transformer tạo ra DataFrame mới thông qua các phép biến đổi, còn Estimator học tham số khi gọi fit và trả về Model. Lazy evaluation trì hoãn thực thi đến khi có action; cache có thể hữu ích khi cùng một tập train hoặc test được dùng nhiều lần.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r>
              <a:rPr sz="1800" b="0" u="none" strike="noStrike">
                <a:solidFill>
                  <a:srgbClr val="000000"/>
                </a:solidFill>
                <a:latin typeface="Times New Roman"/>
                <a:ea typeface="Times New Roman"/>
                <a:cs typeface="Times New Roman"/>
              </a:rPr>
              <a:t>Nhánh Scikit-learn đọc dữ liệu bằng Pandas và thực hiện biến đổi đặc trưng bằng StandardScaler. RandomForestClassifier được huấn luyện trên ma trận NumPy sau khi chia train/test. Tham số n_jobs bằng âm một cho phép thư viện tận dụng các lõi CPU sẵn có; nhánh này không tự phân phối dữ liệu sang nhiều máy.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r>
              <a:rPr sz="1800" b="0" u="none" strike="noStrike">
                <a:solidFill>
                  <a:srgbClr val="000000"/>
                </a:solidFill>
                <a:latin typeface="Times New Roman"/>
                <a:ea typeface="Times New Roman"/>
                <a:cs typeface="Times New Roman"/>
              </a:rPr>
              <a:t>Bảng này so sánh kiến trúc chứ không xếp hạng kết quả thực nghiệm. Scikit-learn làm việc chủ yếu với dữ liệu nằm trong bộ nhớ của một máy và có thể dùng đa luồng trong một số thuật toán. Spark có mô hình thực thi phân tán theo partition, nhưng lợi thế này phụ thuộc vào cấu hình thật và quy mô tác vụ.</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r>
              <a:rPr sz="1800" b="0" u="none" strike="noStrike">
                <a:solidFill>
                  <a:srgbClr val="000000"/>
                </a:solidFill>
                <a:latin typeface="Times New Roman"/>
                <a:ea typeface="Times New Roman"/>
                <a:cs typeface="Times New Roman"/>
              </a:rPr>
              <a:t>Kiến trúc bắt đầu từ CSV nguồn và qua script tiền xử lý để tạo đầu vào dùng chung. Sau đó hai nhánh độc lập huấn luyện mô hình theo thư viện tương ứng, rồi log được đọc để tổng hợp metric và thời gian. Giao diện Streamlit giúp quan sát dữ liệu, mở từng pipeline, so sánh và thử dự đoán; nó không thay thế các script huấn luyện gốc.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r>
              <a:rPr sz="1800" b="0" u="none" strike="noStrike">
                <a:solidFill>
                  <a:srgbClr val="000000"/>
                </a:solidFill>
                <a:latin typeface="Times New Roman"/>
                <a:ea typeface="Times New Roman"/>
                <a:cs typeface="Times New Roman"/>
              </a:rPr>
              <a:t>README chỉ rõ môi trường khuyến nghị gồm Python 3.11, JDK 17 hoặc 21 và thiết lập Hadoop trên Windows nếu cần. Các thư viện chính được ghim phiên bản trong requirements.txt để giảm sự khác biệt khi cài lại môi trường. Với Spark, cấu hình master local[*] dùng các luồng cục bộ và chưa đại diện cho cụm nhiều node.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r>
              <a:rPr sz="1800" b="0" u="none" strike="noStrike">
                <a:solidFill>
                  <a:srgbClr val="000000"/>
                </a:solidFill>
                <a:latin typeface="Times New Roman"/>
                <a:ea typeface="Times New Roman"/>
                <a:cs typeface="Times New Roman"/>
              </a:rPr>
              <a:t>Ở phần triển khai, nhóm đi qua từng pipeline từ dữ liệu đầu vào đến mô hình đã lưu. Hai nhánh dùng cùng nhóm đặc trưng, nhãn và cấu hình Random Forest gần tương ứng để so sánh cách tổ chức công việc. Các điểm khác biệt nằm ở cấu trúc dữ liệu, hàm chia tập, API huấn luyện và cơ chế lưu mô hình.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r>
              <a:rPr sz="1800" b="0" u="none" strike="noStrike">
                <a:solidFill>
                  <a:srgbClr val="000000"/>
                </a:solidFill>
                <a:latin typeface="Times New Roman"/>
                <a:ea typeface="Times New Roman"/>
                <a:cs typeface="Times New Roman"/>
              </a:rPr>
              <a:t>Pipeline Scikit-learn đọc file đã xử lý vào Pandas, kiểm tra và chọn các cột đặc trưng. StandardScaler biến đổi dữ liệu trước khi chia train/test theo cấu hình trong script. Random Forest được fit, sau đó mã đo thời gian, lưu model bằng joblib, nạp lại và tạo dự đoán để tính metric.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r>
              <a:rPr sz="1800" b="0" u="none" strike="noStrike">
                <a:solidFill>
                  <a:srgbClr val="000000"/>
                </a:solidFill>
                <a:latin typeface="Times New Roman"/>
                <a:ea typeface="Times New Roman"/>
                <a:cs typeface="Times New Roman"/>
              </a:rPr>
              <a:t>Nhánh Spark tạo SparkSession rồi đọc CSV bằng Spark DataFrame với inferSchema. Dữ liệu được repartition, gộp cột thành vector bằng VectorAssembler và chuẩn hóa bằng StandardScaler trước khi chia tập. Sau khi huấn luyện Random Forest, model được lưu theo định dạng Spark, nạp lại và chuyển tập test qua transform để đánh giá.</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r>
              <a:rPr sz="1800" b="0" u="none" strike="noStrike">
                <a:solidFill>
                  <a:srgbClr val="000000"/>
                </a:solidFill>
                <a:latin typeface="Times New Roman"/>
                <a:ea typeface="Times New Roman"/>
                <a:cs typeface="Times New Roman"/>
              </a:rPr>
              <a:t>Trong code Spark, dữ liệu được gọi repartition với bốn partition để minh họa phân chia dữ liệu. Với tổng quy mô xấp xỉ hai trăm nghìn dòng, sơ đồ thể hiện các partition vào khoảng năm mươi nghìn dòng mỗi phần; số dòng thật có thể chênh lệch vì phân vùng không bảo đảm chia tuyệt đối bằng nhau. Một partition là đơn vị dữ liệu logic, không nhất thiết tương ứng với một máy vật lý.</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r>
              <a:rPr sz="1800" b="0" u="none" strike="noStrike">
                <a:solidFill>
                  <a:srgbClr val="000000"/>
                </a:solidFill>
                <a:latin typeface="Times New Roman"/>
                <a:ea typeface="Times New Roman"/>
                <a:cs typeface="Times New Roman"/>
              </a:rPr>
              <a:t>Random Forest không bắt buộc chuẩn hóa theo cách giống các mô hình dựa trên khoảng cách, nhưng code hiện tại vẫn áp dụng StandardScaler để nhất quán trong thí nghiệm. Ở Spark, VectorAssembler ghép mười ba cột thành một vector đầu vào cho MLlib. Trong cả hai nhánh, scaler hiện được fit trước khi tách tập, đây là vấn đề phương pháp sẽ được nhắc lại ở phần hạn chế.</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r>
              <a:rPr sz="1800" b="0" u="none" strike="noStrike">
                <a:solidFill>
                  <a:srgbClr val="000000"/>
                </a:solidFill>
                <a:latin typeface="Times New Roman"/>
                <a:ea typeface="Times New Roman"/>
                <a:cs typeface="Times New Roman"/>
              </a:rPr>
              <a:t>Random Forest xây dựng nhiều cây quyết định từ các mẫu và tập thuộc tính được lấy ngẫu nhiên. Khi dự đoán, kết quả các cây được tổng hợp theo cơ chế bỏ phiếu cho bài toán phân loại. Thuật toán thường phù hợp với dữ liệu dạng bảng và có thể cung cấp feature importance, nhưng hiệu quả thật vẫn phải đánh giá trên tập kiểm tra.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r>
              <a:rPr sz="1800" b="0" u="none" strike="noStrike">
                <a:solidFill>
                  <a:srgbClr val="000000"/>
                </a:solidFill>
                <a:latin typeface="Times New Roman"/>
                <a:ea typeface="Times New Roman"/>
                <a:cs typeface="Times New Roman"/>
              </a:rPr>
              <a:t>Cấu hình hai nhánh được chọn để gần tương đương về số cây, độ sâu và seed. Dữ liệu được chia thành phần huấn luyện và kiểm tra theo tỷ lệ tám mươi hai mươi, dù cách gọi hàm chia tập của hai thư viện khác nhau. Cấu hình tương tự giúp việc đối chiếu có ý nghĩa hơn, nhưng không loại bỏ khác biệt trong triển khai thuật toán giữa các thư viện.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r>
              <a:rPr sz="1800" b="0" u="none" strike="noStrike">
                <a:solidFill>
                  <a:srgbClr val="000000"/>
                </a:solidFill>
                <a:latin typeface="Times New Roman"/>
                <a:ea typeface="Times New Roman"/>
                <a:cs typeface="Times New Roman"/>
              </a:rPr>
              <a:t>Accuracy đo tỷ lệ dự đoán đúng tổng thể, Precision tập trung vào độ tin cậy của dự đoán dương, còn Recall đo khả năng tìm ra mẫu dương thực tế. F1 là trung bình điều hòa của Precision và Recall; ma trận nhầm lẫn cho thấy các kiểu dự đoán đúng hoặc sai. Code Scikit-learn dùng average weighted cho Precision, Recall và F1; Spark dùng các evaluator tương ứng, không đưa giá trị metric vào slide này.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r>
              <a:rPr sz="1800" b="0" u="none" strike="noStrike">
                <a:solidFill>
                  <a:srgbClr val="000000"/>
                </a:solidFill>
                <a:latin typeface="Times New Roman"/>
                <a:ea typeface="Times New Roman"/>
                <a:cs typeface="Times New Roman"/>
              </a:rPr>
              <a:t>Khi báo cáo kết quả, cho biết lớp dương là Candidate và đọc Precision/Recall theo lớp đó. Accuracy có thể gây hiểu nhầm nếu Candidate ít hơn NonCandidate.</a:t>
            </a:r>
          </a:p>
          <a:p xmlns:a="http://schemas.openxmlformats.org/drawingml/2006/main">
            <a:pPr indent="0">
              <a:buNone/>
            </a:pPr>
            <a:r>
              <a:rPr sz="1800" b="0" u="none" strike="noStrike">
                <a:solidFill>
                  <a:srgbClr val="000000"/>
                </a:solidFill>
                <a:latin typeface="Times New Roman"/>
                <a:ea typeface="Times New Roman"/>
                <a:cs typeface="Times New Roman"/>
              </a:rPr>
              <a:t>Tài liệu kỹ thuật: scikit-learn, Ensemble methods. https://scikit-learn.org/stable/modules/ensemble.html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r>
              <a:rPr sz="1800" b="0" u="none" strike="noStrike">
                <a:solidFill>
                  <a:srgbClr val="000000"/>
                </a:solidFill>
                <a:latin typeface="Times New Roman"/>
                <a:ea typeface="Times New Roman"/>
                <a:cs typeface="Times New Roman"/>
              </a:rPr>
              <a:t>Script đo ba khoảng thời gian tách biệt để không gộp mọi công việc thành một con số. Training time bao quanh lời gọi fit, load time bao quanh thao tác nạp mô hình đã lưu, và prediction time bao quanh hàm predict hoặc transform cùng action cần thiết của Spark. Khi đọc kết quả Spark cần lưu ý lazy evaluation, vì vậy phép đo phải bao gồm action nếu muốn tính cả công việc thực thi.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r>
              <a:rPr sz="1800" b="0" u="none" strike="noStrike">
                <a:solidFill>
                  <a:srgbClr val="000000"/>
                </a:solidFill>
                <a:latin typeface="Times New Roman"/>
                <a:ea typeface="Times New Roman"/>
                <a:cs typeface="Times New Roman"/>
              </a:rPr>
              <a:t>Nhóm lưu model sau khi huấn luyện để có thể nạp lại và chạy dự đoán mà không cần fit từ đầu. Scikit-learn dùng joblib, trong khi Spark MLlib cung cấp API lưu và nạp model riêng. Việc đo load time có ý nghĩa khi model thật sự được tải từ ổ đĩa; nếu rơi vào nhánh dự phòng trong RAM thì cần ghi rõ khi diễn giải kết quả.</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r>
              <a:rPr sz="1800" b="0" u="none" strike="noStrike">
                <a:solidFill>
                  <a:srgbClr val="000000"/>
                </a:solidFill>
                <a:latin typeface="Times New Roman"/>
                <a:ea typeface="Times New Roman"/>
                <a:cs typeface="Times New Roman"/>
              </a:rPr>
              <a:t>Giao diện Streamlit có các tab cho dữ liệu, từng nhánh mô hình, so sánh và dự đoán thử. Các nút chạy gọi script thật và parser đọc log để hiển thị các trường đã được trích xuất. Tab dự đoán thử hiện nạp model Scikit-learn đã lưu, lấy mẫu từ dữ liệu và hiển thị nhãn dự đoán cùng xác suất Candidate.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r>
              <a:rPr sz="1800" b="0" u="none" strike="noStrike">
                <a:solidFill>
                  <a:srgbClr val="000000"/>
                </a:solidFill>
                <a:latin typeface="Times New Roman"/>
                <a:ea typeface="Times New Roman"/>
                <a:cs typeface="Times New Roman"/>
              </a:rPr>
              <a:t>run_all.py thực thi lần lượt tiền xử lý, nhánh Scikit-learn và nhánh Spark, đồng thời chuyển log qua parsing.py để lưu dữ liệu cho Streamlit. scale_experiment.py là thử nghiệm tùy chọn, nhân dữ liệu theo các mức một lần, hai lần và năm lần, có thêm nhiễu nhỏ trên đặc trưng để tránh dòng lặp hoàn toàn. Slide chỉ nêu thiết kế thử nghiệm, còn kết quả đo sẽ không được chép vào deck.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r>
              <a:rPr sz="1800" b="0" u="none" strike="noStrike">
                <a:solidFill>
                  <a:srgbClr val="000000"/>
                </a:solidFill>
                <a:latin typeface="Times New Roman"/>
                <a:ea typeface="Times New Roman"/>
                <a:cs typeface="Times New Roman"/>
              </a:rPr>
              <a:t>Chuyển sang demo trực tiếp. Theo lần lượt các bước ở hai slide sau để người nghe thấy dữ liệu, pipeline, kết quả và dự đoán thử đều xuất phát từ chương trình thật.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r>
              <a:rPr sz="1800" b="0" u="none" strike="noStrike">
                <a:solidFill>
                  <a:srgbClr val="000000"/>
                </a:solidFill>
                <a:latin typeface="Times New Roman"/>
                <a:ea typeface="Times New Roman"/>
                <a:cs typeface="Times New Roman"/>
              </a:rPr>
              <a:t>Demo nên chạy trên dữ liệu và model của chính đồ án. Không đọc số liệu đã điền sẵn nếu chưa có log tương ứng.</a:t>
            </a:r>
          </a:p>
          <a:p xmlns:a="http://schemas.openxmlformats.org/drawingml/2006/main">
            <a:pPr indent="0">
              <a:buNone/>
            </a:pPr>
            <a:r>
              <a:rPr sz="1800" b="0" u="none" strike="noStrike">
                <a:solidFill>
                  <a:srgbClr val="000000"/>
                </a:solidFill>
                <a:latin typeface="Times New Roman"/>
                <a:ea typeface="Times New Roman"/>
                <a:cs typeface="Times New Roman"/>
              </a:rPr>
              <a:t>Dừng ngắn ở bước đọc kết quả để giải thích các metric, ma trận nhầm lẫn và thời gian xử lý.</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r>
              <a:rPr sz="1800" b="0" u="none" strike="noStrike">
                <a:solidFill>
                  <a:srgbClr val="000000"/>
                </a:solidFill>
                <a:latin typeface="Times New Roman"/>
                <a:ea typeface="Times New Roman"/>
                <a:cs typeface="Times New Roman"/>
              </a:rPr>
              <a:t>Dùng slide này làm checklist khi demo và khi viết báo cáo. Nếu hai nhánh dùng dữ liệu, seed hoặc phần cứng khác nhau, nêu rõ giới hạn trước khi so sánh thời gian.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r>
              <a:rPr sz="1800" b="0" u="none" strike="noStrike">
                <a:solidFill>
                  <a:srgbClr val="000000"/>
                </a:solidFill>
                <a:latin typeface="Times New Roman"/>
                <a:ea typeface="Times New Roman"/>
                <a:cs typeface="Times New Roman"/>
              </a:rPr>
              <a:t>Phần cuối tổng hợp cách chọn framework, nêu giới hạn và đưa ra hướng phát triển. Nhấn mạnh rằng Spark local[*] chưa chứng minh hiệu năng của cụm nhiều máy.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r>
              <a:rPr sz="1800" b="0" u="none" strike="noStrike">
                <a:solidFill>
                  <a:srgbClr val="000000"/>
                </a:solidFill>
                <a:latin typeface="Times New Roman"/>
                <a:ea typeface="Times New Roman"/>
                <a:cs typeface="Times New Roman"/>
              </a:rPr>
              <a:t>Scikit-learn có thể là lựa chọn hợp lý khi dữ liệu vừa bộ nhớ và cần một quy trình đơn giản trên máy đơn. Spark đáng cân nhắc khi quy mô dữ liệu hoặc hệ sinh thái cần khả năng phân vùng và phân phối công việc trên cluster. Ở đồ án này Spark đang chạy local[*], nên nhóm chỉ so sánh cách triển khai chứ chưa chứng minh lợi ích của cluster thật.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r>
              <a:rPr sz="1800" b="0" u="none" strike="noStrike">
                <a:solidFill>
                  <a:srgbClr val="000000"/>
                </a:solidFill>
                <a:latin typeface="Times New Roman"/>
                <a:ea typeface="Times New Roman"/>
                <a:cs typeface="Times New Roman"/>
              </a:rPr>
              <a:t>Có một số hạn chế cần nêu rõ khi bảo vệ. Spark chưa chạy trên cluster nhiều node, nên kết quả chưa đại diện cho triển khai phân tán thật. Cả hai nhánh fit StandardScaler trên toàn bộ dữ liệu trước khi tách train/test, có nguy cơ data leakage; các bước tiếp theo nên fit scaler chỉ trên train. Ngoài ra còn thiếu tuning, cross-validation và chiến lược đánh giá mất cân bằng lớp.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r>
              <a:rPr sz="1800" b="0" u="none" strike="noStrike">
                <a:solidFill>
                  <a:srgbClr val="000000"/>
                </a:solidFill>
                <a:latin typeface="Times New Roman"/>
                <a:ea typeface="Times New Roman"/>
                <a:cs typeface="Times New Roman"/>
              </a:rPr>
              <a:t>Tóm lại, nhóm đã thiết kế pipeline tiền xử lý chung và triển khai hai nhánh phân loại. Thiết kế đánh giá đo các metric phân loại và thời gian theo từng giai đoạn, đồng thời lưu model để tái sử dụng. Giao diện Streamlit hỗ trợ kiểm tra dữ liệu và trình diễn tương tác. Kết luận về độ chính xác hoặc tốc độ chỉ nên đưa ra sau khi đối chiếu log thực tế và nêu các hạn chế phương pháp.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r>
              <a:rPr sz="1800" b="0" u="none" strike="noStrike">
                <a:solidFill>
                  <a:srgbClr val="000000"/>
                </a:solidFill>
                <a:latin typeface="Times New Roman"/>
                <a:ea typeface="Times New Roman"/>
                <a:cs typeface="Times New Roman"/>
              </a:rPr>
              <a:t>Nguồn thiên văn: https://science.nasa.gov/exoplanets/what-is-an-exoplanet/ ; https://exoplanetarchive.ipac.caltech.edu/docs/counts_detail.html</a:t>
            </a:r>
          </a:p>
          <a:p xmlns:a="http://schemas.openxmlformats.org/drawingml/2006/main">
            <a:pPr indent="0">
              <a:buNone/>
            </a:pPr>
            <a:r>
              <a:rPr sz="1800" b="0" u="none" strike="noStrike">
                <a:solidFill>
                  <a:srgbClr val="000000"/>
                </a:solidFill>
                <a:latin typeface="Times New Roman"/>
                <a:ea typeface="Times New Roman"/>
                <a:cs typeface="Times New Roman"/>
              </a:rPr>
              <a:t>Nguồn công nghệ: https://spark.apache.org/docs/latest/ ; https://scikit-learn.org/stable/ ; https://docs.streamlit.io/</a:t>
            </a:r>
          </a:p>
          <a:p xmlns:a="http://schemas.openxmlformats.org/drawingml/2006/main">
            <a:pPr indent="0">
              <a:buNone/>
            </a:pPr>
            <a:r>
              <a:rPr sz="1800" b="0" u="none" strike="noStrike">
                <a:solidFill>
                  <a:srgbClr val="000000"/>
                </a:solidFill>
                <a:latin typeface="Times New Roman"/>
                <a:ea typeface="Times New Roman"/>
                <a:cs typeface="Times New Roman"/>
              </a:rPr>
              <a:t>Nguồn nội bộ: tệp 2_astronomy_exoplanet_dataset.csv, README, requirements.txt và mã nguồn đồ án. Cần ghi rõ nguồn gốc/lịch sử tạo dataset trong báo cáo nếu dataset không lấy trực tiếp từ catalog công khai.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r>
              <a:rPr sz="1800" b="0" u="none" strike="noStrike">
                <a:solidFill>
                  <a:srgbClr val="000000"/>
                </a:solidFill>
                <a:latin typeface="Times New Roman"/>
                <a:ea typeface="Times New Roman"/>
                <a:cs typeface="Times New Roman"/>
              </a:rPr>
              <a:t>Cảm ơn thầy cô và các bạn đã lắng nghe. Mời câu hỏi và thảo luận.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ba3ee50e0f44845" /><Relationship Type="http://schemas.openxmlformats.org/officeDocument/2006/relationships/image" Target="/ppt/media/image.png" Id="R502abf420f2547b1" /><Relationship Type="http://schemas.openxmlformats.org/officeDocument/2006/relationships/image" Target="/ppt/media/image2.png" Id="R7cd6a774e7334fbf" /><Relationship Type="http://schemas.openxmlformats.org/officeDocument/2006/relationships/image" Target="/ppt/media/image3.png" Id="R7c57e8e7d7b64217"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6857619b04f40c1" /><Relationship Type="http://schemas.openxmlformats.org/officeDocument/2006/relationships/image" Target="/ppt/media/image.png" Id="Rf7a068d4d4a14405" /><Relationship Type="http://schemas.openxmlformats.org/officeDocument/2006/relationships/image" Target="/ppt/media/image4.png" Id="R9f07c62bfd6b4814"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225ed7d3fb374975" /><Relationship Type="http://schemas.openxmlformats.org/officeDocument/2006/relationships/image" Target="/ppt/media/image4.png" Id="R69e30216a63846ad" /><Relationship Type="http://schemas.openxmlformats.org/officeDocument/2006/relationships/image" Target="/ppt/media/image.png" Id="Ra9a2e68451f84674"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f6995e55c045442f" /><Relationship Type="http://schemas.openxmlformats.org/officeDocument/2006/relationships/image" Target="/ppt/media/image.png" Id="R463cca9214524055" /><Relationship Type="http://schemas.openxmlformats.org/officeDocument/2006/relationships/image" Target="/ppt/media/image4.png" Id="Ra674b731bf174480"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e5f363ff70e84be7" /><Relationship Type="http://schemas.openxmlformats.org/officeDocument/2006/relationships/image" Target="/ppt/media/image.png" Id="Rac6e9b2893c04ee2" /><Relationship Type="http://schemas.openxmlformats.org/officeDocument/2006/relationships/image" Target="/ppt/media/image4.png" Id="R16dca6ad63214542"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a6fc9e02d2614ae9" /><Relationship Type="http://schemas.openxmlformats.org/officeDocument/2006/relationships/image" Target="/ppt/media/image.png" Id="R334faae876734096" /><Relationship Type="http://schemas.openxmlformats.org/officeDocument/2006/relationships/image" Target="/ppt/media/image4.png" Id="Rc7321f08f03d4859"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9a3c5986952f4d32" /><Relationship Type="http://schemas.openxmlformats.org/officeDocument/2006/relationships/image" Target="/ppt/media/image.png" Id="Rb68d8e4c26824a87" /><Relationship Type="http://schemas.openxmlformats.org/officeDocument/2006/relationships/image" Target="/ppt/media/image4.png" Id="R11d126ebb5744f31"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638eadb2aef14f8a" /><Relationship Type="http://schemas.openxmlformats.org/officeDocument/2006/relationships/image" Target="/ppt/media/image5.png" Id="R34255cb120104545" /><Relationship Type="http://schemas.openxmlformats.org/officeDocument/2006/relationships/image" Target="/ppt/media/image.png" Id="R4c03fa8bc0c643f0"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9242c5a9a4fe4f43" /><Relationship Type="http://schemas.openxmlformats.org/officeDocument/2006/relationships/image" Target="/ppt/media/image.png" Id="Rf93a38ab149b46e0" /><Relationship Type="http://schemas.openxmlformats.org/officeDocument/2006/relationships/image" Target="/ppt/media/image4.png" Id="R12c04927bb8d49b9"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5c5167e728d94600" /><Relationship Type="http://schemas.openxmlformats.org/officeDocument/2006/relationships/image" Target="/ppt/media/image.png" Id="Rf7969b0f97404487" /><Relationship Type="http://schemas.openxmlformats.org/officeDocument/2006/relationships/image" Target="/ppt/media/image4.png" Id="R828546d84fee4a15" /></Relationships>
</file>

<file path=ppt/slideLayouts/slideLayout1.xml><?xml version="1.0" encoding="utf-8"?>
<p:sldLayout xmlns:p="http://schemas.openxmlformats.org/presentationml/2006/main" type="blank" preserve="1">
  <p:cSld name="Title Slide">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Rectangle 7">
            <a:extLst xmlns:a="http://schemas.openxmlformats.org/drawingml/2006/main">
              <a:ext uri="{FF2B5EF4-FFF2-40B4-BE49-F238E27FC236}">
                <a16:creationId xmlns:a16="http://schemas.microsoft.com/office/drawing/2014/main" id="{B97D8B04-FE66-4DC2-9F8C-C83CA3009EB2}"/>
              </a:ext>
            </a:extLst>
          </p:cNvPr>
          <p:cNvSpPr>
            <a:spLocks xmlns:a="http://schemas.openxmlformats.org/drawingml/2006/main" noGrp="1"/>
          </p:cNvSpPr>
          <p:nvPr/>
        </p:nvSpPr>
        <p:spPr>
          <a:xfrm xmlns:a="http://schemas.openxmlformats.org/drawingml/2006/main">
            <a:off x="0" y="-8280"/>
            <a:ext cx="12191760" cy="713160"/>
          </a:xfrm>
          <a:prstGeom xmlns:a="http://schemas.openxmlformats.org/drawingml/2006/main" prst="rect">
            <a:avLst/>
          </a:prstGeom>
          <a:solidFill xmlns:a="http://schemas.openxmlformats.org/drawingml/2006/main">
            <a:schemeClr val="accent2"/>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10" name="Rectangle 11">
            <a:extLst xmlns:a="http://schemas.openxmlformats.org/drawingml/2006/main">
              <a:ext uri="{FF2B5EF4-FFF2-40B4-BE49-F238E27FC236}">
                <a16:creationId xmlns:a16="http://schemas.microsoft.com/office/drawing/2014/main" id="{58D9C4A4-97E6-4002-81EA-6D90E0FD8696}"/>
              </a:ext>
            </a:extLst>
          </p:cNvPr>
          <p:cNvSpPr>
            <a:spLocks xmlns:a="http://schemas.openxmlformats.org/drawingml/2006/main" noGrp="1"/>
          </p:cNvSpPr>
          <p:nvPr/>
        </p:nvSpPr>
        <p:spPr>
          <a:xfrm xmlns:a="http://schemas.openxmlformats.org/drawingml/2006/main">
            <a:off x="1775520" y="6721560"/>
            <a:ext cx="10416240" cy="136080"/>
          </a:xfrm>
          <a:custGeom xmlns:a="http://schemas.openxmlformats.org/drawingml/2006/main">
            <a:gdLst>
              <a:gd name="textAreaLeft" fmla="*/ 0 w 10416240"/>
              <a:gd name="textAreaRight" fmla="*/ 10416600 w 10416240"/>
              <a:gd name="textAreaTop" fmla="*/ 0 h 136080"/>
              <a:gd name="textAreaBottom" fmla="*/ 136440 h 136080"/>
              <a:gd name="GluePoint1X" fmla="*/ 94130 w 8187543"/>
              <a:gd name="GluePoint1Y" fmla="*/ 0 h 136562"/>
              <a:gd name="GluePoint2X" fmla="*/ 8187543 w 8187543"/>
              <a:gd name="GluePoint2Y" fmla="*/ 0 h 136562"/>
              <a:gd name="GluePoint3X" fmla="*/ 8187543 w 8187543"/>
              <a:gd name="GluePoint3Y" fmla="*/ 133200 h 136562"/>
              <a:gd name="GluePoint4X" fmla="*/ 0 w 8187543"/>
              <a:gd name="GluePoint4Y" fmla="*/ 136562 h 136562"/>
              <a:gd name="GluePoint5X" fmla="*/ 94130 w 8187543"/>
              <a:gd name="GluePoint5Y" fmla="*/ 0 h 136562"/>
            </a:gdLst>
            <a:rect l="textAreaLeft" t="textAreaTop" r="textAreaRight" b="textAreaBottom"/>
            <a:pathLst>
              <a:path w="8187543" h="136562">
                <a:moveTo>
                  <a:pt x="94130" y="0"/>
                </a:moveTo>
                <a:lnTo>
                  <a:pt x="8187543" y="0"/>
                </a:lnTo>
                <a:lnTo>
                  <a:pt x="8187543" y="133200"/>
                </a:lnTo>
                <a:lnTo>
                  <a:pt x="0" y="136562"/>
                </a:lnTo>
                <a:lnTo>
                  <a:pt x="94130" y="0"/>
                </a:lnTo>
                <a:close/>
              </a:path>
            </a:pathLst>
          </a:custGeom>
          <a:solidFill xmlns:a="http://schemas.openxmlformats.org/drawingml/2006/main">
            <a:schemeClr val="accent2"/>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r>
              <a:rPr sz="1800" b="0" u="none" strike="noStrike">
                <a:solidFill>
                  <a:schemeClr val="lt1"/>
                </a:solidFill>
                <a:latin typeface="Times New Roman"/>
                <a:ea typeface="Times New Roman"/>
                <a:cs typeface="Times New Roman"/>
              </a:rPr>
              <a:t> </a:t>
            </a:r>
            <a:endParaRPr sz="1800" b="0" u="none" strike="noStrike">
              <a:solidFill>
                <a:srgbClr val="FFFFFF"/>
              </a:solidFill>
              <a:latin typeface="Times New Roman"/>
              <a:ea typeface="Times New Roman"/>
              <a:cs typeface="Times New Roman"/>
            </a:endParaRPr>
          </a:p>
        </p:txBody>
      </p:sp>
      <p:pic>
        <p:nvPicPr>
          <p:cNvPr id="2" name="Picture 16">
            <a:extLst xmlns:a="http://schemas.openxmlformats.org/drawingml/2006/main">
              <a:ext uri="{FF2B5EF4-FFF2-40B4-BE49-F238E27FC236}">
                <a16:creationId xmlns:a16="http://schemas.microsoft.com/office/drawing/2014/main" id="{E187D2A6-BEEF-4533-AC24-08A8F0ECF50A}"/>
              </a:ext>
            </a:extLst>
          </p:cNvPr>
          <p:cNvPicPr>
            <a:picLocks xmlns:a="http://schemas.openxmlformats.org/drawingml/2006/main" noChangeAspect="1"/>
          </p:cNvPicPr>
          <p:nvPr/>
        </p:nvPicPr>
        <p:blipFill>
          <a:blip xmlns:r="http://schemas.openxmlformats.org/officeDocument/2006/relationships" xmlns:a="http://schemas.openxmlformats.org/drawingml/2006/main" r:embed="R502abf420f2547b1"/>
          <a:stretch xmlns:a="http://schemas.openxmlformats.org/drawingml/2006/main"/>
        </p:blipFill>
        <p:spPr>
          <a:xfrm xmlns:a="http://schemas.openxmlformats.org/drawingml/2006/main">
            <a:off x="1828800" y="6739200"/>
            <a:ext cx="10362960" cy="101520"/>
          </a:xfrm>
          <a:prstGeom xmlns:a="http://schemas.openxmlformats.org/drawingml/2006/main" prst="rect">
            <a:avLst/>
          </a:prstGeom>
          <a:ln xmlns:a="http://schemas.openxmlformats.org/drawingml/2006/main" w="0">
            <a:noFill/>
          </a:ln>
        </p:spPr>
      </p:pic>
      <p:sp>
        <p:nvSpPr>
          <p:cNvPr id="3" name="PlaceHolder 1">
            <a:extLst xmlns:a="http://schemas.openxmlformats.org/drawingml/2006/main">
              <a:ext uri="{FF2B5EF4-FFF2-40B4-BE49-F238E27FC236}">
                <a16:creationId xmlns:a16="http://schemas.microsoft.com/office/drawing/2014/main" id="{98DAE7A5-6604-48FB-857A-36DCD5DF3041}"/>
              </a:ext>
            </a:extLst>
          </p:cNvPr>
          <p:cNvSpPr>
            <a:spLocks xmlns:a="http://schemas.openxmlformats.org/drawingml/2006/main" noGrp="1"/>
          </p:cNvSpPr>
          <p:nvPr>
            <p:ph type="sldNum" idx="1"/>
          </p:nvPr>
        </p:nvSpPr>
        <p:spPr>
          <a:xfrm xmlns:a="http://schemas.openxmlformats.org/drawingml/2006/main">
            <a:off x="11676240" y="6599520"/>
            <a:ext cx="505080" cy="3646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91440" tIns="45720" rIns="91440" bIns="45720" anchor="ctr">
            <a:noAutofit/>
          </a:bodyPr>
          <a:lstStyle xmlns:a="http://schemas.openxmlformats.org/drawingml/2006/main">
            <a:lvl1pPr indent="0" algn="r" defTabSz="914400">
              <a:lnSpc>
                <a:spcPct val="100000"/>
              </a:lnSpc>
              <a:buNone/>
              <a:defRPr sz="1000" b="0" u="none" strike="noStrike">
                <a:solidFill>
                  <a:schemeClr val="lt1">
                    <a:tint val="75000"/>
                  </a:schemeClr>
                </a:solidFill>
                <a:latin typeface="Times New Roman"/>
                <a:ea typeface="Times New Roman"/>
                <a:cs typeface="Times New Roman"/>
              </a:defRPr>
            </a:lvl1pPr>
          </a:lstStyle>
          <a:p xmlns:a="http://schemas.openxmlformats.org/drawingml/2006/main">
            <a:pPr indent="0" algn="r" defTabSz="914400">
              <a:lnSpc>
                <a:spcPct val="100000"/>
              </a:lnSpc>
              <a:buNone/>
            </a:pPr>
            <a:fld id="{339F244C-E126-464A-A05E-FFFFE779FD5E}" type="slidenum">
              <a:rPr sz="1000" b="0" u="none" strike="noStrike">
                <a:solidFill>
                  <a:schemeClr val="lt1">
                    <a:tint val="75000"/>
                  </a:schemeClr>
                </a:solidFill>
                <a:latin typeface="Times New Roman"/>
                <a:ea typeface="Times New Roman"/>
                <a:cs typeface="Times New Roman"/>
              </a:rPr>
              <a:t>‹#›</a:t>
            </a:fld>
            <a:endParaRPr sz="1000" b="0" u="none" strike="noStrike">
              <a:solidFill>
                <a:srgbClr val="000000"/>
              </a:solidFill>
              <a:latin typeface="Times New Roman"/>
              <a:ea typeface="Times New Roman"/>
              <a:cs typeface="Times New Roman"/>
            </a:endParaRPr>
          </a:p>
        </p:txBody>
      </p:sp>
      <p:pic>
        <p:nvPicPr>
          <p:cNvPr id="4" name="Picture 19">
            <a:extLst xmlns:a="http://schemas.openxmlformats.org/drawingml/2006/main">
              <a:ext uri="{FF2B5EF4-FFF2-40B4-BE49-F238E27FC236}">
                <a16:creationId xmlns:a16="http://schemas.microsoft.com/office/drawing/2014/main" id="{D693AEE1-3FC6-4A79-824E-413680A678A7}"/>
              </a:ext>
            </a:extLst>
          </p:cNvPr>
          <p:cNvPicPr>
            <a:picLocks xmlns:a="http://schemas.openxmlformats.org/drawingml/2006/main" noChangeAspect="1"/>
          </p:cNvPicPr>
          <p:nvPr/>
        </p:nvPicPr>
        <p:blipFill>
          <a:blip xmlns:r="http://schemas.openxmlformats.org/officeDocument/2006/relationships" xmlns:a="http://schemas.openxmlformats.org/drawingml/2006/main" r:embed="R7cd6a774e7334fbf"/>
          <a:stretch xmlns:a="http://schemas.openxmlformats.org/drawingml/2006/main"/>
        </p:blipFill>
        <p:spPr>
          <a:xfrm xmlns:a="http://schemas.openxmlformats.org/drawingml/2006/main">
            <a:off x="-10080" y="5045040"/>
            <a:ext cx="12201840" cy="1676160"/>
          </a:xfrm>
          <a:prstGeom xmlns:a="http://schemas.openxmlformats.org/drawingml/2006/main" prst="rect">
            <a:avLst/>
          </a:prstGeom>
          <a:ln xmlns:a="http://schemas.openxmlformats.org/drawingml/2006/main" w="0">
            <a:noFill/>
          </a:ln>
        </p:spPr>
      </p:pic>
      <p:sp>
        <p:nvSpPr>
          <p:cNvPr id="5" name="TextBox 20">
            <a:extLst xmlns:a="http://schemas.openxmlformats.org/drawingml/2006/main">
              <a:ext uri="{FF2B5EF4-FFF2-40B4-BE49-F238E27FC236}">
                <a16:creationId xmlns:a16="http://schemas.microsoft.com/office/drawing/2014/main" id="{954A0DAF-268C-4EAC-A9D2-020B4DFD8F2B}"/>
              </a:ext>
            </a:extLst>
          </p:cNvPr>
          <p:cNvSpPr>
            <a:spLocks xmlns:a="http://schemas.openxmlformats.org/drawingml/2006/main" noGrp="1"/>
          </p:cNvSpPr>
          <p:nvPr/>
        </p:nvSpPr>
        <p:spPr>
          <a:xfrm xmlns:a="http://schemas.openxmlformats.org/drawingml/2006/main">
            <a:off x="2545560" y="32040"/>
            <a:ext cx="7090200" cy="64584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wrap="none" lIns="90000" tIns="45000" rIns="90000" bIns="45000" anchor="t">
            <a:spAutoFit/>
          </a:bodyPr>
          <a:lstStyle xmlns:a="http://schemas.openxmlformats.org/drawingml/2006/main"/>
          <a:p xmlns:a="http://schemas.openxmlformats.org/drawingml/2006/main">
            <a:pPr algn="ctr" defTabSz="914400">
              <a:lnSpc>
                <a:spcPct val="100000"/>
              </a:lnSpc>
              <a:buNone/>
            </a:pPr>
            <a:r>
              <a:rPr sz="1800" b="0" u="none" strike="noStrike">
                <a:solidFill>
                  <a:schemeClr val="lt1"/>
                </a:solidFill>
                <a:latin typeface="Times New Roman"/>
                <a:ea typeface="Times New Roman"/>
                <a:cs typeface="Times New Roman"/>
              </a:rPr>
              <a:t>BỘ CÔNG THƯƠNG</a:t>
            </a:r>
            <a:endParaRPr sz="18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r>
              <a:rPr sz="1800" b="1" u="none" strike="noStrike">
                <a:solidFill>
                  <a:schemeClr val="lt1"/>
                </a:solidFill>
                <a:latin typeface="Times New Roman"/>
                <a:ea typeface="Times New Roman"/>
                <a:cs typeface="Times New Roman"/>
              </a:rPr>
              <a:t>TRƯỜNG ĐẠI HỌC CÔNG THƯƠNG THÀNH PHỐ HỒ CHÍ MINH</a:t>
            </a:r>
            <a:endParaRPr sz="1800" b="0" u="none" strike="noStrike">
              <a:solidFill>
                <a:srgbClr val="000000"/>
              </a:solidFill>
              <a:latin typeface="Times New Roman"/>
              <a:ea typeface="Times New Roman"/>
              <a:cs typeface="Times New Roman"/>
            </a:endParaRPr>
          </a:p>
        </p:txBody>
      </p:sp>
      <p:pic>
        <p:nvPicPr>
          <p:cNvPr id="6" name="Picture 22">
            <a:extLst xmlns:a="http://schemas.openxmlformats.org/drawingml/2006/main">
              <a:ext uri="{FF2B5EF4-FFF2-40B4-BE49-F238E27FC236}">
                <a16:creationId xmlns:a16="http://schemas.microsoft.com/office/drawing/2014/main" id="{AD302114-C943-47D5-91D2-01263E69FD56}"/>
              </a:ext>
            </a:extLst>
          </p:cNvPr>
          <p:cNvPicPr>
            <a:picLocks xmlns:a="http://schemas.openxmlformats.org/drawingml/2006/main" noChangeAspect="1"/>
          </p:cNvPicPr>
          <p:nvPr/>
        </p:nvPicPr>
        <p:blipFill>
          <a:blip xmlns:r="http://schemas.openxmlformats.org/officeDocument/2006/relationships" xmlns:a="http://schemas.openxmlformats.org/drawingml/2006/main" r:embed="R7c57e8e7d7b64217"/>
          <a:stretch xmlns:a="http://schemas.openxmlformats.org/drawingml/2006/main"/>
        </p:blipFill>
        <p:spPr>
          <a:xfrm xmlns:a="http://schemas.openxmlformats.org/drawingml/2006/main">
            <a:off x="356040" y="18000"/>
            <a:ext cx="665640" cy="665640"/>
          </a:xfrm>
          <a:prstGeom xmlns:a="http://schemas.openxmlformats.org/drawingml/2006/main" prst="rect">
            <a:avLst/>
          </a:prstGeom>
          <a:ln xmlns:a="http://schemas.openxmlformats.org/drawingml/2006/main" w="0">
            <a:noFill/>
          </a:ln>
        </p:spPr>
      </p:pic>
      <p:sp>
        <p:nvSpPr>
          <p:cNvPr id="7" name="PlaceHolder 2">
            <a:extLst xmlns:a="http://schemas.openxmlformats.org/drawingml/2006/main">
              <a:ext uri="{FF2B5EF4-FFF2-40B4-BE49-F238E27FC236}">
                <a16:creationId xmlns:a16="http://schemas.microsoft.com/office/drawing/2014/main" id="{F81B1650-0B5E-47AC-A709-ABC5FC5B8784}"/>
              </a:ext>
            </a:extLst>
          </p:cNvPr>
          <p:cNvSpPr>
            <a:spLocks xmlns:a="http://schemas.openxmlformats.org/drawingml/2006/main" noGrp="1"/>
          </p:cNvSpPr>
          <p:nvPr>
            <p:ph type="title" idx="0"/>
          </p:nvPr>
        </p:nvSpPr>
        <p:spPr>
          <a:xfrm xmlns:a="http://schemas.openxmlformats.org/drawingml/2006/main">
            <a:off x="609480" y="273600"/>
            <a:ext cx="10972440" cy="114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indent="0">
              <a:buNone/>
            </a:pPr>
            <a:r>
              <a:rPr sz="1800" b="0" u="none" strike="noStrike">
                <a:solidFill>
                  <a:schemeClr val="dk1"/>
                </a:solidFill>
                <a:latin typeface="Times New Roman"/>
                <a:ea typeface="Times New Roman"/>
                <a:cs typeface="Times New Roman"/>
              </a:rPr>
              <a:t>Click to edit the title text format</a:t>
            </a:r>
          </a:p>
        </p:txBody>
      </p:sp>
      <p:sp>
        <p:nvSpPr>
          <p:cNvPr id="8" name="PlaceHolder 3">
            <a:extLst xmlns:a="http://schemas.openxmlformats.org/drawingml/2006/main">
              <a:ext uri="{FF2B5EF4-FFF2-40B4-BE49-F238E27FC236}">
                <a16:creationId xmlns:a16="http://schemas.microsoft.com/office/drawing/2014/main" id="{B6525B19-D4E5-4E55-AB0A-BAA49D07922B}"/>
              </a:ext>
            </a:extLst>
          </p:cNvPr>
          <p:cNvSpPr>
            <a:spLocks xmlns:a="http://schemas.openxmlformats.org/drawingml/2006/main" noGrp="1"/>
          </p:cNvSpPr>
          <p:nvPr>
            <p:ph type="body" idx="0"/>
          </p:nvPr>
        </p:nvSpPr>
        <p:spPr>
          <a:xfrm xmlns:a="http://schemas.openxmlformats.org/drawingml/2006/main">
            <a:off x="609480" y="1604520"/>
            <a:ext cx="10972440" cy="39772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a:bodyPr>
          <a:lstStyle xmlns:a="http://schemas.openxmlformats.org/drawingml/2006/main"/>
          <a:p xmlns:a="http://schemas.openxmlformats.org/drawingml/2006/main">
            <a:pPr marL="432000" indent="-324000">
              <a:lnSpc>
                <a:spcPct val="90000"/>
              </a:lnSpc>
              <a:spcBef>
                <a:spcPts val="1417"/>
              </a:spcBef>
              <a:buClr>
                <a:srgbClr val="000000"/>
              </a:buClr>
              <a:buSzPct val="45000"/>
              <a:buFont typeface="Times New Roman"/>
              <a:buChar char=""/>
            </a:pPr>
            <a:r>
              <a:rPr sz="2800" b="0" u="none" strike="noStrike">
                <a:solidFill>
                  <a:schemeClr val="dk1"/>
                </a:solidFill>
                <a:latin typeface="Times New Roman"/>
                <a:ea typeface="Times New Roman"/>
                <a:cs typeface="Times New Roman"/>
              </a:rPr>
              <a:t>Click to edit the outline text format</a:t>
            </a:r>
          </a:p>
          <a:p xmlns:a="http://schemas.openxmlformats.org/drawingml/2006/main">
            <a:pPr marL="864000" lvl="1" indent="-324000">
              <a:lnSpc>
                <a:spcPct val="90000"/>
              </a:lnSpc>
              <a:spcBef>
                <a:spcPts val="1134"/>
              </a:spcBef>
              <a:buClr>
                <a:srgbClr val="000000"/>
              </a:buClr>
              <a:buSzPct val="75000"/>
              <a:buFont typeface="Times New Roman"/>
              <a:buChar char=""/>
            </a:pPr>
            <a:r>
              <a:rPr sz="2000" b="0" u="none" strike="noStrike">
                <a:solidFill>
                  <a:schemeClr val="dk1"/>
                </a:solidFill>
                <a:latin typeface="Times New Roman"/>
                <a:ea typeface="Times New Roman"/>
                <a:cs typeface="Times New Roman"/>
              </a:rPr>
              <a:t>Second Outline Level</a:t>
            </a:r>
          </a:p>
          <a:p xmlns:a="http://schemas.openxmlformats.org/drawingml/2006/main">
            <a:pPr marL="1296000" lvl="2" indent="-288000">
              <a:lnSpc>
                <a:spcPct val="90000"/>
              </a:lnSpc>
              <a:spcBef>
                <a:spcPts val="850"/>
              </a:spcBef>
              <a:buClr>
                <a:srgbClr val="000000"/>
              </a:buClr>
              <a:buSzPct val="45000"/>
              <a:buFont typeface="Times New Roman"/>
              <a:buChar char=""/>
            </a:pPr>
            <a:r>
              <a:rPr sz="1800" b="0" u="none" strike="noStrike">
                <a:solidFill>
                  <a:schemeClr val="dk1"/>
                </a:solidFill>
                <a:latin typeface="Times New Roman"/>
                <a:ea typeface="Times New Roman"/>
                <a:cs typeface="Times New Roman"/>
              </a:rPr>
              <a:t>Third Outline Level</a:t>
            </a:r>
          </a:p>
          <a:p xmlns:a="http://schemas.openxmlformats.org/drawingml/2006/main">
            <a:pPr marL="1728000" lvl="3" indent="-216000">
              <a:lnSpc>
                <a:spcPct val="90000"/>
              </a:lnSpc>
              <a:spcBef>
                <a:spcPts val="567"/>
              </a:spcBef>
              <a:buClr>
                <a:srgbClr val="000000"/>
              </a:buClr>
              <a:buSzPct val="75000"/>
              <a:buFont typeface="Times New Roman"/>
              <a:buChar char=""/>
            </a:pPr>
            <a:r>
              <a:rPr sz="1800" b="0" u="none" strike="noStrike">
                <a:solidFill>
                  <a:schemeClr val="dk1"/>
                </a:solidFill>
                <a:latin typeface="Times New Roman"/>
                <a:ea typeface="Times New Roman"/>
                <a:cs typeface="Times New Roman"/>
              </a:rPr>
              <a:t>Fourth Outline Level</a:t>
            </a:r>
          </a:p>
          <a:p xmlns:a="http://schemas.openxmlformats.org/drawingml/2006/main">
            <a:pPr marL="2160000" lvl="4" indent="-216000">
              <a:lnSpc>
                <a:spcPct val="90000"/>
              </a:lnSpc>
              <a:spcBef>
                <a:spcPts val="283"/>
              </a:spcBef>
              <a:buClr>
                <a:srgbClr val="000000"/>
              </a:buClr>
              <a:buSzPct val="45000"/>
              <a:buFont typeface="Times New Roman"/>
              <a:buChar char=""/>
            </a:pPr>
            <a:r>
              <a:rPr sz="2000" b="0" u="none" strike="noStrike">
                <a:solidFill>
                  <a:schemeClr val="dk1"/>
                </a:solidFill>
                <a:latin typeface="Times New Roman"/>
                <a:ea typeface="Times New Roman"/>
                <a:cs typeface="Times New Roman"/>
              </a:rPr>
              <a:t>Fifth Outline Level</a:t>
            </a:r>
          </a:p>
          <a:p xmlns:a="http://schemas.openxmlformats.org/drawingml/2006/main">
            <a:pPr marL="2592000" lvl="5" indent="-216000">
              <a:lnSpc>
                <a:spcPct val="90000"/>
              </a:lnSpc>
              <a:spcBef>
                <a:spcPts val="283"/>
              </a:spcBef>
              <a:buClr>
                <a:srgbClr val="000000"/>
              </a:buClr>
              <a:buSzPct val="45000"/>
              <a:buFont typeface="Times New Roman"/>
              <a:buChar char=""/>
            </a:pPr>
            <a:r>
              <a:rPr sz="2000" b="0" u="none" strike="noStrike">
                <a:solidFill>
                  <a:schemeClr val="dk1"/>
                </a:solidFill>
                <a:latin typeface="Times New Roman"/>
                <a:ea typeface="Times New Roman"/>
                <a:cs typeface="Times New Roman"/>
              </a:rPr>
              <a:t>Sixth Outline Level</a:t>
            </a:r>
          </a:p>
          <a:p xmlns:a="http://schemas.openxmlformats.org/drawingml/2006/main">
            <a:pPr marL="3024000" lvl="6" indent="-216000">
              <a:lnSpc>
                <a:spcPct val="90000"/>
              </a:lnSpc>
              <a:spcBef>
                <a:spcPts val="283"/>
              </a:spcBef>
              <a:buClr>
                <a:srgbClr val="000000"/>
              </a:buClr>
              <a:buSzPct val="45000"/>
              <a:buFont typeface="Times New Roman"/>
              <a:buChar char=""/>
            </a:pPr>
            <a:r>
              <a:rPr sz="2000" b="0" u="none" strike="noStrike">
                <a:solidFill>
                  <a:schemeClr val="dk1"/>
                </a:solidFill>
                <a:latin typeface="Times New Roman"/>
                <a:ea typeface="Times New Roman"/>
                <a:cs typeface="Times New Roman"/>
              </a:rPr>
              <a:t>Seventh Outline Level</a:t>
            </a:r>
          </a:p>
        </p:txBody>
      </p:sp>
    </p:spTree>
  </p:cSld>
</p:sldLayout>
</file>

<file path=ppt/slideLayouts/slideLayout2.xml><?xml version="1.0" encoding="utf-8"?>
<p:sldLayout xmlns:p="http://schemas.openxmlformats.org/presentationml/2006/main" type="vertTx" preserve="1">
  <p:cSld name="Title and Vertical Text">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PlaceHolder 1">
            <a:extLst xmlns:a="http://schemas.openxmlformats.org/drawingml/2006/main">
              <a:ext uri="{FF2B5EF4-FFF2-40B4-BE49-F238E27FC236}">
                <a16:creationId xmlns:a16="http://schemas.microsoft.com/office/drawing/2014/main" id="{81C1EE03-3188-4D4A-BBE8-65D7BE5298DC}"/>
              </a:ext>
            </a:extLst>
          </p:cNvPr>
          <p:cNvSpPr>
            <a:spLocks xmlns:a="http://schemas.openxmlformats.org/drawingml/2006/main" noGrp="1"/>
          </p:cNvSpPr>
          <p:nvPr>
            <p:ph type="body" idx="0"/>
          </p:nvPr>
        </p:nvSpPr>
        <p:spPr>
          <a:xfrm xmlns:a="http://schemas.openxmlformats.org/drawingml/2006/main">
            <a:off x="838080" y="1825560"/>
            <a:ext cx="10515240" cy="43509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vert="eaVert" lIns="91440" tIns="45720" rIns="91440" bIns="45720" anchor="t">
            <a:noAutofit/>
          </a:bodyPr>
          <a:lstStyle xmlns:a="http://schemas.openxmlformats.org/drawingml/2006/main"/>
          <a:p xmlns:a="http://schemas.openxmlformats.org/drawingml/2006/main">
            <a:pPr marL="432000" indent="-324000">
              <a:lnSpc>
                <a:spcPct val="90000"/>
              </a:lnSpc>
              <a:spcBef>
                <a:spcPts val="1417"/>
              </a:spcBef>
              <a:buClr>
                <a:srgbClr val="000000"/>
              </a:buClr>
              <a:buSzPct val="45000"/>
              <a:buFont typeface="Times New Roman"/>
              <a:buChar char=""/>
            </a:pPr>
            <a:r>
              <a:rPr sz="2800" b="0" u="none" strike="noStrike">
                <a:solidFill>
                  <a:schemeClr val="dk1"/>
                </a:solidFill>
                <a:latin typeface="Times New Roman"/>
                <a:ea typeface="Times New Roman"/>
                <a:cs typeface="Times New Roman"/>
              </a:rPr>
              <a:t>Click to edit the outline text format</a:t>
            </a:r>
          </a:p>
          <a:p xmlns:a="http://schemas.openxmlformats.org/drawingml/2006/main">
            <a:pPr marL="864000" lvl="1" indent="-324000">
              <a:lnSpc>
                <a:spcPct val="90000"/>
              </a:lnSpc>
              <a:spcBef>
                <a:spcPts val="1134"/>
              </a:spcBef>
              <a:buClr>
                <a:srgbClr val="000000"/>
              </a:buClr>
              <a:buSzPct val="75000"/>
              <a:buFont typeface="Times New Roman"/>
              <a:buChar char=""/>
            </a:pPr>
            <a:r>
              <a:rPr sz="2800" b="0" u="none" strike="noStrike">
                <a:solidFill>
                  <a:schemeClr val="dk1"/>
                </a:solidFill>
                <a:latin typeface="Times New Roman"/>
                <a:ea typeface="Times New Roman"/>
                <a:cs typeface="Times New Roman"/>
              </a:rPr>
              <a:t>Second Outline Level</a:t>
            </a:r>
          </a:p>
          <a:p xmlns:a="http://schemas.openxmlformats.org/drawingml/2006/main">
            <a:pPr marL="1296000" lvl="2" indent="-288000">
              <a:lnSpc>
                <a:spcPct val="90000"/>
              </a:lnSpc>
              <a:spcBef>
                <a:spcPts val="850"/>
              </a:spcBef>
              <a:buClr>
                <a:srgbClr val="000000"/>
              </a:buClr>
              <a:buSzPct val="45000"/>
              <a:buFont typeface="Times New Roman"/>
              <a:buChar char=""/>
            </a:pPr>
            <a:r>
              <a:rPr sz="2800" b="0" u="none" strike="noStrike">
                <a:solidFill>
                  <a:schemeClr val="dk1"/>
                </a:solidFill>
                <a:latin typeface="Times New Roman"/>
                <a:ea typeface="Times New Roman"/>
                <a:cs typeface="Times New Roman"/>
              </a:rPr>
              <a:t>Third Outline Level</a:t>
            </a:r>
          </a:p>
          <a:p xmlns:a="http://schemas.openxmlformats.org/drawingml/2006/main">
            <a:pPr marL="1728000" lvl="3" indent="-216000">
              <a:lnSpc>
                <a:spcPct val="90000"/>
              </a:lnSpc>
              <a:spcBef>
                <a:spcPts val="567"/>
              </a:spcBef>
              <a:buClr>
                <a:srgbClr val="000000"/>
              </a:buClr>
              <a:buSzPct val="75000"/>
              <a:buFont typeface="Times New Roman"/>
              <a:buChar char=""/>
            </a:pPr>
            <a:r>
              <a:rPr sz="2800" b="0" u="none" strike="noStrike">
                <a:solidFill>
                  <a:schemeClr val="dk1"/>
                </a:solidFill>
                <a:latin typeface="Times New Roman"/>
                <a:ea typeface="Times New Roman"/>
                <a:cs typeface="Times New Roman"/>
              </a:rPr>
              <a:t>Fourth Outline Level</a:t>
            </a:r>
          </a:p>
          <a:p xmlns:a="http://schemas.openxmlformats.org/drawingml/2006/main">
            <a:pPr marL="2160000" lvl="4" indent="-216000">
              <a:lnSpc>
                <a:spcPct val="90000"/>
              </a:lnSpc>
              <a:spcBef>
                <a:spcPts val="283"/>
              </a:spcBef>
              <a:buClr>
                <a:srgbClr val="000000"/>
              </a:buClr>
              <a:buSzPct val="45000"/>
              <a:buFont typeface="Times New Roman"/>
              <a:buChar char=""/>
            </a:pPr>
            <a:r>
              <a:rPr sz="2800" b="0" u="none" strike="noStrike">
                <a:solidFill>
                  <a:schemeClr val="dk1"/>
                </a:solidFill>
                <a:latin typeface="Times New Roman"/>
                <a:ea typeface="Times New Roman"/>
                <a:cs typeface="Times New Roman"/>
              </a:rPr>
              <a:t>Fifth Outline Level</a:t>
            </a:r>
          </a:p>
          <a:p xmlns:a="http://schemas.openxmlformats.org/drawingml/2006/main">
            <a:pPr marL="2592000" lvl="5" indent="-216000">
              <a:lnSpc>
                <a:spcPct val="90000"/>
              </a:lnSpc>
              <a:spcBef>
                <a:spcPts val="283"/>
              </a:spcBef>
              <a:buClr>
                <a:srgbClr val="000000"/>
              </a:buClr>
              <a:buSzPct val="45000"/>
              <a:buFont typeface="Times New Roman"/>
              <a:buChar char=""/>
            </a:pPr>
            <a:r>
              <a:rPr sz="2800" b="0" u="none" strike="noStrike">
                <a:solidFill>
                  <a:schemeClr val="dk1"/>
                </a:solidFill>
                <a:latin typeface="Times New Roman"/>
                <a:ea typeface="Times New Roman"/>
                <a:cs typeface="Times New Roman"/>
              </a:rPr>
              <a:t>Sixth Outline Level</a:t>
            </a:r>
          </a:p>
          <a:p xmlns:a="http://schemas.openxmlformats.org/drawingml/2006/main">
            <a:pPr marL="3024000" lvl="6" indent="-216000">
              <a:lnSpc>
                <a:spcPct val="90000"/>
              </a:lnSpc>
              <a:spcBef>
                <a:spcPts val="283"/>
              </a:spcBef>
              <a:buClr>
                <a:srgbClr val="000000"/>
              </a:buClr>
              <a:buSzPct val="45000"/>
              <a:buFont typeface="Times New Roman"/>
              <a:buChar char=""/>
            </a:pPr>
            <a:r>
              <a:rPr sz="2800" b="0" u="none" strike="noStrike">
                <a:solidFill>
                  <a:schemeClr val="dk1"/>
                </a:solidFill>
                <a:latin typeface="Times New Roman"/>
                <a:ea typeface="Times New Roman"/>
                <a:cs typeface="Times New Roman"/>
              </a:rPr>
              <a:t>Seventh Outline Level</a:t>
            </a:r>
          </a:p>
        </p:txBody>
      </p:sp>
      <p:sp>
        <p:nvSpPr>
          <p:cNvPr id="10" name="Rectangle 6">
            <a:extLst xmlns:a="http://schemas.openxmlformats.org/drawingml/2006/main">
              <a:ext uri="{FF2B5EF4-FFF2-40B4-BE49-F238E27FC236}">
                <a16:creationId xmlns:a16="http://schemas.microsoft.com/office/drawing/2014/main" id="{FFB83D18-D7B3-4E7C-9002-034DBA5F0A77}"/>
              </a:ext>
            </a:extLst>
          </p:cNvPr>
          <p:cNvSpPr>
            <a:spLocks xmlns:a="http://schemas.openxmlformats.org/drawingml/2006/main" noGrp="1"/>
          </p:cNvSpPr>
          <p:nvPr/>
        </p:nvSpPr>
        <p:spPr>
          <a:xfrm xmlns:a="http://schemas.openxmlformats.org/drawingml/2006/main">
            <a:off x="0" y="-8280"/>
            <a:ext cx="12191760" cy="713160"/>
          </a:xfrm>
          <a:prstGeom xmlns:a="http://schemas.openxmlformats.org/drawingml/2006/main" prst="rect">
            <a:avLst/>
          </a:prstGeom>
          <a:solidFill xmlns:a="http://schemas.openxmlformats.org/drawingml/2006/main">
            <a:schemeClr val="accent2"/>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11" name="PlaceHolder 2">
            <a:extLst xmlns:a="http://schemas.openxmlformats.org/drawingml/2006/main">
              <a:ext uri="{FF2B5EF4-FFF2-40B4-BE49-F238E27FC236}">
                <a16:creationId xmlns:a16="http://schemas.microsoft.com/office/drawing/2014/main" id="{5AFDF02E-C374-4D12-80D3-EDF0AC10FFC7}"/>
              </a:ext>
            </a:extLst>
          </p:cNvPr>
          <p:cNvSpPr>
            <a:spLocks xmlns:a="http://schemas.openxmlformats.org/drawingml/2006/main" noGrp="1"/>
          </p:cNvSpPr>
          <p:nvPr>
            <p:ph type="title" idx="0"/>
          </p:nvPr>
        </p:nvSpPr>
        <p:spPr>
          <a:xfrm xmlns:a="http://schemas.openxmlformats.org/drawingml/2006/main">
            <a:off x="838080" y="884160"/>
            <a:ext cx="10515240" cy="8060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91440" tIns="45720" rIns="91440" bIns="45720" anchor="ctr">
            <a:noAutofit/>
          </a:bodyPr>
          <a:lstStyle xmlns:a="http://schemas.openxmlformats.org/drawingml/2006/main"/>
          <a:p xmlns:a="http://schemas.openxmlformats.org/drawingml/2006/main">
            <a:pPr indent="0">
              <a:buNone/>
            </a:pPr>
            <a:r>
              <a:rPr sz="4400" b="0" u="none" strike="noStrike">
                <a:solidFill>
                  <a:schemeClr val="dk1"/>
                </a:solidFill>
                <a:latin typeface="Times New Roman"/>
                <a:ea typeface="Times New Roman"/>
                <a:cs typeface="Times New Roman"/>
              </a:rPr>
              <a:t>Click to edit the title text format</a:t>
            </a:r>
          </a:p>
        </p:txBody>
      </p:sp>
      <p:sp>
        <p:nvSpPr>
          <p:cNvPr id="12" name="Rectangle 11">
            <a:extLst xmlns:a="http://schemas.openxmlformats.org/drawingml/2006/main">
              <a:ext uri="{FF2B5EF4-FFF2-40B4-BE49-F238E27FC236}">
                <a16:creationId xmlns:a16="http://schemas.microsoft.com/office/drawing/2014/main" id="{CEAB62AB-ACB0-442A-B16E-4F4D9BA9351F}"/>
              </a:ext>
            </a:extLst>
          </p:cNvPr>
          <p:cNvSpPr>
            <a:spLocks xmlns:a="http://schemas.openxmlformats.org/drawingml/2006/main" noGrp="1"/>
          </p:cNvSpPr>
          <p:nvPr/>
        </p:nvSpPr>
        <p:spPr>
          <a:xfrm xmlns:a="http://schemas.openxmlformats.org/drawingml/2006/main">
            <a:off x="1775520" y="6721560"/>
            <a:ext cx="10416240" cy="136080"/>
          </a:xfrm>
          <a:custGeom xmlns:a="http://schemas.openxmlformats.org/drawingml/2006/main">
            <a:gdLst>
              <a:gd name="textAreaLeft" fmla="*/ 0 w 10416240"/>
              <a:gd name="textAreaRight" fmla="*/ 10416600 w 10416240"/>
              <a:gd name="textAreaTop" fmla="*/ 0 h 136080"/>
              <a:gd name="textAreaBottom" fmla="*/ 136440 h 136080"/>
              <a:gd name="GluePoint1X" fmla="*/ 94130 w 8187543"/>
              <a:gd name="GluePoint1Y" fmla="*/ 0 h 136562"/>
              <a:gd name="GluePoint2X" fmla="*/ 8187543 w 8187543"/>
              <a:gd name="GluePoint2Y" fmla="*/ 0 h 136562"/>
              <a:gd name="GluePoint3X" fmla="*/ 8187543 w 8187543"/>
              <a:gd name="GluePoint3Y" fmla="*/ 133200 h 136562"/>
              <a:gd name="GluePoint4X" fmla="*/ 0 w 8187543"/>
              <a:gd name="GluePoint4Y" fmla="*/ 136562 h 136562"/>
              <a:gd name="GluePoint5X" fmla="*/ 94130 w 8187543"/>
              <a:gd name="GluePoint5Y" fmla="*/ 0 h 136562"/>
            </a:gdLst>
            <a:rect l="textAreaLeft" t="textAreaTop" r="textAreaRight" b="textAreaBottom"/>
            <a:pathLst>
              <a:path w="8187543" h="136562">
                <a:moveTo>
                  <a:pt x="94130" y="0"/>
                </a:moveTo>
                <a:lnTo>
                  <a:pt x="8187543" y="0"/>
                </a:lnTo>
                <a:lnTo>
                  <a:pt x="8187543" y="133200"/>
                </a:lnTo>
                <a:lnTo>
                  <a:pt x="0" y="136562"/>
                </a:lnTo>
                <a:lnTo>
                  <a:pt x="94130" y="0"/>
                </a:lnTo>
                <a:close/>
              </a:path>
            </a:pathLst>
          </a:custGeom>
          <a:solidFill xmlns:a="http://schemas.openxmlformats.org/drawingml/2006/main">
            <a:schemeClr val="accent2"/>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r>
              <a:rPr sz="1800" b="0" u="none" strike="noStrike">
                <a:solidFill>
                  <a:schemeClr val="lt1"/>
                </a:solidFill>
                <a:latin typeface="Times New Roman"/>
                <a:ea typeface="Times New Roman"/>
                <a:cs typeface="Times New Roman"/>
              </a:rPr>
              <a:t> </a:t>
            </a:r>
            <a:endParaRPr sz="1800" b="0" u="none" strike="noStrike">
              <a:solidFill>
                <a:srgbClr val="FFFFFF"/>
              </a:solidFill>
              <a:latin typeface="Times New Roman"/>
              <a:ea typeface="Times New Roman"/>
              <a:cs typeface="Times New Roman"/>
            </a:endParaRPr>
          </a:p>
        </p:txBody>
      </p:sp>
      <p:pic>
        <p:nvPicPr>
          <p:cNvPr id="13" name="Picture 9">
            <a:extLst xmlns:a="http://schemas.openxmlformats.org/drawingml/2006/main">
              <a:ext uri="{FF2B5EF4-FFF2-40B4-BE49-F238E27FC236}">
                <a16:creationId xmlns:a16="http://schemas.microsoft.com/office/drawing/2014/main" id="{332EA803-9EB5-4D78-8C97-2F7252B3C77A}"/>
              </a:ext>
            </a:extLst>
          </p:cNvPr>
          <p:cNvPicPr>
            <a:picLocks xmlns:a="http://schemas.openxmlformats.org/drawingml/2006/main" noChangeAspect="1"/>
          </p:cNvPicPr>
          <p:nvPr/>
        </p:nvPicPr>
        <p:blipFill>
          <a:blip xmlns:r="http://schemas.openxmlformats.org/officeDocument/2006/relationships" xmlns:a="http://schemas.openxmlformats.org/drawingml/2006/main" r:embed="Rf7a068d4d4a14405"/>
          <a:stretch xmlns:a="http://schemas.openxmlformats.org/drawingml/2006/main"/>
        </p:blipFill>
        <p:spPr>
          <a:xfrm xmlns:a="http://schemas.openxmlformats.org/drawingml/2006/main">
            <a:off x="1828800" y="6739200"/>
            <a:ext cx="10362960" cy="101520"/>
          </a:xfrm>
          <a:prstGeom xmlns:a="http://schemas.openxmlformats.org/drawingml/2006/main" prst="rect">
            <a:avLst/>
          </a:prstGeom>
          <a:ln xmlns:a="http://schemas.openxmlformats.org/drawingml/2006/main" w="0">
            <a:noFill/>
          </a:ln>
        </p:spPr>
      </p:pic>
      <p:sp>
        <p:nvSpPr>
          <p:cNvPr id="14" name="PlaceHolder 3">
            <a:extLst xmlns:a="http://schemas.openxmlformats.org/drawingml/2006/main">
              <a:ext uri="{FF2B5EF4-FFF2-40B4-BE49-F238E27FC236}">
                <a16:creationId xmlns:a16="http://schemas.microsoft.com/office/drawing/2014/main" id="{75CBEA63-C9A3-4C50-BF8D-57A845E864D5}"/>
              </a:ext>
            </a:extLst>
          </p:cNvPr>
          <p:cNvSpPr>
            <a:spLocks xmlns:a="http://schemas.openxmlformats.org/drawingml/2006/main" noGrp="1"/>
          </p:cNvSpPr>
          <p:nvPr>
            <p:ph type="sldNum" idx="2"/>
          </p:nvPr>
        </p:nvSpPr>
        <p:spPr>
          <a:xfrm xmlns:a="http://schemas.openxmlformats.org/drawingml/2006/main">
            <a:off x="11676240" y="6599520"/>
            <a:ext cx="505080" cy="3646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91440" tIns="45720" rIns="91440" bIns="45720" anchor="ctr">
            <a:noAutofit/>
          </a:bodyPr>
          <a:lstStyle xmlns:a="http://schemas.openxmlformats.org/drawingml/2006/main">
            <a:lvl1pPr indent="0" algn="r" defTabSz="914400">
              <a:lnSpc>
                <a:spcPct val="100000"/>
              </a:lnSpc>
              <a:buNone/>
              <a:defRPr sz="1000" b="0" u="none" strike="noStrike">
                <a:solidFill>
                  <a:schemeClr val="lt1">
                    <a:tint val="75000"/>
                  </a:schemeClr>
                </a:solidFill>
                <a:latin typeface="Times New Roman"/>
                <a:ea typeface="Times New Roman"/>
                <a:cs typeface="Times New Roman"/>
              </a:defRPr>
            </a:lvl1pPr>
          </a:lstStyle>
          <a:p xmlns:a="http://schemas.openxmlformats.org/drawingml/2006/main">
            <a:pPr indent="0" algn="r" defTabSz="914400">
              <a:lnSpc>
                <a:spcPct val="100000"/>
              </a:lnSpc>
              <a:buNone/>
            </a:pPr>
            <a:fld id="{05297AA8-0D1D-4A2B-9DD6-97FAE0C63C36}" type="slidenum">
              <a:rPr sz="1000" b="0" u="none" strike="noStrike">
                <a:solidFill>
                  <a:schemeClr val="lt1">
                    <a:tint val="75000"/>
                  </a:schemeClr>
                </a:solidFill>
                <a:latin typeface="Times New Roman"/>
                <a:ea typeface="Times New Roman"/>
                <a:cs typeface="Times New Roman"/>
              </a:rPr>
              <a:t>‹#›</a:t>
            </a:fld>
            <a:endParaRPr sz="1000" b="0" u="none" strike="noStrike">
              <a:solidFill>
                <a:srgbClr val="000000"/>
              </a:solidFill>
              <a:latin typeface="Times New Roman"/>
              <a:ea typeface="Times New Roman"/>
              <a:cs typeface="Times New Roman"/>
            </a:endParaRPr>
          </a:p>
        </p:txBody>
      </p:sp>
      <p:pic>
        <p:nvPicPr>
          <p:cNvPr id="15" name="Picture 3">
            <a:extLst xmlns:a="http://schemas.openxmlformats.org/drawingml/2006/main">
              <a:ext uri="{FF2B5EF4-FFF2-40B4-BE49-F238E27FC236}">
                <a16:creationId xmlns:a16="http://schemas.microsoft.com/office/drawing/2014/main" id="{7A7B9730-D095-4680-9D1D-1F2BB2125516}"/>
              </a:ext>
            </a:extLst>
          </p:cNvPr>
          <p:cNvPicPr>
            <a:picLocks xmlns:a="http://schemas.openxmlformats.org/drawingml/2006/main" noChangeAspect="1"/>
          </p:cNvPicPr>
          <p:nvPr/>
        </p:nvPicPr>
        <p:blipFill>
          <a:blip xmlns:r="http://schemas.openxmlformats.org/officeDocument/2006/relationships" xmlns:a="http://schemas.openxmlformats.org/drawingml/2006/main" r:embed="R9f07c62bfd6b4814"/>
          <a:stretch xmlns:a="http://schemas.openxmlformats.org/drawingml/2006/main"/>
        </p:blipFill>
        <p:spPr>
          <a:xfrm xmlns:a="http://schemas.openxmlformats.org/drawingml/2006/main">
            <a:off x="318600" y="2160"/>
            <a:ext cx="3290040" cy="684720"/>
          </a:xfrm>
          <a:prstGeom xmlns:a="http://schemas.openxmlformats.org/drawingml/2006/main" prst="rect">
            <a:avLst/>
          </a:prstGeom>
          <a:ln xmlns:a="http://schemas.openxmlformats.org/drawingml/2006/main" w="0">
            <a:noFill/>
          </a:ln>
        </p:spPr>
      </p:pic>
    </p:spTree>
  </p:cSld>
</p:sldLayout>
</file>

<file path=ppt/slideLayouts/slideLayout3.xml><?xml version="1.0" encoding="utf-8"?>
<p:sldLayout xmlns:p="http://schemas.openxmlformats.org/presentationml/2006/main" type="blank" preserve="1">
  <p:cSld name="Title and Content">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Rectangle 6">
            <a:extLst xmlns:a="http://schemas.openxmlformats.org/drawingml/2006/main">
              <a:ext uri="{FF2B5EF4-FFF2-40B4-BE49-F238E27FC236}">
                <a16:creationId xmlns:a16="http://schemas.microsoft.com/office/drawing/2014/main" id="{4E2778CB-F4DA-47DC-B4ED-8E1838300E37}"/>
              </a:ext>
            </a:extLst>
          </p:cNvPr>
          <p:cNvSpPr>
            <a:spLocks xmlns:a="http://schemas.openxmlformats.org/drawingml/2006/main" noGrp="1"/>
          </p:cNvSpPr>
          <p:nvPr/>
        </p:nvSpPr>
        <p:spPr>
          <a:xfrm xmlns:a="http://schemas.openxmlformats.org/drawingml/2006/main">
            <a:off x="0" y="-8280"/>
            <a:ext cx="12191760" cy="713160"/>
          </a:xfrm>
          <a:prstGeom xmlns:a="http://schemas.openxmlformats.org/drawingml/2006/main" prst="rect">
            <a:avLst/>
          </a:prstGeom>
          <a:solidFill xmlns:a="http://schemas.openxmlformats.org/drawingml/2006/main">
            <a:schemeClr val="accent2"/>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17" name="PlaceHolder 1">
            <a:extLst xmlns:a="http://schemas.openxmlformats.org/drawingml/2006/main">
              <a:ext uri="{FF2B5EF4-FFF2-40B4-BE49-F238E27FC236}">
                <a16:creationId xmlns:a16="http://schemas.microsoft.com/office/drawing/2014/main" id="{7B37CE07-0448-4506-B753-A97D5A669EDF}"/>
              </a:ext>
            </a:extLst>
          </p:cNvPr>
          <p:cNvSpPr>
            <a:spLocks xmlns:a="http://schemas.openxmlformats.org/drawingml/2006/main" noGrp="1"/>
          </p:cNvSpPr>
          <p:nvPr>
            <p:ph type="title" idx="0"/>
          </p:nvPr>
        </p:nvSpPr>
        <p:spPr>
          <a:xfrm xmlns:a="http://schemas.openxmlformats.org/drawingml/2006/main">
            <a:off x="838080" y="884160"/>
            <a:ext cx="10515240" cy="8060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91440" tIns="45720" rIns="91440" bIns="45720" anchor="ctr">
            <a:noAutofit/>
          </a:bodyPr>
          <a:lstStyle xmlns:a="http://schemas.openxmlformats.org/drawingml/2006/main"/>
          <a:p xmlns:a="http://schemas.openxmlformats.org/drawingml/2006/main">
            <a:pPr indent="0">
              <a:buNone/>
            </a:pPr>
            <a:r>
              <a:rPr sz="4400" b="0" u="none" strike="noStrike">
                <a:solidFill>
                  <a:schemeClr val="dk1"/>
                </a:solidFill>
                <a:latin typeface="Times New Roman"/>
                <a:ea typeface="Times New Roman"/>
                <a:cs typeface="Times New Roman"/>
              </a:rPr>
              <a:t>Click to edit the title text format</a:t>
            </a:r>
          </a:p>
        </p:txBody>
      </p:sp>
      <p:sp>
        <p:nvSpPr>
          <p:cNvPr id="18" name="PlaceHolder 2">
            <a:extLst xmlns:a="http://schemas.openxmlformats.org/drawingml/2006/main">
              <a:ext uri="{FF2B5EF4-FFF2-40B4-BE49-F238E27FC236}">
                <a16:creationId xmlns:a16="http://schemas.microsoft.com/office/drawing/2014/main" id="{1FA973D0-65D1-4CDE-82FF-38130DE170D8}"/>
              </a:ext>
            </a:extLst>
          </p:cNvPr>
          <p:cNvSpPr>
            <a:spLocks xmlns:a="http://schemas.openxmlformats.org/drawingml/2006/main" noGrp="1"/>
          </p:cNvSpPr>
          <p:nvPr>
            <p:ph type="body" idx="0"/>
          </p:nvPr>
        </p:nvSpPr>
        <p:spPr>
          <a:xfrm xmlns:a="http://schemas.openxmlformats.org/drawingml/2006/main">
            <a:off x="838080" y="1825560"/>
            <a:ext cx="10515240" cy="43509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91440" tIns="45720" rIns="91440" bIns="45720" anchor="t">
            <a:noAutofit/>
          </a:bodyPr>
          <a:lstStyle xmlns:a="http://schemas.openxmlformats.org/drawingml/2006/main"/>
          <a:p xmlns:a="http://schemas.openxmlformats.org/drawingml/2006/main">
            <a:pPr marL="432000" indent="-324000">
              <a:lnSpc>
                <a:spcPct val="90000"/>
              </a:lnSpc>
              <a:spcBef>
                <a:spcPts val="1417"/>
              </a:spcBef>
              <a:buClr>
                <a:srgbClr val="000000"/>
              </a:buClr>
              <a:buSzPct val="45000"/>
              <a:buFont typeface="Times New Roman"/>
              <a:buChar char=""/>
            </a:pPr>
            <a:r>
              <a:rPr sz="2800" b="0" u="none" strike="noStrike">
                <a:solidFill>
                  <a:schemeClr val="dk1"/>
                </a:solidFill>
                <a:latin typeface="Times New Roman"/>
                <a:ea typeface="Times New Roman"/>
                <a:cs typeface="Times New Roman"/>
              </a:rPr>
              <a:t>Click to edit the outline text format</a:t>
            </a:r>
          </a:p>
          <a:p xmlns:a="http://schemas.openxmlformats.org/drawingml/2006/main">
            <a:pPr marL="864000" lvl="1" indent="-324000">
              <a:lnSpc>
                <a:spcPct val="90000"/>
              </a:lnSpc>
              <a:spcBef>
                <a:spcPts val="1134"/>
              </a:spcBef>
              <a:buClr>
                <a:srgbClr val="000000"/>
              </a:buClr>
              <a:buSzPct val="75000"/>
              <a:buFont typeface="Times New Roman"/>
              <a:buChar char=""/>
            </a:pPr>
            <a:r>
              <a:rPr sz="2800" b="0" u="none" strike="noStrike">
                <a:solidFill>
                  <a:schemeClr val="dk1"/>
                </a:solidFill>
                <a:latin typeface="Times New Roman"/>
                <a:ea typeface="Times New Roman"/>
                <a:cs typeface="Times New Roman"/>
              </a:rPr>
              <a:t>Second Outline Level</a:t>
            </a:r>
          </a:p>
          <a:p xmlns:a="http://schemas.openxmlformats.org/drawingml/2006/main">
            <a:pPr marL="1296000" lvl="2" indent="-288000">
              <a:lnSpc>
                <a:spcPct val="90000"/>
              </a:lnSpc>
              <a:spcBef>
                <a:spcPts val="850"/>
              </a:spcBef>
              <a:buClr>
                <a:srgbClr val="000000"/>
              </a:buClr>
              <a:buSzPct val="45000"/>
              <a:buFont typeface="Times New Roman"/>
              <a:buChar char=""/>
            </a:pPr>
            <a:r>
              <a:rPr sz="2800" b="0" u="none" strike="noStrike">
                <a:solidFill>
                  <a:schemeClr val="dk1"/>
                </a:solidFill>
                <a:latin typeface="Times New Roman"/>
                <a:ea typeface="Times New Roman"/>
                <a:cs typeface="Times New Roman"/>
              </a:rPr>
              <a:t>Third Outline Level</a:t>
            </a:r>
          </a:p>
          <a:p xmlns:a="http://schemas.openxmlformats.org/drawingml/2006/main">
            <a:pPr marL="1728000" lvl="3" indent="-216000">
              <a:lnSpc>
                <a:spcPct val="90000"/>
              </a:lnSpc>
              <a:spcBef>
                <a:spcPts val="567"/>
              </a:spcBef>
              <a:buClr>
                <a:srgbClr val="000000"/>
              </a:buClr>
              <a:buSzPct val="75000"/>
              <a:buFont typeface="Times New Roman"/>
              <a:buChar char=""/>
            </a:pPr>
            <a:r>
              <a:rPr sz="2800" b="0" u="none" strike="noStrike">
                <a:solidFill>
                  <a:schemeClr val="dk1"/>
                </a:solidFill>
                <a:latin typeface="Times New Roman"/>
                <a:ea typeface="Times New Roman"/>
                <a:cs typeface="Times New Roman"/>
              </a:rPr>
              <a:t>Fourth Outline Level</a:t>
            </a:r>
          </a:p>
          <a:p xmlns:a="http://schemas.openxmlformats.org/drawingml/2006/main">
            <a:pPr marL="2160000" lvl="4" indent="-216000">
              <a:lnSpc>
                <a:spcPct val="90000"/>
              </a:lnSpc>
              <a:spcBef>
                <a:spcPts val="283"/>
              </a:spcBef>
              <a:buClr>
                <a:srgbClr val="000000"/>
              </a:buClr>
              <a:buSzPct val="45000"/>
              <a:buFont typeface="Times New Roman"/>
              <a:buChar char=""/>
            </a:pPr>
            <a:r>
              <a:rPr sz="2800" b="0" u="none" strike="noStrike">
                <a:solidFill>
                  <a:schemeClr val="dk1"/>
                </a:solidFill>
                <a:latin typeface="Times New Roman"/>
                <a:ea typeface="Times New Roman"/>
                <a:cs typeface="Times New Roman"/>
              </a:rPr>
              <a:t>Fifth Outline Level</a:t>
            </a:r>
          </a:p>
          <a:p xmlns:a="http://schemas.openxmlformats.org/drawingml/2006/main">
            <a:pPr marL="2592000" lvl="5" indent="-216000">
              <a:lnSpc>
                <a:spcPct val="90000"/>
              </a:lnSpc>
              <a:spcBef>
                <a:spcPts val="283"/>
              </a:spcBef>
              <a:buClr>
                <a:srgbClr val="000000"/>
              </a:buClr>
              <a:buSzPct val="45000"/>
              <a:buFont typeface="Times New Roman"/>
              <a:buChar char=""/>
            </a:pPr>
            <a:r>
              <a:rPr sz="2800" b="0" u="none" strike="noStrike">
                <a:solidFill>
                  <a:schemeClr val="dk1"/>
                </a:solidFill>
                <a:latin typeface="Times New Roman"/>
                <a:ea typeface="Times New Roman"/>
                <a:cs typeface="Times New Roman"/>
              </a:rPr>
              <a:t>Sixth Outline Level</a:t>
            </a:r>
          </a:p>
          <a:p xmlns:a="http://schemas.openxmlformats.org/drawingml/2006/main">
            <a:pPr marL="3024000" lvl="6" indent="-216000">
              <a:lnSpc>
                <a:spcPct val="90000"/>
              </a:lnSpc>
              <a:spcBef>
                <a:spcPts val="283"/>
              </a:spcBef>
              <a:buClr>
                <a:srgbClr val="000000"/>
              </a:buClr>
              <a:buSzPct val="45000"/>
              <a:buFont typeface="Times New Roman"/>
              <a:buChar char=""/>
            </a:pPr>
            <a:r>
              <a:rPr sz="2800" b="0" u="none" strike="noStrike">
                <a:solidFill>
                  <a:schemeClr val="dk1"/>
                </a:solidFill>
                <a:latin typeface="Times New Roman"/>
                <a:ea typeface="Times New Roman"/>
                <a:cs typeface="Times New Roman"/>
              </a:rPr>
              <a:t>Seventh Outline Level</a:t>
            </a:r>
          </a:p>
        </p:txBody>
      </p:sp>
      <p:pic>
        <p:nvPicPr>
          <p:cNvPr id="19" name="Picture 9">
            <a:extLst xmlns:a="http://schemas.openxmlformats.org/drawingml/2006/main">
              <a:ext uri="{FF2B5EF4-FFF2-40B4-BE49-F238E27FC236}">
                <a16:creationId xmlns:a16="http://schemas.microsoft.com/office/drawing/2014/main" id="{E0C28BC5-D099-4E4A-A9E3-06E36D3861BC}"/>
              </a:ext>
            </a:extLst>
          </p:cNvPr>
          <p:cNvPicPr>
            <a:picLocks xmlns:a="http://schemas.openxmlformats.org/drawingml/2006/main" noChangeAspect="1"/>
          </p:cNvPicPr>
          <p:nvPr/>
        </p:nvPicPr>
        <p:blipFill>
          <a:blip xmlns:r="http://schemas.openxmlformats.org/officeDocument/2006/relationships" xmlns:a="http://schemas.openxmlformats.org/drawingml/2006/main" r:embed="R69e30216a63846ad"/>
          <a:stretch xmlns:a="http://schemas.openxmlformats.org/drawingml/2006/main"/>
        </p:blipFill>
        <p:spPr>
          <a:xfrm xmlns:a="http://schemas.openxmlformats.org/drawingml/2006/main">
            <a:off x="318600" y="2160"/>
            <a:ext cx="3290040" cy="684720"/>
          </a:xfrm>
          <a:prstGeom xmlns:a="http://schemas.openxmlformats.org/drawingml/2006/main" prst="rect">
            <a:avLst/>
          </a:prstGeom>
          <a:ln xmlns:a="http://schemas.openxmlformats.org/drawingml/2006/main" w="0">
            <a:noFill/>
          </a:ln>
        </p:spPr>
      </p:pic>
      <p:sp>
        <p:nvSpPr>
          <p:cNvPr id="20" name="Rectangle 11">
            <a:extLst xmlns:a="http://schemas.openxmlformats.org/drawingml/2006/main">
              <a:ext uri="{FF2B5EF4-FFF2-40B4-BE49-F238E27FC236}">
                <a16:creationId xmlns:a16="http://schemas.microsoft.com/office/drawing/2014/main" id="{5A1E2D03-CEC0-4069-8689-6D00F0C803FF}"/>
              </a:ext>
            </a:extLst>
          </p:cNvPr>
          <p:cNvSpPr>
            <a:spLocks xmlns:a="http://schemas.openxmlformats.org/drawingml/2006/main" noGrp="1"/>
          </p:cNvSpPr>
          <p:nvPr/>
        </p:nvSpPr>
        <p:spPr>
          <a:xfrm xmlns:a="http://schemas.openxmlformats.org/drawingml/2006/main">
            <a:off x="1775520" y="6721560"/>
            <a:ext cx="10416240" cy="136080"/>
          </a:xfrm>
          <a:custGeom xmlns:a="http://schemas.openxmlformats.org/drawingml/2006/main">
            <a:gdLst>
              <a:gd name="textAreaLeft" fmla="*/ 0 w 10416240"/>
              <a:gd name="textAreaRight" fmla="*/ 10416600 w 10416240"/>
              <a:gd name="textAreaTop" fmla="*/ 0 h 136080"/>
              <a:gd name="textAreaBottom" fmla="*/ 136440 h 136080"/>
              <a:gd name="GluePoint1X" fmla="*/ 94130 w 8187543"/>
              <a:gd name="GluePoint1Y" fmla="*/ 0 h 136562"/>
              <a:gd name="GluePoint2X" fmla="*/ 8187543 w 8187543"/>
              <a:gd name="GluePoint2Y" fmla="*/ 0 h 136562"/>
              <a:gd name="GluePoint3X" fmla="*/ 8187543 w 8187543"/>
              <a:gd name="GluePoint3Y" fmla="*/ 133200 h 136562"/>
              <a:gd name="GluePoint4X" fmla="*/ 0 w 8187543"/>
              <a:gd name="GluePoint4Y" fmla="*/ 136562 h 136562"/>
              <a:gd name="GluePoint5X" fmla="*/ 94130 w 8187543"/>
              <a:gd name="GluePoint5Y" fmla="*/ 0 h 136562"/>
            </a:gdLst>
            <a:rect l="textAreaLeft" t="textAreaTop" r="textAreaRight" b="textAreaBottom"/>
            <a:pathLst>
              <a:path w="8187543" h="136562">
                <a:moveTo>
                  <a:pt x="94130" y="0"/>
                </a:moveTo>
                <a:lnTo>
                  <a:pt x="8187543" y="0"/>
                </a:lnTo>
                <a:lnTo>
                  <a:pt x="8187543" y="133200"/>
                </a:lnTo>
                <a:lnTo>
                  <a:pt x="0" y="136562"/>
                </a:lnTo>
                <a:lnTo>
                  <a:pt x="94130" y="0"/>
                </a:lnTo>
                <a:close/>
              </a:path>
            </a:pathLst>
          </a:custGeom>
          <a:solidFill xmlns:a="http://schemas.openxmlformats.org/drawingml/2006/main">
            <a:schemeClr val="accent2"/>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r>
              <a:rPr sz="1800" b="0" u="none" strike="noStrike">
                <a:solidFill>
                  <a:schemeClr val="lt1"/>
                </a:solidFill>
                <a:latin typeface="Times New Roman"/>
                <a:ea typeface="Times New Roman"/>
                <a:cs typeface="Times New Roman"/>
              </a:rPr>
              <a:t> </a:t>
            </a:r>
            <a:endParaRPr sz="1800" b="0" u="none" strike="noStrike">
              <a:solidFill>
                <a:srgbClr val="FFFFFF"/>
              </a:solidFill>
              <a:latin typeface="Times New Roman"/>
              <a:ea typeface="Times New Roman"/>
              <a:cs typeface="Times New Roman"/>
            </a:endParaRPr>
          </a:p>
        </p:txBody>
      </p:sp>
      <p:pic>
        <p:nvPicPr>
          <p:cNvPr id="21" name="Picture 11">
            <a:extLst xmlns:a="http://schemas.openxmlformats.org/drawingml/2006/main">
              <a:ext uri="{FF2B5EF4-FFF2-40B4-BE49-F238E27FC236}">
                <a16:creationId xmlns:a16="http://schemas.microsoft.com/office/drawing/2014/main" id="{45A88D18-80FB-4D7F-9DFB-F0E3A1ECCC56}"/>
              </a:ext>
            </a:extLst>
          </p:cNvPr>
          <p:cNvPicPr>
            <a:picLocks xmlns:a="http://schemas.openxmlformats.org/drawingml/2006/main" noChangeAspect="1"/>
          </p:cNvPicPr>
          <p:nvPr/>
        </p:nvPicPr>
        <p:blipFill>
          <a:blip xmlns:r="http://schemas.openxmlformats.org/officeDocument/2006/relationships" xmlns:a="http://schemas.openxmlformats.org/drawingml/2006/main" r:embed="Ra9a2e68451f84674"/>
          <a:stretch xmlns:a="http://schemas.openxmlformats.org/drawingml/2006/main"/>
        </p:blipFill>
        <p:spPr>
          <a:xfrm xmlns:a="http://schemas.openxmlformats.org/drawingml/2006/main">
            <a:off x="1828800" y="6739200"/>
            <a:ext cx="10362960" cy="101520"/>
          </a:xfrm>
          <a:prstGeom xmlns:a="http://schemas.openxmlformats.org/drawingml/2006/main" prst="rect">
            <a:avLst/>
          </a:prstGeom>
          <a:ln xmlns:a="http://schemas.openxmlformats.org/drawingml/2006/main" w="0">
            <a:noFill/>
          </a:ln>
        </p:spPr>
      </p:pic>
      <p:sp>
        <p:nvSpPr>
          <p:cNvPr id="22" name="PlaceHolder 3">
            <a:extLst xmlns:a="http://schemas.openxmlformats.org/drawingml/2006/main">
              <a:ext uri="{FF2B5EF4-FFF2-40B4-BE49-F238E27FC236}">
                <a16:creationId xmlns:a16="http://schemas.microsoft.com/office/drawing/2014/main" id="{37758288-CD6E-4F19-BD67-D504D4D4C067}"/>
              </a:ext>
            </a:extLst>
          </p:cNvPr>
          <p:cNvSpPr>
            <a:spLocks xmlns:a="http://schemas.openxmlformats.org/drawingml/2006/main" noGrp="1"/>
          </p:cNvSpPr>
          <p:nvPr>
            <p:ph type="sldNum" idx="3"/>
          </p:nvPr>
        </p:nvSpPr>
        <p:spPr>
          <a:xfrm xmlns:a="http://schemas.openxmlformats.org/drawingml/2006/main">
            <a:off x="11676240" y="6599520"/>
            <a:ext cx="505080" cy="3646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91440" tIns="45720" rIns="91440" bIns="45720" anchor="ctr">
            <a:noAutofit/>
          </a:bodyPr>
          <a:lstStyle xmlns:a="http://schemas.openxmlformats.org/drawingml/2006/main">
            <a:lvl1pPr indent="0" algn="r" defTabSz="914400">
              <a:lnSpc>
                <a:spcPct val="100000"/>
              </a:lnSpc>
              <a:buNone/>
              <a:defRPr sz="1000" b="0" u="none" strike="noStrike">
                <a:solidFill>
                  <a:schemeClr val="lt1">
                    <a:tint val="75000"/>
                  </a:schemeClr>
                </a:solidFill>
                <a:latin typeface="Times New Roman"/>
                <a:ea typeface="Times New Roman"/>
                <a:cs typeface="Times New Roman"/>
              </a:defRPr>
            </a:lvl1pPr>
          </a:lstStyle>
          <a:p xmlns:a="http://schemas.openxmlformats.org/drawingml/2006/main">
            <a:pPr indent="0" algn="r" defTabSz="914400">
              <a:lnSpc>
                <a:spcPct val="100000"/>
              </a:lnSpc>
              <a:buNone/>
            </a:pPr>
            <a:fld id="{9FFD7532-C958-4E33-A8C8-D6B5AEFE012E}" type="slidenum">
              <a:rPr sz="1000" b="0" u="none" strike="noStrike">
                <a:solidFill>
                  <a:schemeClr val="lt1">
                    <a:tint val="75000"/>
                  </a:schemeClr>
                </a:solidFill>
                <a:latin typeface="Times New Roman"/>
                <a:ea typeface="Times New Roman"/>
                <a:cs typeface="Times New Roman"/>
              </a:rPr>
              <a:t>‹#›</a:t>
            </a:fld>
            <a:endParaRPr sz="1000" b="0" u="none" strike="noStrike">
              <a:solidFill>
                <a:srgbClr val="000000"/>
              </a:solidFill>
              <a:latin typeface="Times New Roman"/>
              <a:ea typeface="Times New Roman"/>
              <a:cs typeface="Times New Roman"/>
            </a:endParaRPr>
          </a:p>
        </p:txBody>
      </p:sp>
    </p:spTree>
  </p:cSld>
</p:sldLayout>
</file>

<file path=ppt/slideLayouts/slideLayout4.xml><?xml version="1.0" encoding="utf-8"?>
<p:sldLayout xmlns:p="http://schemas.openxmlformats.org/presentationml/2006/main" type="blank" preserve="1">
  <p:cSld name="Section Header">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PlaceHolder 1">
            <a:extLst xmlns:a="http://schemas.openxmlformats.org/drawingml/2006/main">
              <a:ext uri="{FF2B5EF4-FFF2-40B4-BE49-F238E27FC236}">
                <a16:creationId xmlns:a16="http://schemas.microsoft.com/office/drawing/2014/main" id="{4FDC596B-7545-435D-991B-572825E284CF}"/>
              </a:ext>
            </a:extLst>
          </p:cNvPr>
          <p:cNvSpPr>
            <a:spLocks xmlns:a="http://schemas.openxmlformats.org/drawingml/2006/main" noGrp="1"/>
          </p:cNvSpPr>
          <p:nvPr>
            <p:ph type="title" idx="0"/>
          </p:nvPr>
        </p:nvSpPr>
        <p:spPr>
          <a:xfrm xmlns:a="http://schemas.openxmlformats.org/drawingml/2006/main">
            <a:off x="831960" y="1709640"/>
            <a:ext cx="10515240" cy="28522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91440" tIns="45720" rIns="91440" bIns="45720" anchor="b">
            <a:noAutofit/>
          </a:bodyPr>
          <a:lstStyle xmlns:a="http://schemas.openxmlformats.org/drawingml/2006/main"/>
          <a:p xmlns:a="http://schemas.openxmlformats.org/drawingml/2006/main">
            <a:pPr indent="0">
              <a:buNone/>
            </a:pPr>
            <a:r>
              <a:rPr sz="6000" b="0" u="none" strike="noStrike">
                <a:solidFill>
                  <a:schemeClr val="dk1"/>
                </a:solidFill>
                <a:latin typeface="Times New Roman"/>
                <a:ea typeface="Times New Roman"/>
                <a:cs typeface="Times New Roman"/>
              </a:rPr>
              <a:t>Click to edit the title text format</a:t>
            </a:r>
          </a:p>
        </p:txBody>
      </p:sp>
      <p:sp>
        <p:nvSpPr>
          <p:cNvPr id="24" name="PlaceHolder 2">
            <a:extLst xmlns:a="http://schemas.openxmlformats.org/drawingml/2006/main">
              <a:ext uri="{FF2B5EF4-FFF2-40B4-BE49-F238E27FC236}">
                <a16:creationId xmlns:a16="http://schemas.microsoft.com/office/drawing/2014/main" id="{032FB355-ECDB-4A55-BA71-4996DFFC2DE4}"/>
              </a:ext>
            </a:extLst>
          </p:cNvPr>
          <p:cNvSpPr>
            <a:spLocks xmlns:a="http://schemas.openxmlformats.org/drawingml/2006/main" noGrp="1"/>
          </p:cNvSpPr>
          <p:nvPr>
            <p:ph type="body" idx="0"/>
          </p:nvPr>
        </p:nvSpPr>
        <p:spPr>
          <a:xfrm xmlns:a="http://schemas.openxmlformats.org/drawingml/2006/main">
            <a:off x="831960" y="4589640"/>
            <a:ext cx="10515240" cy="14997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91440" tIns="45720" rIns="91440" bIns="45720" anchor="t">
            <a:noAutofit/>
          </a:bodyPr>
          <a:lstStyle xmlns:a="http://schemas.openxmlformats.org/drawingml/2006/main"/>
          <a:p xmlns:a="http://schemas.openxmlformats.org/drawingml/2006/main">
            <a:pPr marL="432000" indent="-324000">
              <a:lnSpc>
                <a:spcPct val="90000"/>
              </a:lnSpc>
              <a:spcBef>
                <a:spcPts val="1417"/>
              </a:spcBef>
              <a:buClr>
                <a:srgbClr val="000000"/>
              </a:buClr>
              <a:buSzPct val="45000"/>
              <a:buFont typeface="Times New Roman"/>
              <a:buChar char=""/>
            </a:pPr>
            <a:r>
              <a:rPr sz="2400" b="0" u="none" strike="noStrike">
                <a:solidFill>
                  <a:schemeClr val="dk1"/>
                </a:solidFill>
                <a:latin typeface="Times New Roman"/>
                <a:ea typeface="Times New Roman"/>
                <a:cs typeface="Times New Roman"/>
              </a:rPr>
              <a:t>Click to edit the outline text format</a:t>
            </a:r>
          </a:p>
          <a:p xmlns:a="http://schemas.openxmlformats.org/drawingml/2006/main">
            <a:pPr marL="864000" lvl="1" indent="-324000">
              <a:lnSpc>
                <a:spcPct val="90000"/>
              </a:lnSpc>
              <a:spcBef>
                <a:spcPts val="1134"/>
              </a:spcBef>
              <a:buClr>
                <a:srgbClr val="000000"/>
              </a:buClr>
              <a:buSzPct val="75000"/>
              <a:buFont typeface="Times New Roman"/>
              <a:buChar char=""/>
            </a:pPr>
            <a:r>
              <a:rPr sz="2400" b="0" u="none" strike="noStrike">
                <a:solidFill>
                  <a:schemeClr val="dk1"/>
                </a:solidFill>
                <a:latin typeface="Times New Roman"/>
                <a:ea typeface="Times New Roman"/>
                <a:cs typeface="Times New Roman"/>
              </a:rPr>
              <a:t>Second Outline Level</a:t>
            </a:r>
          </a:p>
          <a:p xmlns:a="http://schemas.openxmlformats.org/drawingml/2006/main">
            <a:pPr marL="1296000" lvl="2" indent="-288000">
              <a:lnSpc>
                <a:spcPct val="90000"/>
              </a:lnSpc>
              <a:spcBef>
                <a:spcPts val="850"/>
              </a:spcBef>
              <a:buClr>
                <a:srgbClr val="000000"/>
              </a:buClr>
              <a:buSzPct val="45000"/>
              <a:buFont typeface="Times New Roman"/>
              <a:buChar char=""/>
            </a:pPr>
            <a:r>
              <a:rPr sz="2400" b="0" u="none" strike="noStrike">
                <a:solidFill>
                  <a:schemeClr val="dk1"/>
                </a:solidFill>
                <a:latin typeface="Times New Roman"/>
                <a:ea typeface="Times New Roman"/>
                <a:cs typeface="Times New Roman"/>
              </a:rPr>
              <a:t>Third Outline Level</a:t>
            </a:r>
          </a:p>
          <a:p xmlns:a="http://schemas.openxmlformats.org/drawingml/2006/main">
            <a:pPr marL="1728000" lvl="3" indent="-216000">
              <a:lnSpc>
                <a:spcPct val="90000"/>
              </a:lnSpc>
              <a:spcBef>
                <a:spcPts val="567"/>
              </a:spcBef>
              <a:buClr>
                <a:srgbClr val="000000"/>
              </a:buClr>
              <a:buSzPct val="75000"/>
              <a:buFont typeface="Times New Roman"/>
              <a:buChar char=""/>
            </a:pPr>
            <a:r>
              <a:rPr sz="2400" b="0" u="none" strike="noStrike">
                <a:solidFill>
                  <a:schemeClr val="dk1"/>
                </a:solidFill>
                <a:latin typeface="Times New Roman"/>
                <a:ea typeface="Times New Roman"/>
                <a:cs typeface="Times New Roman"/>
              </a:rPr>
              <a:t>Fourth Outline Level</a:t>
            </a:r>
          </a:p>
          <a:p xmlns:a="http://schemas.openxmlformats.org/drawingml/2006/main">
            <a:pPr marL="2160000" lvl="4" indent="-216000">
              <a:lnSpc>
                <a:spcPct val="90000"/>
              </a:lnSpc>
              <a:spcBef>
                <a:spcPts val="283"/>
              </a:spcBef>
              <a:buClr>
                <a:srgbClr val="000000"/>
              </a:buClr>
              <a:buSzPct val="45000"/>
              <a:buFont typeface="Times New Roman"/>
              <a:buChar char=""/>
            </a:pPr>
            <a:r>
              <a:rPr sz="2400" b="0" u="none" strike="noStrike">
                <a:solidFill>
                  <a:schemeClr val="dk1"/>
                </a:solidFill>
                <a:latin typeface="Times New Roman"/>
                <a:ea typeface="Times New Roman"/>
                <a:cs typeface="Times New Roman"/>
              </a:rPr>
              <a:t>Fifth Outline Level</a:t>
            </a:r>
          </a:p>
          <a:p xmlns:a="http://schemas.openxmlformats.org/drawingml/2006/main">
            <a:pPr marL="2592000" lvl="5" indent="-216000">
              <a:lnSpc>
                <a:spcPct val="90000"/>
              </a:lnSpc>
              <a:spcBef>
                <a:spcPts val="283"/>
              </a:spcBef>
              <a:buClr>
                <a:srgbClr val="000000"/>
              </a:buClr>
              <a:buSzPct val="45000"/>
              <a:buFont typeface="Times New Roman"/>
              <a:buChar char=""/>
            </a:pPr>
            <a:r>
              <a:rPr sz="2400" b="0" u="none" strike="noStrike">
                <a:solidFill>
                  <a:schemeClr val="dk1"/>
                </a:solidFill>
                <a:latin typeface="Times New Roman"/>
                <a:ea typeface="Times New Roman"/>
                <a:cs typeface="Times New Roman"/>
              </a:rPr>
              <a:t>Sixth Outline Level</a:t>
            </a:r>
          </a:p>
          <a:p xmlns:a="http://schemas.openxmlformats.org/drawingml/2006/main">
            <a:pPr marL="3024000" lvl="6" indent="-216000">
              <a:lnSpc>
                <a:spcPct val="90000"/>
              </a:lnSpc>
              <a:spcBef>
                <a:spcPts val="283"/>
              </a:spcBef>
              <a:buClr>
                <a:srgbClr val="000000"/>
              </a:buClr>
              <a:buSzPct val="45000"/>
              <a:buFont typeface="Times New Roman"/>
              <a:buChar char=""/>
            </a:pPr>
            <a:r>
              <a:rPr sz="2400" b="0" u="none" strike="noStrike">
                <a:solidFill>
                  <a:schemeClr val="dk1"/>
                </a:solidFill>
                <a:latin typeface="Times New Roman"/>
                <a:ea typeface="Times New Roman"/>
                <a:cs typeface="Times New Roman"/>
              </a:rPr>
              <a:t>Seventh Outline Level</a:t>
            </a:r>
          </a:p>
        </p:txBody>
      </p:sp>
      <p:sp>
        <p:nvSpPr>
          <p:cNvPr id="25" name="Rectangle 6">
            <a:extLst xmlns:a="http://schemas.openxmlformats.org/drawingml/2006/main">
              <a:ext uri="{FF2B5EF4-FFF2-40B4-BE49-F238E27FC236}">
                <a16:creationId xmlns:a16="http://schemas.microsoft.com/office/drawing/2014/main" id="{E6576442-C235-4D1A-B1F2-ADF166C9D8B9}"/>
              </a:ext>
            </a:extLst>
          </p:cNvPr>
          <p:cNvSpPr>
            <a:spLocks xmlns:a="http://schemas.openxmlformats.org/drawingml/2006/main" noGrp="1"/>
          </p:cNvSpPr>
          <p:nvPr/>
        </p:nvSpPr>
        <p:spPr>
          <a:xfrm xmlns:a="http://schemas.openxmlformats.org/drawingml/2006/main">
            <a:off x="0" y="-8280"/>
            <a:ext cx="12191760" cy="713160"/>
          </a:xfrm>
          <a:prstGeom xmlns:a="http://schemas.openxmlformats.org/drawingml/2006/main" prst="rect">
            <a:avLst/>
          </a:prstGeom>
          <a:solidFill xmlns:a="http://schemas.openxmlformats.org/drawingml/2006/main">
            <a:schemeClr val="accent2"/>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26" name="Rectangle 11">
            <a:extLst xmlns:a="http://schemas.openxmlformats.org/drawingml/2006/main">
              <a:ext uri="{FF2B5EF4-FFF2-40B4-BE49-F238E27FC236}">
                <a16:creationId xmlns:a16="http://schemas.microsoft.com/office/drawing/2014/main" id="{4F273E3A-9C66-45E3-9BA7-63A58EF73234}"/>
              </a:ext>
            </a:extLst>
          </p:cNvPr>
          <p:cNvSpPr>
            <a:spLocks xmlns:a="http://schemas.openxmlformats.org/drawingml/2006/main" noGrp="1"/>
          </p:cNvSpPr>
          <p:nvPr/>
        </p:nvSpPr>
        <p:spPr>
          <a:xfrm xmlns:a="http://schemas.openxmlformats.org/drawingml/2006/main">
            <a:off x="1775520" y="6721560"/>
            <a:ext cx="10416240" cy="136080"/>
          </a:xfrm>
          <a:custGeom xmlns:a="http://schemas.openxmlformats.org/drawingml/2006/main">
            <a:gdLst>
              <a:gd name="textAreaLeft" fmla="*/ 0 w 10416240"/>
              <a:gd name="textAreaRight" fmla="*/ 10416600 w 10416240"/>
              <a:gd name="textAreaTop" fmla="*/ 0 h 136080"/>
              <a:gd name="textAreaBottom" fmla="*/ 136440 h 136080"/>
              <a:gd name="GluePoint1X" fmla="*/ 94130 w 8187543"/>
              <a:gd name="GluePoint1Y" fmla="*/ 0 h 136562"/>
              <a:gd name="GluePoint2X" fmla="*/ 8187543 w 8187543"/>
              <a:gd name="GluePoint2Y" fmla="*/ 0 h 136562"/>
              <a:gd name="GluePoint3X" fmla="*/ 8187543 w 8187543"/>
              <a:gd name="GluePoint3Y" fmla="*/ 133200 h 136562"/>
              <a:gd name="GluePoint4X" fmla="*/ 0 w 8187543"/>
              <a:gd name="GluePoint4Y" fmla="*/ 136562 h 136562"/>
              <a:gd name="GluePoint5X" fmla="*/ 94130 w 8187543"/>
              <a:gd name="GluePoint5Y" fmla="*/ 0 h 136562"/>
            </a:gdLst>
            <a:rect l="textAreaLeft" t="textAreaTop" r="textAreaRight" b="textAreaBottom"/>
            <a:pathLst>
              <a:path w="8187543" h="136562">
                <a:moveTo>
                  <a:pt x="94130" y="0"/>
                </a:moveTo>
                <a:lnTo>
                  <a:pt x="8187543" y="0"/>
                </a:lnTo>
                <a:lnTo>
                  <a:pt x="8187543" y="133200"/>
                </a:lnTo>
                <a:lnTo>
                  <a:pt x="0" y="136562"/>
                </a:lnTo>
                <a:lnTo>
                  <a:pt x="94130" y="0"/>
                </a:lnTo>
                <a:close/>
              </a:path>
            </a:pathLst>
          </a:custGeom>
          <a:solidFill xmlns:a="http://schemas.openxmlformats.org/drawingml/2006/main">
            <a:schemeClr val="accent2"/>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r>
              <a:rPr sz="1800" b="0" u="none" strike="noStrike">
                <a:solidFill>
                  <a:schemeClr val="lt1"/>
                </a:solidFill>
                <a:latin typeface="Times New Roman"/>
                <a:ea typeface="Times New Roman"/>
                <a:cs typeface="Times New Roman"/>
              </a:rPr>
              <a:t> </a:t>
            </a:r>
            <a:endParaRPr sz="1800" b="0" u="none" strike="noStrike">
              <a:solidFill>
                <a:srgbClr val="FFFFFF"/>
              </a:solidFill>
              <a:latin typeface="Times New Roman"/>
              <a:ea typeface="Times New Roman"/>
              <a:cs typeface="Times New Roman"/>
            </a:endParaRPr>
          </a:p>
        </p:txBody>
      </p:sp>
      <p:pic>
        <p:nvPicPr>
          <p:cNvPr id="27" name="Picture 9">
            <a:extLst xmlns:a="http://schemas.openxmlformats.org/drawingml/2006/main">
              <a:ext uri="{FF2B5EF4-FFF2-40B4-BE49-F238E27FC236}">
                <a16:creationId xmlns:a16="http://schemas.microsoft.com/office/drawing/2014/main" id="{BE7AD6BC-0A15-4F0B-9510-EDAAF5FA35C4}"/>
              </a:ext>
            </a:extLst>
          </p:cNvPr>
          <p:cNvPicPr>
            <a:picLocks xmlns:a="http://schemas.openxmlformats.org/drawingml/2006/main" noChangeAspect="1"/>
          </p:cNvPicPr>
          <p:nvPr/>
        </p:nvPicPr>
        <p:blipFill>
          <a:blip xmlns:r="http://schemas.openxmlformats.org/officeDocument/2006/relationships" xmlns:a="http://schemas.openxmlformats.org/drawingml/2006/main" r:embed="R463cca9214524055"/>
          <a:stretch xmlns:a="http://schemas.openxmlformats.org/drawingml/2006/main"/>
        </p:blipFill>
        <p:spPr>
          <a:xfrm xmlns:a="http://schemas.openxmlformats.org/drawingml/2006/main">
            <a:off x="1828800" y="6739200"/>
            <a:ext cx="10362960" cy="101520"/>
          </a:xfrm>
          <a:prstGeom xmlns:a="http://schemas.openxmlformats.org/drawingml/2006/main" prst="rect">
            <a:avLst/>
          </a:prstGeom>
          <a:ln xmlns:a="http://schemas.openxmlformats.org/drawingml/2006/main" w="0">
            <a:noFill/>
          </a:ln>
        </p:spPr>
      </p:pic>
      <p:sp>
        <p:nvSpPr>
          <p:cNvPr id="28" name="PlaceHolder 3">
            <a:extLst xmlns:a="http://schemas.openxmlformats.org/drawingml/2006/main">
              <a:ext uri="{FF2B5EF4-FFF2-40B4-BE49-F238E27FC236}">
                <a16:creationId xmlns:a16="http://schemas.microsoft.com/office/drawing/2014/main" id="{5F81E7BA-3CD7-41A4-9394-77F1485C5E22}"/>
              </a:ext>
            </a:extLst>
          </p:cNvPr>
          <p:cNvSpPr>
            <a:spLocks xmlns:a="http://schemas.openxmlformats.org/drawingml/2006/main" noGrp="1"/>
          </p:cNvSpPr>
          <p:nvPr>
            <p:ph type="sldNum" idx="4"/>
          </p:nvPr>
        </p:nvSpPr>
        <p:spPr>
          <a:xfrm xmlns:a="http://schemas.openxmlformats.org/drawingml/2006/main">
            <a:off x="11676240" y="6599520"/>
            <a:ext cx="505080" cy="3646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91440" tIns="45720" rIns="91440" bIns="45720" anchor="ctr">
            <a:noAutofit/>
          </a:bodyPr>
          <a:lstStyle xmlns:a="http://schemas.openxmlformats.org/drawingml/2006/main">
            <a:lvl1pPr indent="0" algn="r" defTabSz="914400">
              <a:lnSpc>
                <a:spcPct val="100000"/>
              </a:lnSpc>
              <a:buNone/>
              <a:defRPr sz="1000" b="0" u="none" strike="noStrike">
                <a:solidFill>
                  <a:schemeClr val="lt1">
                    <a:tint val="75000"/>
                  </a:schemeClr>
                </a:solidFill>
                <a:latin typeface="Times New Roman"/>
                <a:ea typeface="Times New Roman"/>
                <a:cs typeface="Times New Roman"/>
              </a:defRPr>
            </a:lvl1pPr>
          </a:lstStyle>
          <a:p xmlns:a="http://schemas.openxmlformats.org/drawingml/2006/main">
            <a:pPr indent="0" algn="r" defTabSz="914400">
              <a:lnSpc>
                <a:spcPct val="100000"/>
              </a:lnSpc>
              <a:buNone/>
            </a:pPr>
            <a:fld id="{DFA4C528-714C-4896-A1BB-048E638D4B4E}" type="slidenum">
              <a:rPr sz="1000" b="0" u="none" strike="noStrike">
                <a:solidFill>
                  <a:schemeClr val="lt1">
                    <a:tint val="75000"/>
                  </a:schemeClr>
                </a:solidFill>
                <a:latin typeface="Times New Roman"/>
                <a:ea typeface="Times New Roman"/>
                <a:cs typeface="Times New Roman"/>
              </a:rPr>
              <a:t>‹#›</a:t>
            </a:fld>
            <a:endParaRPr sz="1000" b="0" u="none" strike="noStrike">
              <a:solidFill>
                <a:srgbClr val="000000"/>
              </a:solidFill>
              <a:latin typeface="Times New Roman"/>
              <a:ea typeface="Times New Roman"/>
              <a:cs typeface="Times New Roman"/>
            </a:endParaRPr>
          </a:p>
        </p:txBody>
      </p:sp>
      <p:pic>
        <p:nvPicPr>
          <p:cNvPr id="29" name="Picture 5">
            <a:extLst xmlns:a="http://schemas.openxmlformats.org/drawingml/2006/main">
              <a:ext uri="{FF2B5EF4-FFF2-40B4-BE49-F238E27FC236}">
                <a16:creationId xmlns:a16="http://schemas.microsoft.com/office/drawing/2014/main" id="{E6C93809-8D92-4109-8665-26BB9F6E1927}"/>
              </a:ext>
            </a:extLst>
          </p:cNvPr>
          <p:cNvPicPr>
            <a:picLocks xmlns:a="http://schemas.openxmlformats.org/drawingml/2006/main" noChangeAspect="1"/>
          </p:cNvPicPr>
          <p:nvPr/>
        </p:nvPicPr>
        <p:blipFill>
          <a:blip xmlns:r="http://schemas.openxmlformats.org/officeDocument/2006/relationships" xmlns:a="http://schemas.openxmlformats.org/drawingml/2006/main" r:embed="Ra674b731bf174480"/>
          <a:stretch xmlns:a="http://schemas.openxmlformats.org/drawingml/2006/main"/>
        </p:blipFill>
        <p:spPr>
          <a:xfrm xmlns:a="http://schemas.openxmlformats.org/drawingml/2006/main">
            <a:off x="318600" y="2160"/>
            <a:ext cx="3290040" cy="684720"/>
          </a:xfrm>
          <a:prstGeom xmlns:a="http://schemas.openxmlformats.org/drawingml/2006/main" prst="rect">
            <a:avLst/>
          </a:prstGeom>
          <a:ln xmlns:a="http://schemas.openxmlformats.org/drawingml/2006/main" w="0">
            <a:noFill/>
          </a:ln>
        </p:spPr>
      </p:pic>
    </p:spTree>
  </p:cSld>
</p:sldLayout>
</file>

<file path=ppt/slideLayouts/slideLayout5.xml><?xml version="1.0" encoding="utf-8"?>
<p:sldLayout xmlns:p="http://schemas.openxmlformats.org/presentationml/2006/main" type="twoObj" preserve="1">
  <p:cSld name="Two Content">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PlaceHolder 1">
            <a:extLst xmlns:a="http://schemas.openxmlformats.org/drawingml/2006/main">
              <a:ext uri="{FF2B5EF4-FFF2-40B4-BE49-F238E27FC236}">
                <a16:creationId xmlns:a16="http://schemas.microsoft.com/office/drawing/2014/main" id="{C4374713-0FD0-425C-BC99-6628E74A9952}"/>
              </a:ext>
            </a:extLst>
          </p:cNvPr>
          <p:cNvSpPr>
            <a:spLocks xmlns:a="http://schemas.openxmlformats.org/drawingml/2006/main" noGrp="1"/>
          </p:cNvSpPr>
          <p:nvPr>
            <p:ph type="body" idx="0"/>
          </p:nvPr>
        </p:nvSpPr>
        <p:spPr>
          <a:xfrm xmlns:a="http://schemas.openxmlformats.org/drawingml/2006/main">
            <a:off x="838080" y="1825560"/>
            <a:ext cx="5181120" cy="43509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91440" tIns="45720" rIns="91440" bIns="45720" anchor="t">
            <a:noAutofit/>
          </a:bodyPr>
          <a:lstStyle xmlns:a="http://schemas.openxmlformats.org/drawingml/2006/main"/>
          <a:p xmlns:a="http://schemas.openxmlformats.org/drawingml/2006/main">
            <a:pPr marL="432000" indent="-324000">
              <a:lnSpc>
                <a:spcPct val="90000"/>
              </a:lnSpc>
              <a:spcBef>
                <a:spcPts val="1417"/>
              </a:spcBef>
              <a:buClr>
                <a:srgbClr val="000000"/>
              </a:buClr>
              <a:buSzPct val="45000"/>
              <a:buFont typeface="Times New Roman"/>
              <a:buChar char=""/>
            </a:pPr>
            <a:r>
              <a:rPr sz="2800" b="0" u="none" strike="noStrike">
                <a:solidFill>
                  <a:schemeClr val="dk1"/>
                </a:solidFill>
                <a:latin typeface="Times New Roman"/>
                <a:ea typeface="Times New Roman"/>
                <a:cs typeface="Times New Roman"/>
              </a:rPr>
              <a:t>Click to edit the outline text format</a:t>
            </a:r>
          </a:p>
          <a:p xmlns:a="http://schemas.openxmlformats.org/drawingml/2006/main">
            <a:pPr marL="864000" lvl="1" indent="-324000">
              <a:lnSpc>
                <a:spcPct val="90000"/>
              </a:lnSpc>
              <a:spcBef>
                <a:spcPts val="1134"/>
              </a:spcBef>
              <a:buClr>
                <a:srgbClr val="000000"/>
              </a:buClr>
              <a:buSzPct val="75000"/>
              <a:buFont typeface="Times New Roman"/>
              <a:buChar char=""/>
            </a:pPr>
            <a:r>
              <a:rPr sz="2800" b="0" u="none" strike="noStrike">
                <a:solidFill>
                  <a:schemeClr val="dk1"/>
                </a:solidFill>
                <a:latin typeface="Times New Roman"/>
                <a:ea typeface="Times New Roman"/>
                <a:cs typeface="Times New Roman"/>
              </a:rPr>
              <a:t>Second Outline Level</a:t>
            </a:r>
          </a:p>
          <a:p xmlns:a="http://schemas.openxmlformats.org/drawingml/2006/main">
            <a:pPr marL="1296000" lvl="2" indent="-288000">
              <a:lnSpc>
                <a:spcPct val="90000"/>
              </a:lnSpc>
              <a:spcBef>
                <a:spcPts val="850"/>
              </a:spcBef>
              <a:buClr>
                <a:srgbClr val="000000"/>
              </a:buClr>
              <a:buSzPct val="45000"/>
              <a:buFont typeface="Times New Roman"/>
              <a:buChar char=""/>
            </a:pPr>
            <a:r>
              <a:rPr sz="2800" b="0" u="none" strike="noStrike">
                <a:solidFill>
                  <a:schemeClr val="dk1"/>
                </a:solidFill>
                <a:latin typeface="Times New Roman"/>
                <a:ea typeface="Times New Roman"/>
                <a:cs typeface="Times New Roman"/>
              </a:rPr>
              <a:t>Third Outline Level</a:t>
            </a:r>
          </a:p>
          <a:p xmlns:a="http://schemas.openxmlformats.org/drawingml/2006/main">
            <a:pPr marL="1728000" lvl="3" indent="-216000">
              <a:lnSpc>
                <a:spcPct val="90000"/>
              </a:lnSpc>
              <a:spcBef>
                <a:spcPts val="567"/>
              </a:spcBef>
              <a:buClr>
                <a:srgbClr val="000000"/>
              </a:buClr>
              <a:buSzPct val="75000"/>
              <a:buFont typeface="Times New Roman"/>
              <a:buChar char=""/>
            </a:pPr>
            <a:r>
              <a:rPr sz="2800" b="0" u="none" strike="noStrike">
                <a:solidFill>
                  <a:schemeClr val="dk1"/>
                </a:solidFill>
                <a:latin typeface="Times New Roman"/>
                <a:ea typeface="Times New Roman"/>
                <a:cs typeface="Times New Roman"/>
              </a:rPr>
              <a:t>Fourth Outline Level</a:t>
            </a:r>
          </a:p>
          <a:p xmlns:a="http://schemas.openxmlformats.org/drawingml/2006/main">
            <a:pPr marL="2160000" lvl="4" indent="-216000">
              <a:lnSpc>
                <a:spcPct val="90000"/>
              </a:lnSpc>
              <a:spcBef>
                <a:spcPts val="283"/>
              </a:spcBef>
              <a:buClr>
                <a:srgbClr val="000000"/>
              </a:buClr>
              <a:buSzPct val="45000"/>
              <a:buFont typeface="Times New Roman"/>
              <a:buChar char=""/>
            </a:pPr>
            <a:r>
              <a:rPr sz="2800" b="0" u="none" strike="noStrike">
                <a:solidFill>
                  <a:schemeClr val="dk1"/>
                </a:solidFill>
                <a:latin typeface="Times New Roman"/>
                <a:ea typeface="Times New Roman"/>
                <a:cs typeface="Times New Roman"/>
              </a:rPr>
              <a:t>Fifth Outline Level</a:t>
            </a:r>
          </a:p>
          <a:p xmlns:a="http://schemas.openxmlformats.org/drawingml/2006/main">
            <a:pPr marL="2592000" lvl="5" indent="-216000">
              <a:lnSpc>
                <a:spcPct val="90000"/>
              </a:lnSpc>
              <a:spcBef>
                <a:spcPts val="283"/>
              </a:spcBef>
              <a:buClr>
                <a:srgbClr val="000000"/>
              </a:buClr>
              <a:buSzPct val="45000"/>
              <a:buFont typeface="Times New Roman"/>
              <a:buChar char=""/>
            </a:pPr>
            <a:r>
              <a:rPr sz="2800" b="0" u="none" strike="noStrike">
                <a:solidFill>
                  <a:schemeClr val="dk1"/>
                </a:solidFill>
                <a:latin typeface="Times New Roman"/>
                <a:ea typeface="Times New Roman"/>
                <a:cs typeface="Times New Roman"/>
              </a:rPr>
              <a:t>Sixth Outline Level</a:t>
            </a:r>
          </a:p>
          <a:p xmlns:a="http://schemas.openxmlformats.org/drawingml/2006/main">
            <a:pPr marL="3024000" lvl="6" indent="-216000">
              <a:lnSpc>
                <a:spcPct val="90000"/>
              </a:lnSpc>
              <a:spcBef>
                <a:spcPts val="283"/>
              </a:spcBef>
              <a:buClr>
                <a:srgbClr val="000000"/>
              </a:buClr>
              <a:buSzPct val="45000"/>
              <a:buFont typeface="Times New Roman"/>
              <a:buChar char=""/>
            </a:pPr>
            <a:r>
              <a:rPr sz="2800" b="0" u="none" strike="noStrike">
                <a:solidFill>
                  <a:schemeClr val="dk1"/>
                </a:solidFill>
                <a:latin typeface="Times New Roman"/>
                <a:ea typeface="Times New Roman"/>
                <a:cs typeface="Times New Roman"/>
              </a:rPr>
              <a:t>Seventh Outline Level</a:t>
            </a:r>
          </a:p>
        </p:txBody>
      </p:sp>
      <p:sp>
        <p:nvSpPr>
          <p:cNvPr id="31" name="PlaceHolder 2">
            <a:extLst xmlns:a="http://schemas.openxmlformats.org/drawingml/2006/main">
              <a:ext uri="{FF2B5EF4-FFF2-40B4-BE49-F238E27FC236}">
                <a16:creationId xmlns:a16="http://schemas.microsoft.com/office/drawing/2014/main" id="{CF79FAA3-D3D8-4E24-8420-880374C77C5F}"/>
              </a:ext>
            </a:extLst>
          </p:cNvPr>
          <p:cNvSpPr>
            <a:spLocks xmlns:a="http://schemas.openxmlformats.org/drawingml/2006/main" noGrp="1"/>
          </p:cNvSpPr>
          <p:nvPr>
            <p:ph type="body" idx="0"/>
          </p:nvPr>
        </p:nvSpPr>
        <p:spPr>
          <a:xfrm xmlns:a="http://schemas.openxmlformats.org/drawingml/2006/main">
            <a:off x="6172200" y="1825560"/>
            <a:ext cx="5181120" cy="43509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91440" tIns="45720" rIns="91440" bIns="45720" anchor="t">
            <a:noAutofit/>
          </a:bodyPr>
          <a:lstStyle xmlns:a="http://schemas.openxmlformats.org/drawingml/2006/main"/>
          <a:p xmlns:a="http://schemas.openxmlformats.org/drawingml/2006/main">
            <a:pPr marL="432000" indent="-324000">
              <a:lnSpc>
                <a:spcPct val="90000"/>
              </a:lnSpc>
              <a:spcBef>
                <a:spcPts val="1417"/>
              </a:spcBef>
              <a:buClr>
                <a:srgbClr val="000000"/>
              </a:buClr>
              <a:buSzPct val="45000"/>
              <a:buFont typeface="Times New Roman"/>
              <a:buChar char=""/>
            </a:pPr>
            <a:r>
              <a:rPr sz="2800" b="0" u="none" strike="noStrike">
                <a:solidFill>
                  <a:schemeClr val="dk1"/>
                </a:solidFill>
                <a:latin typeface="Times New Roman"/>
                <a:ea typeface="Times New Roman"/>
                <a:cs typeface="Times New Roman"/>
              </a:rPr>
              <a:t>Click to edit the outline text format</a:t>
            </a:r>
          </a:p>
          <a:p xmlns:a="http://schemas.openxmlformats.org/drawingml/2006/main">
            <a:pPr marL="864000" lvl="1" indent="-324000">
              <a:lnSpc>
                <a:spcPct val="90000"/>
              </a:lnSpc>
              <a:spcBef>
                <a:spcPts val="1134"/>
              </a:spcBef>
              <a:buClr>
                <a:srgbClr val="000000"/>
              </a:buClr>
              <a:buSzPct val="75000"/>
              <a:buFont typeface="Times New Roman"/>
              <a:buChar char=""/>
            </a:pPr>
            <a:r>
              <a:rPr sz="2800" b="0" u="none" strike="noStrike">
                <a:solidFill>
                  <a:schemeClr val="dk1"/>
                </a:solidFill>
                <a:latin typeface="Times New Roman"/>
                <a:ea typeface="Times New Roman"/>
                <a:cs typeface="Times New Roman"/>
              </a:rPr>
              <a:t>Second Outline Level</a:t>
            </a:r>
          </a:p>
          <a:p xmlns:a="http://schemas.openxmlformats.org/drawingml/2006/main">
            <a:pPr marL="1296000" lvl="2" indent="-288000">
              <a:lnSpc>
                <a:spcPct val="90000"/>
              </a:lnSpc>
              <a:spcBef>
                <a:spcPts val="850"/>
              </a:spcBef>
              <a:buClr>
                <a:srgbClr val="000000"/>
              </a:buClr>
              <a:buSzPct val="45000"/>
              <a:buFont typeface="Times New Roman"/>
              <a:buChar char=""/>
            </a:pPr>
            <a:r>
              <a:rPr sz="2800" b="0" u="none" strike="noStrike">
                <a:solidFill>
                  <a:schemeClr val="dk1"/>
                </a:solidFill>
                <a:latin typeface="Times New Roman"/>
                <a:ea typeface="Times New Roman"/>
                <a:cs typeface="Times New Roman"/>
              </a:rPr>
              <a:t>Third Outline Level</a:t>
            </a:r>
          </a:p>
          <a:p xmlns:a="http://schemas.openxmlformats.org/drawingml/2006/main">
            <a:pPr marL="1728000" lvl="3" indent="-216000">
              <a:lnSpc>
                <a:spcPct val="90000"/>
              </a:lnSpc>
              <a:spcBef>
                <a:spcPts val="567"/>
              </a:spcBef>
              <a:buClr>
                <a:srgbClr val="000000"/>
              </a:buClr>
              <a:buSzPct val="75000"/>
              <a:buFont typeface="Times New Roman"/>
              <a:buChar char=""/>
            </a:pPr>
            <a:r>
              <a:rPr sz="2800" b="0" u="none" strike="noStrike">
                <a:solidFill>
                  <a:schemeClr val="dk1"/>
                </a:solidFill>
                <a:latin typeface="Times New Roman"/>
                <a:ea typeface="Times New Roman"/>
                <a:cs typeface="Times New Roman"/>
              </a:rPr>
              <a:t>Fourth Outline Level</a:t>
            </a:r>
          </a:p>
          <a:p xmlns:a="http://schemas.openxmlformats.org/drawingml/2006/main">
            <a:pPr marL="2160000" lvl="4" indent="-216000">
              <a:lnSpc>
                <a:spcPct val="90000"/>
              </a:lnSpc>
              <a:spcBef>
                <a:spcPts val="283"/>
              </a:spcBef>
              <a:buClr>
                <a:srgbClr val="000000"/>
              </a:buClr>
              <a:buSzPct val="45000"/>
              <a:buFont typeface="Times New Roman"/>
              <a:buChar char=""/>
            </a:pPr>
            <a:r>
              <a:rPr sz="2800" b="0" u="none" strike="noStrike">
                <a:solidFill>
                  <a:schemeClr val="dk1"/>
                </a:solidFill>
                <a:latin typeface="Times New Roman"/>
                <a:ea typeface="Times New Roman"/>
                <a:cs typeface="Times New Roman"/>
              </a:rPr>
              <a:t>Fifth Outline Level</a:t>
            </a:r>
          </a:p>
          <a:p xmlns:a="http://schemas.openxmlformats.org/drawingml/2006/main">
            <a:pPr marL="2592000" lvl="5" indent="-216000">
              <a:lnSpc>
                <a:spcPct val="90000"/>
              </a:lnSpc>
              <a:spcBef>
                <a:spcPts val="283"/>
              </a:spcBef>
              <a:buClr>
                <a:srgbClr val="000000"/>
              </a:buClr>
              <a:buSzPct val="45000"/>
              <a:buFont typeface="Times New Roman"/>
              <a:buChar char=""/>
            </a:pPr>
            <a:r>
              <a:rPr sz="2800" b="0" u="none" strike="noStrike">
                <a:solidFill>
                  <a:schemeClr val="dk1"/>
                </a:solidFill>
                <a:latin typeface="Times New Roman"/>
                <a:ea typeface="Times New Roman"/>
                <a:cs typeface="Times New Roman"/>
              </a:rPr>
              <a:t>Sixth Outline Level</a:t>
            </a:r>
          </a:p>
          <a:p xmlns:a="http://schemas.openxmlformats.org/drawingml/2006/main">
            <a:pPr marL="3024000" lvl="6" indent="-216000">
              <a:lnSpc>
                <a:spcPct val="90000"/>
              </a:lnSpc>
              <a:spcBef>
                <a:spcPts val="283"/>
              </a:spcBef>
              <a:buClr>
                <a:srgbClr val="000000"/>
              </a:buClr>
              <a:buSzPct val="45000"/>
              <a:buFont typeface="Times New Roman"/>
              <a:buChar char=""/>
            </a:pPr>
            <a:r>
              <a:rPr sz="2800" b="0" u="none" strike="noStrike">
                <a:solidFill>
                  <a:schemeClr val="dk1"/>
                </a:solidFill>
                <a:latin typeface="Times New Roman"/>
                <a:ea typeface="Times New Roman"/>
                <a:cs typeface="Times New Roman"/>
              </a:rPr>
              <a:t>Seventh Outline Level</a:t>
            </a:r>
          </a:p>
        </p:txBody>
      </p:sp>
      <p:sp>
        <p:nvSpPr>
          <p:cNvPr id="32" name="Rectangle 7">
            <a:extLst xmlns:a="http://schemas.openxmlformats.org/drawingml/2006/main">
              <a:ext uri="{FF2B5EF4-FFF2-40B4-BE49-F238E27FC236}">
                <a16:creationId xmlns:a16="http://schemas.microsoft.com/office/drawing/2014/main" id="{77DE56EE-A432-40FE-A711-FE90CBCF0457}"/>
              </a:ext>
            </a:extLst>
          </p:cNvPr>
          <p:cNvSpPr>
            <a:spLocks xmlns:a="http://schemas.openxmlformats.org/drawingml/2006/main" noGrp="1"/>
          </p:cNvSpPr>
          <p:nvPr/>
        </p:nvSpPr>
        <p:spPr>
          <a:xfrm xmlns:a="http://schemas.openxmlformats.org/drawingml/2006/main">
            <a:off x="0" y="-8280"/>
            <a:ext cx="12191760" cy="713160"/>
          </a:xfrm>
          <a:prstGeom xmlns:a="http://schemas.openxmlformats.org/drawingml/2006/main" prst="rect">
            <a:avLst/>
          </a:prstGeom>
          <a:solidFill xmlns:a="http://schemas.openxmlformats.org/drawingml/2006/main">
            <a:schemeClr val="accent2"/>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33" name="PlaceHolder 3">
            <a:extLst xmlns:a="http://schemas.openxmlformats.org/drawingml/2006/main">
              <a:ext uri="{FF2B5EF4-FFF2-40B4-BE49-F238E27FC236}">
                <a16:creationId xmlns:a16="http://schemas.microsoft.com/office/drawing/2014/main" id="{808137D6-7E2A-4600-A46E-0A1AA13147C8}"/>
              </a:ext>
            </a:extLst>
          </p:cNvPr>
          <p:cNvSpPr>
            <a:spLocks xmlns:a="http://schemas.openxmlformats.org/drawingml/2006/main" noGrp="1"/>
          </p:cNvSpPr>
          <p:nvPr>
            <p:ph type="title" idx="0"/>
          </p:nvPr>
        </p:nvSpPr>
        <p:spPr>
          <a:xfrm xmlns:a="http://schemas.openxmlformats.org/drawingml/2006/main">
            <a:off x="838080" y="977400"/>
            <a:ext cx="10515240" cy="7131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91440" tIns="45720" rIns="91440" bIns="45720" anchor="ctr">
            <a:noAutofit/>
          </a:bodyPr>
          <a:lstStyle xmlns:a="http://schemas.openxmlformats.org/drawingml/2006/main"/>
          <a:p xmlns:a="http://schemas.openxmlformats.org/drawingml/2006/main">
            <a:pPr indent="0">
              <a:buNone/>
            </a:pPr>
            <a:r>
              <a:rPr sz="4400" b="0" u="none" strike="noStrike">
                <a:solidFill>
                  <a:schemeClr val="dk1"/>
                </a:solidFill>
                <a:latin typeface="Times New Roman"/>
                <a:ea typeface="Times New Roman"/>
                <a:cs typeface="Times New Roman"/>
              </a:rPr>
              <a:t>Click to edit the title text format</a:t>
            </a:r>
          </a:p>
        </p:txBody>
      </p:sp>
      <p:sp>
        <p:nvSpPr>
          <p:cNvPr id="34" name="Rectangle 11">
            <a:extLst xmlns:a="http://schemas.openxmlformats.org/drawingml/2006/main">
              <a:ext uri="{FF2B5EF4-FFF2-40B4-BE49-F238E27FC236}">
                <a16:creationId xmlns:a16="http://schemas.microsoft.com/office/drawing/2014/main" id="{97AB4B10-F872-4585-8938-27A48571ED65}"/>
              </a:ext>
            </a:extLst>
          </p:cNvPr>
          <p:cNvSpPr>
            <a:spLocks xmlns:a="http://schemas.openxmlformats.org/drawingml/2006/main" noGrp="1"/>
          </p:cNvSpPr>
          <p:nvPr/>
        </p:nvSpPr>
        <p:spPr>
          <a:xfrm xmlns:a="http://schemas.openxmlformats.org/drawingml/2006/main">
            <a:off x="1775520" y="6721560"/>
            <a:ext cx="10416240" cy="136080"/>
          </a:xfrm>
          <a:custGeom xmlns:a="http://schemas.openxmlformats.org/drawingml/2006/main">
            <a:gdLst>
              <a:gd name="textAreaLeft" fmla="*/ 0 w 10416240"/>
              <a:gd name="textAreaRight" fmla="*/ 10416600 w 10416240"/>
              <a:gd name="textAreaTop" fmla="*/ 0 h 136080"/>
              <a:gd name="textAreaBottom" fmla="*/ 136440 h 136080"/>
              <a:gd name="GluePoint1X" fmla="*/ 94130 w 8187543"/>
              <a:gd name="GluePoint1Y" fmla="*/ 0 h 136562"/>
              <a:gd name="GluePoint2X" fmla="*/ 8187543 w 8187543"/>
              <a:gd name="GluePoint2Y" fmla="*/ 0 h 136562"/>
              <a:gd name="GluePoint3X" fmla="*/ 8187543 w 8187543"/>
              <a:gd name="GluePoint3Y" fmla="*/ 133200 h 136562"/>
              <a:gd name="GluePoint4X" fmla="*/ 0 w 8187543"/>
              <a:gd name="GluePoint4Y" fmla="*/ 136562 h 136562"/>
              <a:gd name="GluePoint5X" fmla="*/ 94130 w 8187543"/>
              <a:gd name="GluePoint5Y" fmla="*/ 0 h 136562"/>
            </a:gdLst>
            <a:rect l="textAreaLeft" t="textAreaTop" r="textAreaRight" b="textAreaBottom"/>
            <a:pathLst>
              <a:path w="8187543" h="136562">
                <a:moveTo>
                  <a:pt x="94130" y="0"/>
                </a:moveTo>
                <a:lnTo>
                  <a:pt x="8187543" y="0"/>
                </a:lnTo>
                <a:lnTo>
                  <a:pt x="8187543" y="133200"/>
                </a:lnTo>
                <a:lnTo>
                  <a:pt x="0" y="136562"/>
                </a:lnTo>
                <a:lnTo>
                  <a:pt x="94130" y="0"/>
                </a:lnTo>
                <a:close/>
              </a:path>
            </a:pathLst>
          </a:custGeom>
          <a:solidFill xmlns:a="http://schemas.openxmlformats.org/drawingml/2006/main">
            <a:schemeClr val="accent2"/>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r>
              <a:rPr sz="1800" b="0" u="none" strike="noStrike">
                <a:solidFill>
                  <a:schemeClr val="lt1"/>
                </a:solidFill>
                <a:latin typeface="Times New Roman"/>
                <a:ea typeface="Times New Roman"/>
                <a:cs typeface="Times New Roman"/>
              </a:rPr>
              <a:t> </a:t>
            </a:r>
            <a:endParaRPr sz="1800" b="0" u="none" strike="noStrike">
              <a:solidFill>
                <a:srgbClr val="FFFFFF"/>
              </a:solidFill>
              <a:latin typeface="Times New Roman"/>
              <a:ea typeface="Times New Roman"/>
              <a:cs typeface="Times New Roman"/>
            </a:endParaRPr>
          </a:p>
        </p:txBody>
      </p:sp>
      <p:pic>
        <p:nvPicPr>
          <p:cNvPr id="35" name="Picture 10">
            <a:extLst xmlns:a="http://schemas.openxmlformats.org/drawingml/2006/main">
              <a:ext uri="{FF2B5EF4-FFF2-40B4-BE49-F238E27FC236}">
                <a16:creationId xmlns:a16="http://schemas.microsoft.com/office/drawing/2014/main" id="{E88DA065-4AFC-469F-B64D-F414C9508AED}"/>
              </a:ext>
            </a:extLst>
          </p:cNvPr>
          <p:cNvPicPr>
            <a:picLocks xmlns:a="http://schemas.openxmlformats.org/drawingml/2006/main" noChangeAspect="1"/>
          </p:cNvPicPr>
          <p:nvPr/>
        </p:nvPicPr>
        <p:blipFill>
          <a:blip xmlns:r="http://schemas.openxmlformats.org/officeDocument/2006/relationships" xmlns:a="http://schemas.openxmlformats.org/drawingml/2006/main" r:embed="Rac6e9b2893c04ee2"/>
          <a:stretch xmlns:a="http://schemas.openxmlformats.org/drawingml/2006/main"/>
        </p:blipFill>
        <p:spPr>
          <a:xfrm xmlns:a="http://schemas.openxmlformats.org/drawingml/2006/main">
            <a:off x="1828800" y="6739200"/>
            <a:ext cx="10362960" cy="101520"/>
          </a:xfrm>
          <a:prstGeom xmlns:a="http://schemas.openxmlformats.org/drawingml/2006/main" prst="rect">
            <a:avLst/>
          </a:prstGeom>
          <a:ln xmlns:a="http://schemas.openxmlformats.org/drawingml/2006/main" w="0">
            <a:noFill/>
          </a:ln>
        </p:spPr>
      </p:pic>
      <p:sp>
        <p:nvSpPr>
          <p:cNvPr id="36" name="PlaceHolder 4">
            <a:extLst xmlns:a="http://schemas.openxmlformats.org/drawingml/2006/main">
              <a:ext uri="{FF2B5EF4-FFF2-40B4-BE49-F238E27FC236}">
                <a16:creationId xmlns:a16="http://schemas.microsoft.com/office/drawing/2014/main" id="{0CCCFBE3-08E3-4305-B347-AB7998ACD0B3}"/>
              </a:ext>
            </a:extLst>
          </p:cNvPr>
          <p:cNvSpPr>
            <a:spLocks xmlns:a="http://schemas.openxmlformats.org/drawingml/2006/main" noGrp="1"/>
          </p:cNvSpPr>
          <p:nvPr>
            <p:ph type="sldNum" idx="5"/>
          </p:nvPr>
        </p:nvSpPr>
        <p:spPr>
          <a:xfrm xmlns:a="http://schemas.openxmlformats.org/drawingml/2006/main">
            <a:off x="11676240" y="6599520"/>
            <a:ext cx="505080" cy="3646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91440" tIns="45720" rIns="91440" bIns="45720" anchor="ctr">
            <a:noAutofit/>
          </a:bodyPr>
          <a:lstStyle xmlns:a="http://schemas.openxmlformats.org/drawingml/2006/main">
            <a:lvl1pPr indent="0" algn="r" defTabSz="914400">
              <a:lnSpc>
                <a:spcPct val="100000"/>
              </a:lnSpc>
              <a:buNone/>
              <a:defRPr sz="1000" b="0" u="none" strike="noStrike">
                <a:solidFill>
                  <a:schemeClr val="lt1">
                    <a:tint val="75000"/>
                  </a:schemeClr>
                </a:solidFill>
                <a:latin typeface="Times New Roman"/>
                <a:ea typeface="Times New Roman"/>
                <a:cs typeface="Times New Roman"/>
              </a:defRPr>
            </a:lvl1pPr>
          </a:lstStyle>
          <a:p xmlns:a="http://schemas.openxmlformats.org/drawingml/2006/main">
            <a:pPr indent="0" algn="r" defTabSz="914400">
              <a:lnSpc>
                <a:spcPct val="100000"/>
              </a:lnSpc>
              <a:buNone/>
            </a:pPr>
            <a:fld id="{A3B693EF-4395-48D8-A46F-5890AD842367}" type="slidenum">
              <a:rPr sz="1000" b="0" u="none" strike="noStrike">
                <a:solidFill>
                  <a:schemeClr val="lt1">
                    <a:tint val="75000"/>
                  </a:schemeClr>
                </a:solidFill>
                <a:latin typeface="Times New Roman"/>
                <a:ea typeface="Times New Roman"/>
                <a:cs typeface="Times New Roman"/>
              </a:rPr>
              <a:t>‹#›</a:t>
            </a:fld>
            <a:endParaRPr sz="1000" b="0" u="none" strike="noStrike">
              <a:solidFill>
                <a:srgbClr val="000000"/>
              </a:solidFill>
              <a:latin typeface="Times New Roman"/>
              <a:ea typeface="Times New Roman"/>
              <a:cs typeface="Times New Roman"/>
            </a:endParaRPr>
          </a:p>
        </p:txBody>
      </p:sp>
      <p:pic>
        <p:nvPicPr>
          <p:cNvPr id="37" name="Picture 4">
            <a:extLst xmlns:a="http://schemas.openxmlformats.org/drawingml/2006/main">
              <a:ext uri="{FF2B5EF4-FFF2-40B4-BE49-F238E27FC236}">
                <a16:creationId xmlns:a16="http://schemas.microsoft.com/office/drawing/2014/main" id="{2684623B-6D24-4219-AA3E-05F9A02DE50E}"/>
              </a:ext>
            </a:extLst>
          </p:cNvPr>
          <p:cNvPicPr>
            <a:picLocks xmlns:a="http://schemas.openxmlformats.org/drawingml/2006/main" noChangeAspect="1"/>
          </p:cNvPicPr>
          <p:nvPr/>
        </p:nvPicPr>
        <p:blipFill>
          <a:blip xmlns:r="http://schemas.openxmlformats.org/officeDocument/2006/relationships" xmlns:a="http://schemas.openxmlformats.org/drawingml/2006/main" r:embed="R16dca6ad63214542"/>
          <a:stretch xmlns:a="http://schemas.openxmlformats.org/drawingml/2006/main"/>
        </p:blipFill>
        <p:spPr>
          <a:xfrm xmlns:a="http://schemas.openxmlformats.org/drawingml/2006/main">
            <a:off x="318600" y="2160"/>
            <a:ext cx="3290040" cy="684720"/>
          </a:xfrm>
          <a:prstGeom xmlns:a="http://schemas.openxmlformats.org/drawingml/2006/main" prst="rect">
            <a:avLst/>
          </a:prstGeom>
          <a:ln xmlns:a="http://schemas.openxmlformats.org/drawingml/2006/main" w="0">
            <a:noFill/>
          </a:ln>
        </p:spPr>
      </p:pic>
    </p:spTree>
  </p:cSld>
</p:sldLayout>
</file>

<file path=ppt/slideLayouts/slideLayout6.xml><?xml version="1.0" encoding="utf-8"?>
<p:sldLayout xmlns:p="http://schemas.openxmlformats.org/presentationml/2006/main" type="blank" preserve="1">
  <p:cSld name="Comparison">
    <p:bg>
      <p:bgPr>
        <a:solidFill xmlns:a="http://schemas.openxmlformats.org/drawingml/2006/main">
          <a:srgbClr val="FFFFFF"/>
        </a:solidFill>
      </p:bgPr>
    </p:bg>
    <p:spTree>
      <p:nvGrpSpPr>
        <p:cNvPr id="1" name=""/>
        <p:cNvGrpSpPr/>
        <p:nvPr/>
      </p:nvGrpSpPr>
      <p:grpSpPr>
        <a:xfrm xmlns:a="http://schemas.openxmlformats.org/drawingml/2006/main"/>
      </p:grpSpPr>
      <p:sp>
        <p:nvSpPr>
          <p:cNvPr id="38" name="PlaceHolder 1">
            <a:extLst xmlns:a="http://schemas.openxmlformats.org/drawingml/2006/main">
              <a:ext uri="{FF2B5EF4-FFF2-40B4-BE49-F238E27FC236}">
                <a16:creationId xmlns:a16="http://schemas.microsoft.com/office/drawing/2014/main" id="{FE1BDF8D-EF63-441F-9483-33E5346C9C73}"/>
              </a:ext>
            </a:extLst>
          </p:cNvPr>
          <p:cNvSpPr>
            <a:spLocks xmlns:a="http://schemas.openxmlformats.org/drawingml/2006/main" noGrp="1"/>
          </p:cNvSpPr>
          <p:nvPr>
            <p:ph type="body" idx="0"/>
          </p:nvPr>
        </p:nvSpPr>
        <p:spPr>
          <a:xfrm xmlns:a="http://schemas.openxmlformats.org/drawingml/2006/main">
            <a:off x="839880" y="1681200"/>
            <a:ext cx="5157360" cy="8236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91440" tIns="45720" rIns="91440" bIns="45720" anchor="b">
            <a:noAutofit/>
          </a:bodyPr>
          <a:lstStyle xmlns:a="http://schemas.openxmlformats.org/drawingml/2006/main"/>
          <a:p xmlns:a="http://schemas.openxmlformats.org/drawingml/2006/main">
            <a:pPr marL="432000" indent="-324000">
              <a:lnSpc>
                <a:spcPct val="90000"/>
              </a:lnSpc>
              <a:spcBef>
                <a:spcPts val="1417"/>
              </a:spcBef>
              <a:buClr>
                <a:srgbClr val="000000"/>
              </a:buClr>
              <a:buSzPct val="45000"/>
              <a:buFont typeface="Times New Roman"/>
              <a:buChar char=""/>
            </a:pPr>
            <a:r>
              <a:rPr sz="2400" b="0" u="none" strike="noStrike">
                <a:solidFill>
                  <a:schemeClr val="dk1"/>
                </a:solidFill>
                <a:latin typeface="Times New Roman"/>
                <a:ea typeface="Times New Roman"/>
                <a:cs typeface="Times New Roman"/>
              </a:rPr>
              <a:t>Click to edit the outline text format</a:t>
            </a:r>
          </a:p>
          <a:p xmlns:a="http://schemas.openxmlformats.org/drawingml/2006/main">
            <a:pPr marL="864000" lvl="1" indent="-324000">
              <a:lnSpc>
                <a:spcPct val="90000"/>
              </a:lnSpc>
              <a:spcBef>
                <a:spcPts val="1134"/>
              </a:spcBef>
              <a:buClr>
                <a:srgbClr val="000000"/>
              </a:buClr>
              <a:buSzPct val="75000"/>
              <a:buFont typeface="Times New Roman"/>
              <a:buChar char=""/>
            </a:pPr>
            <a:r>
              <a:rPr sz="2400" b="0" u="none" strike="noStrike">
                <a:solidFill>
                  <a:schemeClr val="dk1"/>
                </a:solidFill>
                <a:latin typeface="Times New Roman"/>
                <a:ea typeface="Times New Roman"/>
                <a:cs typeface="Times New Roman"/>
              </a:rPr>
              <a:t>Second Outline Level</a:t>
            </a:r>
          </a:p>
          <a:p xmlns:a="http://schemas.openxmlformats.org/drawingml/2006/main">
            <a:pPr marL="1296000" lvl="2" indent="-288000">
              <a:lnSpc>
                <a:spcPct val="90000"/>
              </a:lnSpc>
              <a:spcBef>
                <a:spcPts val="850"/>
              </a:spcBef>
              <a:buClr>
                <a:srgbClr val="000000"/>
              </a:buClr>
              <a:buSzPct val="45000"/>
              <a:buFont typeface="Times New Roman"/>
              <a:buChar char=""/>
            </a:pPr>
            <a:r>
              <a:rPr sz="2400" b="0" u="none" strike="noStrike">
                <a:solidFill>
                  <a:schemeClr val="dk1"/>
                </a:solidFill>
                <a:latin typeface="Times New Roman"/>
                <a:ea typeface="Times New Roman"/>
                <a:cs typeface="Times New Roman"/>
              </a:rPr>
              <a:t>Third Outline Level</a:t>
            </a:r>
          </a:p>
          <a:p xmlns:a="http://schemas.openxmlformats.org/drawingml/2006/main">
            <a:pPr marL="1728000" lvl="3" indent="-216000">
              <a:lnSpc>
                <a:spcPct val="90000"/>
              </a:lnSpc>
              <a:spcBef>
                <a:spcPts val="567"/>
              </a:spcBef>
              <a:buClr>
                <a:srgbClr val="000000"/>
              </a:buClr>
              <a:buSzPct val="75000"/>
              <a:buFont typeface="Times New Roman"/>
              <a:buChar char=""/>
            </a:pPr>
            <a:r>
              <a:rPr sz="2400" b="0" u="none" strike="noStrike">
                <a:solidFill>
                  <a:schemeClr val="dk1"/>
                </a:solidFill>
                <a:latin typeface="Times New Roman"/>
                <a:ea typeface="Times New Roman"/>
                <a:cs typeface="Times New Roman"/>
              </a:rPr>
              <a:t>Fourth Outline Level</a:t>
            </a:r>
          </a:p>
          <a:p xmlns:a="http://schemas.openxmlformats.org/drawingml/2006/main">
            <a:pPr marL="2160000" lvl="4" indent="-216000">
              <a:lnSpc>
                <a:spcPct val="90000"/>
              </a:lnSpc>
              <a:spcBef>
                <a:spcPts val="283"/>
              </a:spcBef>
              <a:buClr>
                <a:srgbClr val="000000"/>
              </a:buClr>
              <a:buSzPct val="45000"/>
              <a:buFont typeface="Times New Roman"/>
              <a:buChar char=""/>
            </a:pPr>
            <a:r>
              <a:rPr sz="2400" b="0" u="none" strike="noStrike">
                <a:solidFill>
                  <a:schemeClr val="dk1"/>
                </a:solidFill>
                <a:latin typeface="Times New Roman"/>
                <a:ea typeface="Times New Roman"/>
                <a:cs typeface="Times New Roman"/>
              </a:rPr>
              <a:t>Fifth Outline Level</a:t>
            </a:r>
          </a:p>
          <a:p xmlns:a="http://schemas.openxmlformats.org/drawingml/2006/main">
            <a:pPr marL="2592000" lvl="5" indent="-216000">
              <a:lnSpc>
                <a:spcPct val="90000"/>
              </a:lnSpc>
              <a:spcBef>
                <a:spcPts val="283"/>
              </a:spcBef>
              <a:buClr>
                <a:srgbClr val="000000"/>
              </a:buClr>
              <a:buSzPct val="45000"/>
              <a:buFont typeface="Times New Roman"/>
              <a:buChar char=""/>
            </a:pPr>
            <a:r>
              <a:rPr sz="2400" b="0" u="none" strike="noStrike">
                <a:solidFill>
                  <a:schemeClr val="dk1"/>
                </a:solidFill>
                <a:latin typeface="Times New Roman"/>
                <a:ea typeface="Times New Roman"/>
                <a:cs typeface="Times New Roman"/>
              </a:rPr>
              <a:t>Sixth Outline Level</a:t>
            </a:r>
          </a:p>
          <a:p xmlns:a="http://schemas.openxmlformats.org/drawingml/2006/main">
            <a:pPr marL="3024000" lvl="6" indent="-216000">
              <a:lnSpc>
                <a:spcPct val="90000"/>
              </a:lnSpc>
              <a:spcBef>
                <a:spcPts val="283"/>
              </a:spcBef>
              <a:buClr>
                <a:srgbClr val="000000"/>
              </a:buClr>
              <a:buSzPct val="45000"/>
              <a:buFont typeface="Times New Roman"/>
              <a:buChar char=""/>
            </a:pPr>
            <a:r>
              <a:rPr sz="2400" b="0" u="none" strike="noStrike">
                <a:solidFill>
                  <a:schemeClr val="dk1"/>
                </a:solidFill>
                <a:latin typeface="Times New Roman"/>
                <a:ea typeface="Times New Roman"/>
                <a:cs typeface="Times New Roman"/>
              </a:rPr>
              <a:t>Seventh Outline Level</a:t>
            </a:r>
          </a:p>
        </p:txBody>
      </p:sp>
      <p:sp>
        <p:nvSpPr>
          <p:cNvPr id="39" name="PlaceHolder 2">
            <a:extLst xmlns:a="http://schemas.openxmlformats.org/drawingml/2006/main">
              <a:ext uri="{FF2B5EF4-FFF2-40B4-BE49-F238E27FC236}">
                <a16:creationId xmlns:a16="http://schemas.microsoft.com/office/drawing/2014/main" id="{EF602BEB-4553-46AE-AAA4-E6A8DC761B82}"/>
              </a:ext>
            </a:extLst>
          </p:cNvPr>
          <p:cNvSpPr>
            <a:spLocks xmlns:a="http://schemas.openxmlformats.org/drawingml/2006/main" noGrp="1"/>
          </p:cNvSpPr>
          <p:nvPr>
            <p:ph type="body" idx="0"/>
          </p:nvPr>
        </p:nvSpPr>
        <p:spPr>
          <a:xfrm xmlns:a="http://schemas.openxmlformats.org/drawingml/2006/main">
            <a:off x="839880" y="2505240"/>
            <a:ext cx="5157360" cy="36842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91440" tIns="45720" rIns="91440" bIns="45720" anchor="t">
            <a:noAutofit/>
          </a:bodyPr>
          <a:lstStyle xmlns:a="http://schemas.openxmlformats.org/drawingml/2006/main"/>
          <a:p xmlns:a="http://schemas.openxmlformats.org/drawingml/2006/main">
            <a:pPr marL="432000" indent="-324000">
              <a:lnSpc>
                <a:spcPct val="90000"/>
              </a:lnSpc>
              <a:spcBef>
                <a:spcPts val="1417"/>
              </a:spcBef>
              <a:buClr>
                <a:srgbClr val="000000"/>
              </a:buClr>
              <a:buSzPct val="45000"/>
              <a:buFont typeface="Times New Roman"/>
              <a:buChar char=""/>
            </a:pPr>
            <a:r>
              <a:rPr sz="2800" b="0" u="none" strike="noStrike">
                <a:solidFill>
                  <a:schemeClr val="dk1"/>
                </a:solidFill>
                <a:latin typeface="Times New Roman"/>
                <a:ea typeface="Times New Roman"/>
                <a:cs typeface="Times New Roman"/>
              </a:rPr>
              <a:t>Click to edit the outline text format</a:t>
            </a:r>
          </a:p>
          <a:p xmlns:a="http://schemas.openxmlformats.org/drawingml/2006/main">
            <a:pPr marL="864000" lvl="1" indent="-324000">
              <a:lnSpc>
                <a:spcPct val="90000"/>
              </a:lnSpc>
              <a:spcBef>
                <a:spcPts val="1134"/>
              </a:spcBef>
              <a:buClr>
                <a:srgbClr val="000000"/>
              </a:buClr>
              <a:buSzPct val="75000"/>
              <a:buFont typeface="Times New Roman"/>
              <a:buChar char=""/>
            </a:pPr>
            <a:r>
              <a:rPr sz="2800" b="0" u="none" strike="noStrike">
                <a:solidFill>
                  <a:schemeClr val="dk1"/>
                </a:solidFill>
                <a:latin typeface="Times New Roman"/>
                <a:ea typeface="Times New Roman"/>
                <a:cs typeface="Times New Roman"/>
              </a:rPr>
              <a:t>Second Outline Level</a:t>
            </a:r>
          </a:p>
          <a:p xmlns:a="http://schemas.openxmlformats.org/drawingml/2006/main">
            <a:pPr marL="1296000" lvl="2" indent="-288000">
              <a:lnSpc>
                <a:spcPct val="90000"/>
              </a:lnSpc>
              <a:spcBef>
                <a:spcPts val="850"/>
              </a:spcBef>
              <a:buClr>
                <a:srgbClr val="000000"/>
              </a:buClr>
              <a:buSzPct val="45000"/>
              <a:buFont typeface="Times New Roman"/>
              <a:buChar char=""/>
            </a:pPr>
            <a:r>
              <a:rPr sz="2800" b="0" u="none" strike="noStrike">
                <a:solidFill>
                  <a:schemeClr val="dk1"/>
                </a:solidFill>
                <a:latin typeface="Times New Roman"/>
                <a:ea typeface="Times New Roman"/>
                <a:cs typeface="Times New Roman"/>
              </a:rPr>
              <a:t>Third Outline Level</a:t>
            </a:r>
          </a:p>
          <a:p xmlns:a="http://schemas.openxmlformats.org/drawingml/2006/main">
            <a:pPr marL="1728000" lvl="3" indent="-216000">
              <a:lnSpc>
                <a:spcPct val="90000"/>
              </a:lnSpc>
              <a:spcBef>
                <a:spcPts val="567"/>
              </a:spcBef>
              <a:buClr>
                <a:srgbClr val="000000"/>
              </a:buClr>
              <a:buSzPct val="75000"/>
              <a:buFont typeface="Times New Roman"/>
              <a:buChar char=""/>
            </a:pPr>
            <a:r>
              <a:rPr sz="2800" b="0" u="none" strike="noStrike">
                <a:solidFill>
                  <a:schemeClr val="dk1"/>
                </a:solidFill>
                <a:latin typeface="Times New Roman"/>
                <a:ea typeface="Times New Roman"/>
                <a:cs typeface="Times New Roman"/>
              </a:rPr>
              <a:t>Fourth Outline Level</a:t>
            </a:r>
          </a:p>
          <a:p xmlns:a="http://schemas.openxmlformats.org/drawingml/2006/main">
            <a:pPr marL="2160000" lvl="4" indent="-216000">
              <a:lnSpc>
                <a:spcPct val="90000"/>
              </a:lnSpc>
              <a:spcBef>
                <a:spcPts val="283"/>
              </a:spcBef>
              <a:buClr>
                <a:srgbClr val="000000"/>
              </a:buClr>
              <a:buSzPct val="45000"/>
              <a:buFont typeface="Times New Roman"/>
              <a:buChar char=""/>
            </a:pPr>
            <a:r>
              <a:rPr sz="2800" b="0" u="none" strike="noStrike">
                <a:solidFill>
                  <a:schemeClr val="dk1"/>
                </a:solidFill>
                <a:latin typeface="Times New Roman"/>
                <a:ea typeface="Times New Roman"/>
                <a:cs typeface="Times New Roman"/>
              </a:rPr>
              <a:t>Fifth Outline Level</a:t>
            </a:r>
          </a:p>
          <a:p xmlns:a="http://schemas.openxmlformats.org/drawingml/2006/main">
            <a:pPr marL="2592000" lvl="5" indent="-216000">
              <a:lnSpc>
                <a:spcPct val="90000"/>
              </a:lnSpc>
              <a:spcBef>
                <a:spcPts val="283"/>
              </a:spcBef>
              <a:buClr>
                <a:srgbClr val="000000"/>
              </a:buClr>
              <a:buSzPct val="45000"/>
              <a:buFont typeface="Times New Roman"/>
              <a:buChar char=""/>
            </a:pPr>
            <a:r>
              <a:rPr sz="2800" b="0" u="none" strike="noStrike">
                <a:solidFill>
                  <a:schemeClr val="dk1"/>
                </a:solidFill>
                <a:latin typeface="Times New Roman"/>
                <a:ea typeface="Times New Roman"/>
                <a:cs typeface="Times New Roman"/>
              </a:rPr>
              <a:t>Sixth Outline Level</a:t>
            </a:r>
          </a:p>
          <a:p xmlns:a="http://schemas.openxmlformats.org/drawingml/2006/main">
            <a:pPr marL="3024000" lvl="6" indent="-216000">
              <a:lnSpc>
                <a:spcPct val="90000"/>
              </a:lnSpc>
              <a:spcBef>
                <a:spcPts val="283"/>
              </a:spcBef>
              <a:buClr>
                <a:srgbClr val="000000"/>
              </a:buClr>
              <a:buSzPct val="45000"/>
              <a:buFont typeface="Times New Roman"/>
              <a:buChar char=""/>
            </a:pPr>
            <a:r>
              <a:rPr sz="2800" b="0" u="none" strike="noStrike">
                <a:solidFill>
                  <a:schemeClr val="dk1"/>
                </a:solidFill>
                <a:latin typeface="Times New Roman"/>
                <a:ea typeface="Times New Roman"/>
                <a:cs typeface="Times New Roman"/>
              </a:rPr>
              <a:t>Seventh Outline Level</a:t>
            </a:r>
          </a:p>
        </p:txBody>
      </p:sp>
      <p:sp>
        <p:nvSpPr>
          <p:cNvPr id="40" name="PlaceHolder 3">
            <a:extLst xmlns:a="http://schemas.openxmlformats.org/drawingml/2006/main">
              <a:ext uri="{FF2B5EF4-FFF2-40B4-BE49-F238E27FC236}">
                <a16:creationId xmlns:a16="http://schemas.microsoft.com/office/drawing/2014/main" id="{829B85B9-2C03-4423-9136-B60D01B23518}"/>
              </a:ext>
            </a:extLst>
          </p:cNvPr>
          <p:cNvSpPr>
            <a:spLocks xmlns:a="http://schemas.openxmlformats.org/drawingml/2006/main" noGrp="1"/>
          </p:cNvSpPr>
          <p:nvPr>
            <p:ph type="body" idx="0"/>
          </p:nvPr>
        </p:nvSpPr>
        <p:spPr>
          <a:xfrm xmlns:a="http://schemas.openxmlformats.org/drawingml/2006/main">
            <a:off x="6172200" y="1681200"/>
            <a:ext cx="5182920" cy="8236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91440" tIns="45720" rIns="91440" bIns="45720" anchor="b">
            <a:noAutofit/>
          </a:bodyPr>
          <a:lstStyle xmlns:a="http://schemas.openxmlformats.org/drawingml/2006/main"/>
          <a:p xmlns:a="http://schemas.openxmlformats.org/drawingml/2006/main">
            <a:pPr marL="432000" indent="-324000">
              <a:lnSpc>
                <a:spcPct val="90000"/>
              </a:lnSpc>
              <a:spcBef>
                <a:spcPts val="1417"/>
              </a:spcBef>
              <a:buClr>
                <a:srgbClr val="000000"/>
              </a:buClr>
              <a:buSzPct val="45000"/>
              <a:buFont typeface="Times New Roman"/>
              <a:buChar char=""/>
            </a:pPr>
            <a:r>
              <a:rPr sz="2400" b="0" u="none" strike="noStrike">
                <a:solidFill>
                  <a:schemeClr val="dk1"/>
                </a:solidFill>
                <a:latin typeface="Times New Roman"/>
                <a:ea typeface="Times New Roman"/>
                <a:cs typeface="Times New Roman"/>
              </a:rPr>
              <a:t>Click to edit the outline text format</a:t>
            </a:r>
          </a:p>
          <a:p xmlns:a="http://schemas.openxmlformats.org/drawingml/2006/main">
            <a:pPr marL="864000" lvl="1" indent="-324000">
              <a:lnSpc>
                <a:spcPct val="90000"/>
              </a:lnSpc>
              <a:spcBef>
                <a:spcPts val="1134"/>
              </a:spcBef>
              <a:buClr>
                <a:srgbClr val="000000"/>
              </a:buClr>
              <a:buSzPct val="75000"/>
              <a:buFont typeface="Times New Roman"/>
              <a:buChar char=""/>
            </a:pPr>
            <a:r>
              <a:rPr sz="2400" b="0" u="none" strike="noStrike">
                <a:solidFill>
                  <a:schemeClr val="dk1"/>
                </a:solidFill>
                <a:latin typeface="Times New Roman"/>
                <a:ea typeface="Times New Roman"/>
                <a:cs typeface="Times New Roman"/>
              </a:rPr>
              <a:t>Second Outline Level</a:t>
            </a:r>
          </a:p>
          <a:p xmlns:a="http://schemas.openxmlformats.org/drawingml/2006/main">
            <a:pPr marL="1296000" lvl="2" indent="-288000">
              <a:lnSpc>
                <a:spcPct val="90000"/>
              </a:lnSpc>
              <a:spcBef>
                <a:spcPts val="850"/>
              </a:spcBef>
              <a:buClr>
                <a:srgbClr val="000000"/>
              </a:buClr>
              <a:buSzPct val="45000"/>
              <a:buFont typeface="Times New Roman"/>
              <a:buChar char=""/>
            </a:pPr>
            <a:r>
              <a:rPr sz="2400" b="0" u="none" strike="noStrike">
                <a:solidFill>
                  <a:schemeClr val="dk1"/>
                </a:solidFill>
                <a:latin typeface="Times New Roman"/>
                <a:ea typeface="Times New Roman"/>
                <a:cs typeface="Times New Roman"/>
              </a:rPr>
              <a:t>Third Outline Level</a:t>
            </a:r>
          </a:p>
          <a:p xmlns:a="http://schemas.openxmlformats.org/drawingml/2006/main">
            <a:pPr marL="1728000" lvl="3" indent="-216000">
              <a:lnSpc>
                <a:spcPct val="90000"/>
              </a:lnSpc>
              <a:spcBef>
                <a:spcPts val="567"/>
              </a:spcBef>
              <a:buClr>
                <a:srgbClr val="000000"/>
              </a:buClr>
              <a:buSzPct val="75000"/>
              <a:buFont typeface="Times New Roman"/>
              <a:buChar char=""/>
            </a:pPr>
            <a:r>
              <a:rPr sz="2400" b="0" u="none" strike="noStrike">
                <a:solidFill>
                  <a:schemeClr val="dk1"/>
                </a:solidFill>
                <a:latin typeface="Times New Roman"/>
                <a:ea typeface="Times New Roman"/>
                <a:cs typeface="Times New Roman"/>
              </a:rPr>
              <a:t>Fourth Outline Level</a:t>
            </a:r>
          </a:p>
          <a:p xmlns:a="http://schemas.openxmlformats.org/drawingml/2006/main">
            <a:pPr marL="2160000" lvl="4" indent="-216000">
              <a:lnSpc>
                <a:spcPct val="90000"/>
              </a:lnSpc>
              <a:spcBef>
                <a:spcPts val="283"/>
              </a:spcBef>
              <a:buClr>
                <a:srgbClr val="000000"/>
              </a:buClr>
              <a:buSzPct val="45000"/>
              <a:buFont typeface="Times New Roman"/>
              <a:buChar char=""/>
            </a:pPr>
            <a:r>
              <a:rPr sz="2400" b="0" u="none" strike="noStrike">
                <a:solidFill>
                  <a:schemeClr val="dk1"/>
                </a:solidFill>
                <a:latin typeface="Times New Roman"/>
                <a:ea typeface="Times New Roman"/>
                <a:cs typeface="Times New Roman"/>
              </a:rPr>
              <a:t>Fifth Outline Level</a:t>
            </a:r>
          </a:p>
          <a:p xmlns:a="http://schemas.openxmlformats.org/drawingml/2006/main">
            <a:pPr marL="2592000" lvl="5" indent="-216000">
              <a:lnSpc>
                <a:spcPct val="90000"/>
              </a:lnSpc>
              <a:spcBef>
                <a:spcPts val="283"/>
              </a:spcBef>
              <a:buClr>
                <a:srgbClr val="000000"/>
              </a:buClr>
              <a:buSzPct val="45000"/>
              <a:buFont typeface="Times New Roman"/>
              <a:buChar char=""/>
            </a:pPr>
            <a:r>
              <a:rPr sz="2400" b="0" u="none" strike="noStrike">
                <a:solidFill>
                  <a:schemeClr val="dk1"/>
                </a:solidFill>
                <a:latin typeface="Times New Roman"/>
                <a:ea typeface="Times New Roman"/>
                <a:cs typeface="Times New Roman"/>
              </a:rPr>
              <a:t>Sixth Outline Level</a:t>
            </a:r>
          </a:p>
          <a:p xmlns:a="http://schemas.openxmlformats.org/drawingml/2006/main">
            <a:pPr marL="3024000" lvl="6" indent="-216000">
              <a:lnSpc>
                <a:spcPct val="90000"/>
              </a:lnSpc>
              <a:spcBef>
                <a:spcPts val="283"/>
              </a:spcBef>
              <a:buClr>
                <a:srgbClr val="000000"/>
              </a:buClr>
              <a:buSzPct val="45000"/>
              <a:buFont typeface="Times New Roman"/>
              <a:buChar char=""/>
            </a:pPr>
            <a:r>
              <a:rPr sz="2400" b="0" u="none" strike="noStrike">
                <a:solidFill>
                  <a:schemeClr val="dk1"/>
                </a:solidFill>
                <a:latin typeface="Times New Roman"/>
                <a:ea typeface="Times New Roman"/>
                <a:cs typeface="Times New Roman"/>
              </a:rPr>
              <a:t>Seventh Outline Level</a:t>
            </a:r>
          </a:p>
        </p:txBody>
      </p:sp>
      <p:sp>
        <p:nvSpPr>
          <p:cNvPr id="41" name="PlaceHolder 4">
            <a:extLst xmlns:a="http://schemas.openxmlformats.org/drawingml/2006/main">
              <a:ext uri="{FF2B5EF4-FFF2-40B4-BE49-F238E27FC236}">
                <a16:creationId xmlns:a16="http://schemas.microsoft.com/office/drawing/2014/main" id="{131771C0-0776-471B-9952-C40CBFB70BA7}"/>
              </a:ext>
            </a:extLst>
          </p:cNvPr>
          <p:cNvSpPr>
            <a:spLocks xmlns:a="http://schemas.openxmlformats.org/drawingml/2006/main" noGrp="1"/>
          </p:cNvSpPr>
          <p:nvPr>
            <p:ph type="body" idx="0"/>
          </p:nvPr>
        </p:nvSpPr>
        <p:spPr>
          <a:xfrm xmlns:a="http://schemas.openxmlformats.org/drawingml/2006/main">
            <a:off x="6172200" y="2505240"/>
            <a:ext cx="5182920" cy="36842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91440" tIns="45720" rIns="91440" bIns="45720" anchor="t">
            <a:noAutofit/>
          </a:bodyPr>
          <a:lstStyle xmlns:a="http://schemas.openxmlformats.org/drawingml/2006/main"/>
          <a:p xmlns:a="http://schemas.openxmlformats.org/drawingml/2006/main">
            <a:pPr marL="432000" indent="-324000">
              <a:lnSpc>
                <a:spcPct val="90000"/>
              </a:lnSpc>
              <a:spcBef>
                <a:spcPts val="1417"/>
              </a:spcBef>
              <a:buClr>
                <a:srgbClr val="000000"/>
              </a:buClr>
              <a:buSzPct val="45000"/>
              <a:buFont typeface="Times New Roman"/>
              <a:buChar char=""/>
            </a:pPr>
            <a:r>
              <a:rPr sz="2800" b="0" u="none" strike="noStrike">
                <a:solidFill>
                  <a:schemeClr val="dk1"/>
                </a:solidFill>
                <a:latin typeface="Times New Roman"/>
                <a:ea typeface="Times New Roman"/>
                <a:cs typeface="Times New Roman"/>
              </a:rPr>
              <a:t>Click to edit the outline text format</a:t>
            </a:r>
          </a:p>
          <a:p xmlns:a="http://schemas.openxmlformats.org/drawingml/2006/main">
            <a:pPr marL="864000" lvl="1" indent="-324000">
              <a:lnSpc>
                <a:spcPct val="90000"/>
              </a:lnSpc>
              <a:spcBef>
                <a:spcPts val="1134"/>
              </a:spcBef>
              <a:buClr>
                <a:srgbClr val="000000"/>
              </a:buClr>
              <a:buSzPct val="75000"/>
              <a:buFont typeface="Times New Roman"/>
              <a:buChar char=""/>
            </a:pPr>
            <a:r>
              <a:rPr sz="2800" b="0" u="none" strike="noStrike">
                <a:solidFill>
                  <a:schemeClr val="dk1"/>
                </a:solidFill>
                <a:latin typeface="Times New Roman"/>
                <a:ea typeface="Times New Roman"/>
                <a:cs typeface="Times New Roman"/>
              </a:rPr>
              <a:t>Second Outline Level</a:t>
            </a:r>
          </a:p>
          <a:p xmlns:a="http://schemas.openxmlformats.org/drawingml/2006/main">
            <a:pPr marL="1296000" lvl="2" indent="-288000">
              <a:lnSpc>
                <a:spcPct val="90000"/>
              </a:lnSpc>
              <a:spcBef>
                <a:spcPts val="850"/>
              </a:spcBef>
              <a:buClr>
                <a:srgbClr val="000000"/>
              </a:buClr>
              <a:buSzPct val="45000"/>
              <a:buFont typeface="Times New Roman"/>
              <a:buChar char=""/>
            </a:pPr>
            <a:r>
              <a:rPr sz="2800" b="0" u="none" strike="noStrike">
                <a:solidFill>
                  <a:schemeClr val="dk1"/>
                </a:solidFill>
                <a:latin typeface="Times New Roman"/>
                <a:ea typeface="Times New Roman"/>
                <a:cs typeface="Times New Roman"/>
              </a:rPr>
              <a:t>Third Outline Level</a:t>
            </a:r>
          </a:p>
          <a:p xmlns:a="http://schemas.openxmlformats.org/drawingml/2006/main">
            <a:pPr marL="1728000" lvl="3" indent="-216000">
              <a:lnSpc>
                <a:spcPct val="90000"/>
              </a:lnSpc>
              <a:spcBef>
                <a:spcPts val="567"/>
              </a:spcBef>
              <a:buClr>
                <a:srgbClr val="000000"/>
              </a:buClr>
              <a:buSzPct val="75000"/>
              <a:buFont typeface="Times New Roman"/>
              <a:buChar char=""/>
            </a:pPr>
            <a:r>
              <a:rPr sz="2800" b="0" u="none" strike="noStrike">
                <a:solidFill>
                  <a:schemeClr val="dk1"/>
                </a:solidFill>
                <a:latin typeface="Times New Roman"/>
                <a:ea typeface="Times New Roman"/>
                <a:cs typeface="Times New Roman"/>
              </a:rPr>
              <a:t>Fourth Outline Level</a:t>
            </a:r>
          </a:p>
          <a:p xmlns:a="http://schemas.openxmlformats.org/drawingml/2006/main">
            <a:pPr marL="2160000" lvl="4" indent="-216000">
              <a:lnSpc>
                <a:spcPct val="90000"/>
              </a:lnSpc>
              <a:spcBef>
                <a:spcPts val="283"/>
              </a:spcBef>
              <a:buClr>
                <a:srgbClr val="000000"/>
              </a:buClr>
              <a:buSzPct val="45000"/>
              <a:buFont typeface="Times New Roman"/>
              <a:buChar char=""/>
            </a:pPr>
            <a:r>
              <a:rPr sz="2800" b="0" u="none" strike="noStrike">
                <a:solidFill>
                  <a:schemeClr val="dk1"/>
                </a:solidFill>
                <a:latin typeface="Times New Roman"/>
                <a:ea typeface="Times New Roman"/>
                <a:cs typeface="Times New Roman"/>
              </a:rPr>
              <a:t>Fifth Outline Level</a:t>
            </a:r>
          </a:p>
          <a:p xmlns:a="http://schemas.openxmlformats.org/drawingml/2006/main">
            <a:pPr marL="2592000" lvl="5" indent="-216000">
              <a:lnSpc>
                <a:spcPct val="90000"/>
              </a:lnSpc>
              <a:spcBef>
                <a:spcPts val="283"/>
              </a:spcBef>
              <a:buClr>
                <a:srgbClr val="000000"/>
              </a:buClr>
              <a:buSzPct val="45000"/>
              <a:buFont typeface="Times New Roman"/>
              <a:buChar char=""/>
            </a:pPr>
            <a:r>
              <a:rPr sz="2800" b="0" u="none" strike="noStrike">
                <a:solidFill>
                  <a:schemeClr val="dk1"/>
                </a:solidFill>
                <a:latin typeface="Times New Roman"/>
                <a:ea typeface="Times New Roman"/>
                <a:cs typeface="Times New Roman"/>
              </a:rPr>
              <a:t>Sixth Outline Level</a:t>
            </a:r>
          </a:p>
          <a:p xmlns:a="http://schemas.openxmlformats.org/drawingml/2006/main">
            <a:pPr marL="3024000" lvl="6" indent="-216000">
              <a:lnSpc>
                <a:spcPct val="90000"/>
              </a:lnSpc>
              <a:spcBef>
                <a:spcPts val="283"/>
              </a:spcBef>
              <a:buClr>
                <a:srgbClr val="000000"/>
              </a:buClr>
              <a:buSzPct val="45000"/>
              <a:buFont typeface="Times New Roman"/>
              <a:buChar char=""/>
            </a:pPr>
            <a:r>
              <a:rPr sz="2800" b="0" u="none" strike="noStrike">
                <a:solidFill>
                  <a:schemeClr val="dk1"/>
                </a:solidFill>
                <a:latin typeface="Times New Roman"/>
                <a:ea typeface="Times New Roman"/>
                <a:cs typeface="Times New Roman"/>
              </a:rPr>
              <a:t>Seventh Outline Level</a:t>
            </a:r>
          </a:p>
        </p:txBody>
      </p:sp>
      <p:sp>
        <p:nvSpPr>
          <p:cNvPr id="42" name="Rectangle 9">
            <a:extLst xmlns:a="http://schemas.openxmlformats.org/drawingml/2006/main">
              <a:ext uri="{FF2B5EF4-FFF2-40B4-BE49-F238E27FC236}">
                <a16:creationId xmlns:a16="http://schemas.microsoft.com/office/drawing/2014/main" id="{DF8B1515-D839-4DBF-8495-340D75FDEAA9}"/>
              </a:ext>
            </a:extLst>
          </p:cNvPr>
          <p:cNvSpPr>
            <a:spLocks xmlns:a="http://schemas.openxmlformats.org/drawingml/2006/main" noGrp="1"/>
          </p:cNvSpPr>
          <p:nvPr/>
        </p:nvSpPr>
        <p:spPr>
          <a:xfrm xmlns:a="http://schemas.openxmlformats.org/drawingml/2006/main">
            <a:off x="0" y="-8280"/>
            <a:ext cx="12191760" cy="713160"/>
          </a:xfrm>
          <a:prstGeom xmlns:a="http://schemas.openxmlformats.org/drawingml/2006/main" prst="rect">
            <a:avLst/>
          </a:prstGeom>
          <a:solidFill xmlns:a="http://schemas.openxmlformats.org/drawingml/2006/main">
            <a:schemeClr val="accent2"/>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43" name="PlaceHolder 5">
            <a:extLst xmlns:a="http://schemas.openxmlformats.org/drawingml/2006/main">
              <a:ext uri="{FF2B5EF4-FFF2-40B4-BE49-F238E27FC236}">
                <a16:creationId xmlns:a16="http://schemas.microsoft.com/office/drawing/2014/main" id="{BC30961F-2FA5-4D32-B916-4F84F557AD7E}"/>
              </a:ext>
            </a:extLst>
          </p:cNvPr>
          <p:cNvSpPr>
            <a:spLocks xmlns:a="http://schemas.openxmlformats.org/drawingml/2006/main" noGrp="1"/>
          </p:cNvSpPr>
          <p:nvPr>
            <p:ph type="title" idx="0"/>
          </p:nvPr>
        </p:nvSpPr>
        <p:spPr>
          <a:xfrm xmlns:a="http://schemas.openxmlformats.org/drawingml/2006/main">
            <a:off x="839880" y="866880"/>
            <a:ext cx="10515240" cy="8236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91440" tIns="45720" rIns="91440" bIns="45720" anchor="ctr">
            <a:noAutofit/>
          </a:bodyPr>
          <a:lstStyle xmlns:a="http://schemas.openxmlformats.org/drawingml/2006/main"/>
          <a:p xmlns:a="http://schemas.openxmlformats.org/drawingml/2006/main">
            <a:pPr indent="0">
              <a:buNone/>
            </a:pPr>
            <a:r>
              <a:rPr sz="4400" b="0" u="none" strike="noStrike">
                <a:solidFill>
                  <a:schemeClr val="dk1"/>
                </a:solidFill>
                <a:latin typeface="Times New Roman"/>
                <a:ea typeface="Times New Roman"/>
                <a:cs typeface="Times New Roman"/>
              </a:rPr>
              <a:t>Click to edit the title text format</a:t>
            </a:r>
          </a:p>
        </p:txBody>
      </p:sp>
      <p:sp>
        <p:nvSpPr>
          <p:cNvPr id="44" name="Rectangle 11">
            <a:extLst xmlns:a="http://schemas.openxmlformats.org/drawingml/2006/main">
              <a:ext uri="{FF2B5EF4-FFF2-40B4-BE49-F238E27FC236}">
                <a16:creationId xmlns:a16="http://schemas.microsoft.com/office/drawing/2014/main" id="{3BD48015-0752-476B-B806-D845053487B1}"/>
              </a:ext>
            </a:extLst>
          </p:cNvPr>
          <p:cNvSpPr>
            <a:spLocks xmlns:a="http://schemas.openxmlformats.org/drawingml/2006/main" noGrp="1"/>
          </p:cNvSpPr>
          <p:nvPr/>
        </p:nvSpPr>
        <p:spPr>
          <a:xfrm xmlns:a="http://schemas.openxmlformats.org/drawingml/2006/main">
            <a:off x="1775520" y="6721560"/>
            <a:ext cx="10416240" cy="136080"/>
          </a:xfrm>
          <a:custGeom xmlns:a="http://schemas.openxmlformats.org/drawingml/2006/main">
            <a:gdLst>
              <a:gd name="textAreaLeft" fmla="*/ 0 w 10416240"/>
              <a:gd name="textAreaRight" fmla="*/ 10416600 w 10416240"/>
              <a:gd name="textAreaTop" fmla="*/ 0 h 136080"/>
              <a:gd name="textAreaBottom" fmla="*/ 136440 h 136080"/>
              <a:gd name="GluePoint1X" fmla="*/ 94130 w 8187543"/>
              <a:gd name="GluePoint1Y" fmla="*/ 0 h 136562"/>
              <a:gd name="GluePoint2X" fmla="*/ 8187543 w 8187543"/>
              <a:gd name="GluePoint2Y" fmla="*/ 0 h 136562"/>
              <a:gd name="GluePoint3X" fmla="*/ 8187543 w 8187543"/>
              <a:gd name="GluePoint3Y" fmla="*/ 133200 h 136562"/>
              <a:gd name="GluePoint4X" fmla="*/ 0 w 8187543"/>
              <a:gd name="GluePoint4Y" fmla="*/ 136562 h 136562"/>
              <a:gd name="GluePoint5X" fmla="*/ 94130 w 8187543"/>
              <a:gd name="GluePoint5Y" fmla="*/ 0 h 136562"/>
            </a:gdLst>
            <a:rect l="textAreaLeft" t="textAreaTop" r="textAreaRight" b="textAreaBottom"/>
            <a:pathLst>
              <a:path w="8187543" h="136562">
                <a:moveTo>
                  <a:pt x="94130" y="0"/>
                </a:moveTo>
                <a:lnTo>
                  <a:pt x="8187543" y="0"/>
                </a:lnTo>
                <a:lnTo>
                  <a:pt x="8187543" y="133200"/>
                </a:lnTo>
                <a:lnTo>
                  <a:pt x="0" y="136562"/>
                </a:lnTo>
                <a:lnTo>
                  <a:pt x="94130" y="0"/>
                </a:lnTo>
                <a:close/>
              </a:path>
            </a:pathLst>
          </a:custGeom>
          <a:solidFill xmlns:a="http://schemas.openxmlformats.org/drawingml/2006/main">
            <a:schemeClr val="accent2"/>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r>
              <a:rPr sz="1800" b="0" u="none" strike="noStrike">
                <a:solidFill>
                  <a:schemeClr val="lt1"/>
                </a:solidFill>
                <a:latin typeface="Times New Roman"/>
                <a:ea typeface="Times New Roman"/>
                <a:cs typeface="Times New Roman"/>
              </a:rPr>
              <a:t> </a:t>
            </a:r>
            <a:endParaRPr sz="1800" b="0" u="none" strike="noStrike">
              <a:solidFill>
                <a:srgbClr val="FFFFFF"/>
              </a:solidFill>
              <a:latin typeface="Times New Roman"/>
              <a:ea typeface="Times New Roman"/>
              <a:cs typeface="Times New Roman"/>
            </a:endParaRPr>
          </a:p>
        </p:txBody>
      </p:sp>
      <p:pic>
        <p:nvPicPr>
          <p:cNvPr id="45" name="Picture 12">
            <a:extLst xmlns:a="http://schemas.openxmlformats.org/drawingml/2006/main">
              <a:ext uri="{FF2B5EF4-FFF2-40B4-BE49-F238E27FC236}">
                <a16:creationId xmlns:a16="http://schemas.microsoft.com/office/drawing/2014/main" id="{53788E96-D06F-4430-A5B6-05EC1A6549C9}"/>
              </a:ext>
            </a:extLst>
          </p:cNvPr>
          <p:cNvPicPr>
            <a:picLocks xmlns:a="http://schemas.openxmlformats.org/drawingml/2006/main" noChangeAspect="1"/>
          </p:cNvPicPr>
          <p:nvPr/>
        </p:nvPicPr>
        <p:blipFill>
          <a:blip xmlns:r="http://schemas.openxmlformats.org/officeDocument/2006/relationships" xmlns:a="http://schemas.openxmlformats.org/drawingml/2006/main" r:embed="R334faae876734096"/>
          <a:stretch xmlns:a="http://schemas.openxmlformats.org/drawingml/2006/main"/>
        </p:blipFill>
        <p:spPr>
          <a:xfrm xmlns:a="http://schemas.openxmlformats.org/drawingml/2006/main">
            <a:off x="1828800" y="6739200"/>
            <a:ext cx="10362960" cy="101520"/>
          </a:xfrm>
          <a:prstGeom xmlns:a="http://schemas.openxmlformats.org/drawingml/2006/main" prst="rect">
            <a:avLst/>
          </a:prstGeom>
          <a:ln xmlns:a="http://schemas.openxmlformats.org/drawingml/2006/main" w="0">
            <a:noFill/>
          </a:ln>
        </p:spPr>
      </p:pic>
      <p:sp>
        <p:nvSpPr>
          <p:cNvPr id="46" name="PlaceHolder 6">
            <a:extLst xmlns:a="http://schemas.openxmlformats.org/drawingml/2006/main">
              <a:ext uri="{FF2B5EF4-FFF2-40B4-BE49-F238E27FC236}">
                <a16:creationId xmlns:a16="http://schemas.microsoft.com/office/drawing/2014/main" id="{140ADF77-555D-4A28-A207-DABF3E73BCED}"/>
              </a:ext>
            </a:extLst>
          </p:cNvPr>
          <p:cNvSpPr>
            <a:spLocks xmlns:a="http://schemas.openxmlformats.org/drawingml/2006/main" noGrp="1"/>
          </p:cNvSpPr>
          <p:nvPr>
            <p:ph type="sldNum" idx="6"/>
          </p:nvPr>
        </p:nvSpPr>
        <p:spPr>
          <a:xfrm xmlns:a="http://schemas.openxmlformats.org/drawingml/2006/main">
            <a:off x="11676240" y="6599520"/>
            <a:ext cx="505080" cy="3646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91440" tIns="45720" rIns="91440" bIns="45720" anchor="ctr">
            <a:noAutofit/>
          </a:bodyPr>
          <a:lstStyle xmlns:a="http://schemas.openxmlformats.org/drawingml/2006/main">
            <a:lvl1pPr indent="0" algn="r" defTabSz="914400">
              <a:lnSpc>
                <a:spcPct val="100000"/>
              </a:lnSpc>
              <a:buNone/>
              <a:defRPr sz="1000" b="0" u="none" strike="noStrike">
                <a:solidFill>
                  <a:schemeClr val="lt1">
                    <a:tint val="75000"/>
                  </a:schemeClr>
                </a:solidFill>
                <a:latin typeface="Times New Roman"/>
                <a:ea typeface="Times New Roman"/>
                <a:cs typeface="Times New Roman"/>
              </a:defRPr>
            </a:lvl1pPr>
          </a:lstStyle>
          <a:p xmlns:a="http://schemas.openxmlformats.org/drawingml/2006/main">
            <a:pPr indent="0" algn="r" defTabSz="914400">
              <a:lnSpc>
                <a:spcPct val="100000"/>
              </a:lnSpc>
              <a:buNone/>
            </a:pPr>
            <a:fld id="{CFC54E39-F5D2-46BC-836E-09FE0A1D86A5}" type="slidenum">
              <a:rPr sz="1000" b="0" u="none" strike="noStrike">
                <a:solidFill>
                  <a:schemeClr val="lt1">
                    <a:tint val="75000"/>
                  </a:schemeClr>
                </a:solidFill>
                <a:latin typeface="Times New Roman"/>
                <a:ea typeface="Times New Roman"/>
                <a:cs typeface="Times New Roman"/>
              </a:rPr>
              <a:t>‹#›</a:t>
            </a:fld>
            <a:endParaRPr sz="1000" b="0" u="none" strike="noStrike">
              <a:solidFill>
                <a:srgbClr val="000000"/>
              </a:solidFill>
              <a:latin typeface="Times New Roman"/>
              <a:ea typeface="Times New Roman"/>
              <a:cs typeface="Times New Roman"/>
            </a:endParaRPr>
          </a:p>
        </p:txBody>
      </p:sp>
      <p:pic>
        <p:nvPicPr>
          <p:cNvPr id="47" name="Picture 6">
            <a:extLst xmlns:a="http://schemas.openxmlformats.org/drawingml/2006/main">
              <a:ext uri="{FF2B5EF4-FFF2-40B4-BE49-F238E27FC236}">
                <a16:creationId xmlns:a16="http://schemas.microsoft.com/office/drawing/2014/main" id="{95061118-B7A8-4E5E-BA98-65DC19A28E54}"/>
              </a:ext>
            </a:extLst>
          </p:cNvPr>
          <p:cNvPicPr>
            <a:picLocks xmlns:a="http://schemas.openxmlformats.org/drawingml/2006/main" noChangeAspect="1"/>
          </p:cNvPicPr>
          <p:nvPr/>
        </p:nvPicPr>
        <p:blipFill>
          <a:blip xmlns:r="http://schemas.openxmlformats.org/officeDocument/2006/relationships" xmlns:a="http://schemas.openxmlformats.org/drawingml/2006/main" r:embed="Rc7321f08f03d4859"/>
          <a:stretch xmlns:a="http://schemas.openxmlformats.org/drawingml/2006/main"/>
        </p:blipFill>
        <p:spPr>
          <a:xfrm xmlns:a="http://schemas.openxmlformats.org/drawingml/2006/main">
            <a:off x="318600" y="2160"/>
            <a:ext cx="3290040" cy="684720"/>
          </a:xfrm>
          <a:prstGeom xmlns:a="http://schemas.openxmlformats.org/drawingml/2006/main" prst="rect">
            <a:avLst/>
          </a:prstGeom>
          <a:ln xmlns:a="http://schemas.openxmlformats.org/drawingml/2006/main" w="0">
            <a:noFill/>
          </a:ln>
        </p:spPr>
      </p:pic>
    </p:spTree>
  </p:cSld>
</p:sldLayout>
</file>

<file path=ppt/slideLayouts/slideLayout7.xml><?xml version="1.0" encoding="utf-8"?>
<p:sldLayout xmlns:p="http://schemas.openxmlformats.org/presentationml/2006/main" type="titleOnly" preserve="1">
  <p:cSld name="Title Only">
    <p:bg>
      <p:bgPr>
        <a:solidFill xmlns:a="http://schemas.openxmlformats.org/drawingml/2006/main">
          <a:srgbClr val="FFFFFF"/>
        </a:solidFill>
      </p:bgPr>
    </p:bg>
    <p:spTree>
      <p:nvGrpSpPr>
        <p:cNvPr id="1" name=""/>
        <p:cNvGrpSpPr/>
        <p:nvPr/>
      </p:nvGrpSpPr>
      <p:grpSpPr>
        <a:xfrm xmlns:a="http://schemas.openxmlformats.org/drawingml/2006/main"/>
      </p:grpSpPr>
      <p:sp>
        <p:nvSpPr>
          <p:cNvPr id="48" name="Rectangle 5">
            <a:extLst xmlns:a="http://schemas.openxmlformats.org/drawingml/2006/main">
              <a:ext uri="{FF2B5EF4-FFF2-40B4-BE49-F238E27FC236}">
                <a16:creationId xmlns:a16="http://schemas.microsoft.com/office/drawing/2014/main" id="{2BAEC6A9-1769-4FD6-A785-D096E392AAA3}"/>
              </a:ext>
            </a:extLst>
          </p:cNvPr>
          <p:cNvSpPr>
            <a:spLocks xmlns:a="http://schemas.openxmlformats.org/drawingml/2006/main" noGrp="1"/>
          </p:cNvSpPr>
          <p:nvPr/>
        </p:nvSpPr>
        <p:spPr>
          <a:xfrm xmlns:a="http://schemas.openxmlformats.org/drawingml/2006/main">
            <a:off x="0" y="-8280"/>
            <a:ext cx="12191760" cy="713160"/>
          </a:xfrm>
          <a:prstGeom xmlns:a="http://schemas.openxmlformats.org/drawingml/2006/main" prst="rect">
            <a:avLst/>
          </a:prstGeom>
          <a:solidFill xmlns:a="http://schemas.openxmlformats.org/drawingml/2006/main">
            <a:schemeClr val="accent2"/>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49" name="PlaceHolder 1">
            <a:extLst xmlns:a="http://schemas.openxmlformats.org/drawingml/2006/main">
              <a:ext uri="{FF2B5EF4-FFF2-40B4-BE49-F238E27FC236}">
                <a16:creationId xmlns:a16="http://schemas.microsoft.com/office/drawing/2014/main" id="{AAC9E8BF-AD60-4D2F-A28B-B9337C57B5EF}"/>
              </a:ext>
            </a:extLst>
          </p:cNvPr>
          <p:cNvSpPr>
            <a:spLocks xmlns:a="http://schemas.openxmlformats.org/drawingml/2006/main" noGrp="1"/>
          </p:cNvSpPr>
          <p:nvPr>
            <p:ph type="title" idx="0"/>
          </p:nvPr>
        </p:nvSpPr>
        <p:spPr>
          <a:xfrm xmlns:a="http://schemas.openxmlformats.org/drawingml/2006/main">
            <a:off x="838080" y="874080"/>
            <a:ext cx="10515240" cy="8161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91440" tIns="45720" rIns="91440" bIns="45720" anchor="ctr">
            <a:noAutofit/>
          </a:bodyPr>
          <a:lstStyle xmlns:a="http://schemas.openxmlformats.org/drawingml/2006/main"/>
          <a:p xmlns:a="http://schemas.openxmlformats.org/drawingml/2006/main">
            <a:pPr indent="0">
              <a:buNone/>
            </a:pPr>
            <a:r>
              <a:rPr sz="4400" b="0" u="none" strike="noStrike">
                <a:solidFill>
                  <a:schemeClr val="dk1"/>
                </a:solidFill>
                <a:latin typeface="Times New Roman"/>
                <a:ea typeface="Times New Roman"/>
                <a:cs typeface="Times New Roman"/>
              </a:rPr>
              <a:t>Click to edit the title text format</a:t>
            </a:r>
          </a:p>
        </p:txBody>
      </p:sp>
      <p:sp>
        <p:nvSpPr>
          <p:cNvPr id="50" name="Rectangle 11">
            <a:extLst xmlns:a="http://schemas.openxmlformats.org/drawingml/2006/main">
              <a:ext uri="{FF2B5EF4-FFF2-40B4-BE49-F238E27FC236}">
                <a16:creationId xmlns:a16="http://schemas.microsoft.com/office/drawing/2014/main" id="{495CF08B-6CAB-4F48-A530-3547633F6D37}"/>
              </a:ext>
            </a:extLst>
          </p:cNvPr>
          <p:cNvSpPr>
            <a:spLocks xmlns:a="http://schemas.openxmlformats.org/drawingml/2006/main" noGrp="1"/>
          </p:cNvSpPr>
          <p:nvPr/>
        </p:nvSpPr>
        <p:spPr>
          <a:xfrm xmlns:a="http://schemas.openxmlformats.org/drawingml/2006/main">
            <a:off x="1775520" y="6721560"/>
            <a:ext cx="10416240" cy="136080"/>
          </a:xfrm>
          <a:custGeom xmlns:a="http://schemas.openxmlformats.org/drawingml/2006/main">
            <a:gdLst>
              <a:gd name="textAreaLeft" fmla="*/ 0 w 10416240"/>
              <a:gd name="textAreaRight" fmla="*/ 10416600 w 10416240"/>
              <a:gd name="textAreaTop" fmla="*/ 0 h 136080"/>
              <a:gd name="textAreaBottom" fmla="*/ 136440 h 136080"/>
              <a:gd name="GluePoint1X" fmla="*/ 94130 w 8187543"/>
              <a:gd name="GluePoint1Y" fmla="*/ 0 h 136562"/>
              <a:gd name="GluePoint2X" fmla="*/ 8187543 w 8187543"/>
              <a:gd name="GluePoint2Y" fmla="*/ 0 h 136562"/>
              <a:gd name="GluePoint3X" fmla="*/ 8187543 w 8187543"/>
              <a:gd name="GluePoint3Y" fmla="*/ 133200 h 136562"/>
              <a:gd name="GluePoint4X" fmla="*/ 0 w 8187543"/>
              <a:gd name="GluePoint4Y" fmla="*/ 136562 h 136562"/>
              <a:gd name="GluePoint5X" fmla="*/ 94130 w 8187543"/>
              <a:gd name="GluePoint5Y" fmla="*/ 0 h 136562"/>
            </a:gdLst>
            <a:rect l="textAreaLeft" t="textAreaTop" r="textAreaRight" b="textAreaBottom"/>
            <a:pathLst>
              <a:path w="8187543" h="136562">
                <a:moveTo>
                  <a:pt x="94130" y="0"/>
                </a:moveTo>
                <a:lnTo>
                  <a:pt x="8187543" y="0"/>
                </a:lnTo>
                <a:lnTo>
                  <a:pt x="8187543" y="133200"/>
                </a:lnTo>
                <a:lnTo>
                  <a:pt x="0" y="136562"/>
                </a:lnTo>
                <a:lnTo>
                  <a:pt x="94130" y="0"/>
                </a:lnTo>
                <a:close/>
              </a:path>
            </a:pathLst>
          </a:custGeom>
          <a:solidFill xmlns:a="http://schemas.openxmlformats.org/drawingml/2006/main">
            <a:schemeClr val="accent2"/>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r>
              <a:rPr sz="1800" b="0" u="none" strike="noStrike">
                <a:solidFill>
                  <a:schemeClr val="lt1"/>
                </a:solidFill>
                <a:latin typeface="Times New Roman"/>
                <a:ea typeface="Times New Roman"/>
                <a:cs typeface="Times New Roman"/>
              </a:rPr>
              <a:t> </a:t>
            </a:r>
            <a:endParaRPr sz="1800" b="0" u="none" strike="noStrike">
              <a:solidFill>
                <a:srgbClr val="FFFFFF"/>
              </a:solidFill>
              <a:latin typeface="Times New Roman"/>
              <a:ea typeface="Times New Roman"/>
              <a:cs typeface="Times New Roman"/>
            </a:endParaRPr>
          </a:p>
        </p:txBody>
      </p:sp>
      <p:pic>
        <p:nvPicPr>
          <p:cNvPr id="51" name="Picture 8">
            <a:extLst xmlns:a="http://schemas.openxmlformats.org/drawingml/2006/main">
              <a:ext uri="{FF2B5EF4-FFF2-40B4-BE49-F238E27FC236}">
                <a16:creationId xmlns:a16="http://schemas.microsoft.com/office/drawing/2014/main" id="{22C8B6A5-3333-473C-8CEF-1A322E6B4B68}"/>
              </a:ext>
            </a:extLst>
          </p:cNvPr>
          <p:cNvPicPr>
            <a:picLocks xmlns:a="http://schemas.openxmlformats.org/drawingml/2006/main" noChangeAspect="1"/>
          </p:cNvPicPr>
          <p:nvPr/>
        </p:nvPicPr>
        <p:blipFill>
          <a:blip xmlns:r="http://schemas.openxmlformats.org/officeDocument/2006/relationships" xmlns:a="http://schemas.openxmlformats.org/drawingml/2006/main" r:embed="Rb68d8e4c26824a87"/>
          <a:stretch xmlns:a="http://schemas.openxmlformats.org/drawingml/2006/main"/>
        </p:blipFill>
        <p:spPr>
          <a:xfrm xmlns:a="http://schemas.openxmlformats.org/drawingml/2006/main">
            <a:off x="1828800" y="6739200"/>
            <a:ext cx="10362960" cy="101520"/>
          </a:xfrm>
          <a:prstGeom xmlns:a="http://schemas.openxmlformats.org/drawingml/2006/main" prst="rect">
            <a:avLst/>
          </a:prstGeom>
          <a:ln xmlns:a="http://schemas.openxmlformats.org/drawingml/2006/main" w="0">
            <a:noFill/>
          </a:ln>
        </p:spPr>
      </p:pic>
      <p:sp>
        <p:nvSpPr>
          <p:cNvPr id="52" name="PlaceHolder 2">
            <a:extLst xmlns:a="http://schemas.openxmlformats.org/drawingml/2006/main">
              <a:ext uri="{FF2B5EF4-FFF2-40B4-BE49-F238E27FC236}">
                <a16:creationId xmlns:a16="http://schemas.microsoft.com/office/drawing/2014/main" id="{49995810-2365-4003-A08A-E83C8EA4A1FE}"/>
              </a:ext>
            </a:extLst>
          </p:cNvPr>
          <p:cNvSpPr>
            <a:spLocks xmlns:a="http://schemas.openxmlformats.org/drawingml/2006/main" noGrp="1"/>
          </p:cNvSpPr>
          <p:nvPr>
            <p:ph type="sldNum" idx="7"/>
          </p:nvPr>
        </p:nvSpPr>
        <p:spPr>
          <a:xfrm xmlns:a="http://schemas.openxmlformats.org/drawingml/2006/main">
            <a:off x="11676240" y="6599520"/>
            <a:ext cx="505080" cy="3646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91440" tIns="45720" rIns="91440" bIns="45720" anchor="ctr">
            <a:noAutofit/>
          </a:bodyPr>
          <a:lstStyle xmlns:a="http://schemas.openxmlformats.org/drawingml/2006/main">
            <a:lvl1pPr indent="0" algn="r" defTabSz="914400">
              <a:lnSpc>
                <a:spcPct val="100000"/>
              </a:lnSpc>
              <a:buNone/>
              <a:defRPr sz="1000" b="0" u="none" strike="noStrike">
                <a:solidFill>
                  <a:schemeClr val="lt1">
                    <a:tint val="75000"/>
                  </a:schemeClr>
                </a:solidFill>
                <a:latin typeface="Times New Roman"/>
                <a:ea typeface="Times New Roman"/>
                <a:cs typeface="Times New Roman"/>
              </a:defRPr>
            </a:lvl1pPr>
          </a:lstStyle>
          <a:p xmlns:a="http://schemas.openxmlformats.org/drawingml/2006/main">
            <a:pPr indent="0" algn="r" defTabSz="914400">
              <a:lnSpc>
                <a:spcPct val="100000"/>
              </a:lnSpc>
              <a:buNone/>
            </a:pPr>
            <a:fld id="{0E2ED34D-31CB-40F3-9E8E-B54773A1DA49}" type="slidenum">
              <a:rPr sz="1000" b="0" u="none" strike="noStrike">
                <a:solidFill>
                  <a:schemeClr val="lt1">
                    <a:tint val="75000"/>
                  </a:schemeClr>
                </a:solidFill>
                <a:latin typeface="Times New Roman"/>
                <a:ea typeface="Times New Roman"/>
                <a:cs typeface="Times New Roman"/>
              </a:rPr>
              <a:t>‹#›</a:t>
            </a:fld>
            <a:endParaRPr sz="1000" b="0" u="none" strike="noStrike">
              <a:solidFill>
                <a:srgbClr val="000000"/>
              </a:solidFill>
              <a:latin typeface="Times New Roman"/>
              <a:ea typeface="Times New Roman"/>
              <a:cs typeface="Times New Roman"/>
            </a:endParaRPr>
          </a:p>
        </p:txBody>
      </p:sp>
      <p:pic>
        <p:nvPicPr>
          <p:cNvPr id="53" name="Picture 2">
            <a:extLst xmlns:a="http://schemas.openxmlformats.org/drawingml/2006/main">
              <a:ext uri="{FF2B5EF4-FFF2-40B4-BE49-F238E27FC236}">
                <a16:creationId xmlns:a16="http://schemas.microsoft.com/office/drawing/2014/main" id="{C34E1C9C-D11C-41DA-AFCB-59FD0EFFDDB9}"/>
              </a:ext>
            </a:extLst>
          </p:cNvPr>
          <p:cNvPicPr>
            <a:picLocks xmlns:a="http://schemas.openxmlformats.org/drawingml/2006/main" noChangeAspect="1"/>
          </p:cNvPicPr>
          <p:nvPr/>
        </p:nvPicPr>
        <p:blipFill>
          <a:blip xmlns:r="http://schemas.openxmlformats.org/officeDocument/2006/relationships" xmlns:a="http://schemas.openxmlformats.org/drawingml/2006/main" r:embed="R11d126ebb5744f31"/>
          <a:stretch xmlns:a="http://schemas.openxmlformats.org/drawingml/2006/main"/>
        </p:blipFill>
        <p:spPr>
          <a:xfrm xmlns:a="http://schemas.openxmlformats.org/drawingml/2006/main">
            <a:off x="318600" y="2160"/>
            <a:ext cx="3290040" cy="684720"/>
          </a:xfrm>
          <a:prstGeom xmlns:a="http://schemas.openxmlformats.org/drawingml/2006/main" prst="rect">
            <a:avLst/>
          </a:prstGeom>
          <a:ln xmlns:a="http://schemas.openxmlformats.org/drawingml/2006/main" w="0">
            <a:noFill/>
          </a:ln>
        </p:spPr>
      </p:pic>
      <p:sp>
        <p:nvSpPr>
          <p:cNvPr id="54" name="PlaceHolder 3">
            <a:extLst xmlns:a="http://schemas.openxmlformats.org/drawingml/2006/main">
              <a:ext uri="{FF2B5EF4-FFF2-40B4-BE49-F238E27FC236}">
                <a16:creationId xmlns:a16="http://schemas.microsoft.com/office/drawing/2014/main" id="{79B1FB11-C644-4B9C-8ABC-F537F7147683}"/>
              </a:ext>
            </a:extLst>
          </p:cNvPr>
          <p:cNvSpPr>
            <a:spLocks xmlns:a="http://schemas.openxmlformats.org/drawingml/2006/main" noGrp="1"/>
          </p:cNvSpPr>
          <p:nvPr>
            <p:ph type="body" idx="0"/>
          </p:nvPr>
        </p:nvSpPr>
        <p:spPr>
          <a:xfrm xmlns:a="http://schemas.openxmlformats.org/drawingml/2006/main">
            <a:off x="609480" y="1604520"/>
            <a:ext cx="10972440" cy="39772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a:bodyPr>
          <a:lstStyle xmlns:a="http://schemas.openxmlformats.org/drawingml/2006/main"/>
          <a:p xmlns:a="http://schemas.openxmlformats.org/drawingml/2006/main">
            <a:pPr marL="432000" indent="-324000">
              <a:lnSpc>
                <a:spcPct val="90000"/>
              </a:lnSpc>
              <a:spcBef>
                <a:spcPts val="1417"/>
              </a:spcBef>
              <a:buClr>
                <a:srgbClr val="000000"/>
              </a:buClr>
              <a:buSzPct val="45000"/>
              <a:buFont typeface="Times New Roman"/>
              <a:buChar char=""/>
            </a:pPr>
            <a:r>
              <a:rPr sz="2800" b="0" u="none" strike="noStrike">
                <a:solidFill>
                  <a:schemeClr val="dk1"/>
                </a:solidFill>
                <a:latin typeface="Times New Roman"/>
                <a:ea typeface="Times New Roman"/>
                <a:cs typeface="Times New Roman"/>
              </a:rPr>
              <a:t>Click to edit the outline text format</a:t>
            </a:r>
          </a:p>
          <a:p xmlns:a="http://schemas.openxmlformats.org/drawingml/2006/main">
            <a:pPr marL="864000" lvl="1" indent="-324000">
              <a:lnSpc>
                <a:spcPct val="90000"/>
              </a:lnSpc>
              <a:spcBef>
                <a:spcPts val="1134"/>
              </a:spcBef>
              <a:buClr>
                <a:srgbClr val="000000"/>
              </a:buClr>
              <a:buSzPct val="75000"/>
              <a:buFont typeface="Times New Roman"/>
              <a:buChar char=""/>
            </a:pPr>
            <a:r>
              <a:rPr sz="2000" b="0" u="none" strike="noStrike">
                <a:solidFill>
                  <a:schemeClr val="dk1"/>
                </a:solidFill>
                <a:latin typeface="Times New Roman"/>
                <a:ea typeface="Times New Roman"/>
                <a:cs typeface="Times New Roman"/>
              </a:rPr>
              <a:t>Second Outline Level</a:t>
            </a:r>
          </a:p>
          <a:p xmlns:a="http://schemas.openxmlformats.org/drawingml/2006/main">
            <a:pPr marL="1296000" lvl="2" indent="-288000">
              <a:lnSpc>
                <a:spcPct val="90000"/>
              </a:lnSpc>
              <a:spcBef>
                <a:spcPts val="850"/>
              </a:spcBef>
              <a:buClr>
                <a:srgbClr val="000000"/>
              </a:buClr>
              <a:buSzPct val="45000"/>
              <a:buFont typeface="Times New Roman"/>
              <a:buChar char=""/>
            </a:pPr>
            <a:r>
              <a:rPr sz="1800" b="0" u="none" strike="noStrike">
                <a:solidFill>
                  <a:schemeClr val="dk1"/>
                </a:solidFill>
                <a:latin typeface="Times New Roman"/>
                <a:ea typeface="Times New Roman"/>
                <a:cs typeface="Times New Roman"/>
              </a:rPr>
              <a:t>Third Outline Level</a:t>
            </a:r>
          </a:p>
          <a:p xmlns:a="http://schemas.openxmlformats.org/drawingml/2006/main">
            <a:pPr marL="1728000" lvl="3" indent="-216000">
              <a:lnSpc>
                <a:spcPct val="90000"/>
              </a:lnSpc>
              <a:spcBef>
                <a:spcPts val="567"/>
              </a:spcBef>
              <a:buClr>
                <a:srgbClr val="000000"/>
              </a:buClr>
              <a:buSzPct val="75000"/>
              <a:buFont typeface="Times New Roman"/>
              <a:buChar char=""/>
            </a:pPr>
            <a:r>
              <a:rPr sz="1800" b="0" u="none" strike="noStrike">
                <a:solidFill>
                  <a:schemeClr val="dk1"/>
                </a:solidFill>
                <a:latin typeface="Times New Roman"/>
                <a:ea typeface="Times New Roman"/>
                <a:cs typeface="Times New Roman"/>
              </a:rPr>
              <a:t>Fourth Outline Level</a:t>
            </a:r>
          </a:p>
          <a:p xmlns:a="http://schemas.openxmlformats.org/drawingml/2006/main">
            <a:pPr marL="2160000" lvl="4" indent="-216000">
              <a:lnSpc>
                <a:spcPct val="90000"/>
              </a:lnSpc>
              <a:spcBef>
                <a:spcPts val="283"/>
              </a:spcBef>
              <a:buClr>
                <a:srgbClr val="000000"/>
              </a:buClr>
              <a:buSzPct val="45000"/>
              <a:buFont typeface="Times New Roman"/>
              <a:buChar char=""/>
            </a:pPr>
            <a:r>
              <a:rPr sz="2000" b="0" u="none" strike="noStrike">
                <a:solidFill>
                  <a:schemeClr val="dk1"/>
                </a:solidFill>
                <a:latin typeface="Times New Roman"/>
                <a:ea typeface="Times New Roman"/>
                <a:cs typeface="Times New Roman"/>
              </a:rPr>
              <a:t>Fifth Outline Level</a:t>
            </a:r>
          </a:p>
          <a:p xmlns:a="http://schemas.openxmlformats.org/drawingml/2006/main">
            <a:pPr marL="2592000" lvl="5" indent="-216000">
              <a:lnSpc>
                <a:spcPct val="90000"/>
              </a:lnSpc>
              <a:spcBef>
                <a:spcPts val="283"/>
              </a:spcBef>
              <a:buClr>
                <a:srgbClr val="000000"/>
              </a:buClr>
              <a:buSzPct val="45000"/>
              <a:buFont typeface="Times New Roman"/>
              <a:buChar char=""/>
            </a:pPr>
            <a:r>
              <a:rPr sz="2000" b="0" u="none" strike="noStrike">
                <a:solidFill>
                  <a:schemeClr val="dk1"/>
                </a:solidFill>
                <a:latin typeface="Times New Roman"/>
                <a:ea typeface="Times New Roman"/>
                <a:cs typeface="Times New Roman"/>
              </a:rPr>
              <a:t>Sixth Outline Level</a:t>
            </a:r>
          </a:p>
          <a:p xmlns:a="http://schemas.openxmlformats.org/drawingml/2006/main">
            <a:pPr marL="3024000" lvl="6" indent="-216000">
              <a:lnSpc>
                <a:spcPct val="90000"/>
              </a:lnSpc>
              <a:spcBef>
                <a:spcPts val="283"/>
              </a:spcBef>
              <a:buClr>
                <a:srgbClr val="000000"/>
              </a:buClr>
              <a:buSzPct val="45000"/>
              <a:buFont typeface="Times New Roman"/>
              <a:buChar char=""/>
            </a:pPr>
            <a:r>
              <a:rPr sz="2000" b="0" u="none" strike="noStrike">
                <a:solidFill>
                  <a:schemeClr val="dk1"/>
                </a:solidFill>
                <a:latin typeface="Times New Roman"/>
                <a:ea typeface="Times New Roman"/>
                <a:cs typeface="Times New Roman"/>
              </a:rPr>
              <a:t>Seventh Outline Level</a:t>
            </a:r>
          </a:p>
        </p:txBody>
      </p:sp>
    </p:spTree>
  </p:cSld>
</p:sldLayout>
</file>

<file path=ppt/slideLayouts/slideLayout8.xml><?xml version="1.0" encoding="utf-8"?>
<p:sldLayout xmlns:p="http://schemas.openxmlformats.org/presentationml/2006/main" type="blank" preserve="1">
  <p:cSld name="Blank">
    <p:bg>
      <p:bgPr>
        <a:solidFill xmlns:a="http://schemas.openxmlformats.org/drawingml/2006/main">
          <a:srgbClr val="1F72B6"/>
        </a:solidFill>
      </p:bgPr>
    </p:bg>
    <p:spTree>
      <p:nvGrpSpPr>
        <p:cNvPr id="1" name=""/>
        <p:cNvGrpSpPr/>
        <p:nvPr/>
      </p:nvGrpSpPr>
      <p:grpSpPr>
        <a:xfrm xmlns:a="http://schemas.openxmlformats.org/drawingml/2006/main"/>
      </p:grpSpPr>
      <p:sp>
        <p:nvSpPr>
          <p:cNvPr id="55" name="Rectangle 6">
            <a:extLst xmlns:a="http://schemas.openxmlformats.org/drawingml/2006/main">
              <a:ext uri="{FF2B5EF4-FFF2-40B4-BE49-F238E27FC236}">
                <a16:creationId xmlns:a16="http://schemas.microsoft.com/office/drawing/2014/main" id="{546CE1DE-B6EF-451F-B132-362E257796B3}"/>
              </a:ext>
            </a:extLst>
          </p:cNvPr>
          <p:cNvSpPr>
            <a:spLocks xmlns:a="http://schemas.openxmlformats.org/drawingml/2006/main" noGrp="1"/>
          </p:cNvSpPr>
          <p:nvPr/>
        </p:nvSpPr>
        <p:spPr>
          <a:xfrm xmlns:a="http://schemas.openxmlformats.org/drawingml/2006/main">
            <a:off x="0" y="-8280"/>
            <a:ext cx="12191760" cy="713160"/>
          </a:xfrm>
          <a:prstGeom xmlns:a="http://schemas.openxmlformats.org/drawingml/2006/main" prst="rect">
            <a:avLst/>
          </a:prstGeom>
          <a:solidFill xmlns:a="http://schemas.openxmlformats.org/drawingml/2006/main">
            <a:schemeClr val="bg1"/>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pic>
        <p:nvPicPr>
          <p:cNvPr id="56" name="Picture 5">
            <a:extLst xmlns:a="http://schemas.openxmlformats.org/drawingml/2006/main">
              <a:ext uri="{FF2B5EF4-FFF2-40B4-BE49-F238E27FC236}">
                <a16:creationId xmlns:a16="http://schemas.microsoft.com/office/drawing/2014/main" id="{53CBD4A7-FCA8-464B-9405-334E53D267C9}"/>
              </a:ext>
            </a:extLst>
          </p:cNvPr>
          <p:cNvPicPr>
            <a:picLocks xmlns:a="http://schemas.openxmlformats.org/drawingml/2006/main" noChangeAspect="1"/>
          </p:cNvPicPr>
          <p:nvPr/>
        </p:nvPicPr>
        <p:blipFill>
          <a:blip xmlns:r="http://schemas.openxmlformats.org/officeDocument/2006/relationships" xmlns:a="http://schemas.openxmlformats.org/drawingml/2006/main" r:embed="R34255cb120104545"/>
          <a:stretch xmlns:a="http://schemas.openxmlformats.org/drawingml/2006/main"/>
        </p:blipFill>
        <p:spPr>
          <a:xfrm xmlns:a="http://schemas.openxmlformats.org/drawingml/2006/main">
            <a:off x="318600" y="2160"/>
            <a:ext cx="3290040" cy="684720"/>
          </a:xfrm>
          <a:prstGeom xmlns:a="http://schemas.openxmlformats.org/drawingml/2006/main" prst="rect">
            <a:avLst/>
          </a:prstGeom>
          <a:ln xmlns:a="http://schemas.openxmlformats.org/drawingml/2006/main" w="0">
            <a:noFill/>
          </a:ln>
        </p:spPr>
      </p:pic>
      <p:sp>
        <p:nvSpPr>
          <p:cNvPr id="57" name="Rectangle 11">
            <a:extLst xmlns:a="http://schemas.openxmlformats.org/drawingml/2006/main">
              <a:ext uri="{FF2B5EF4-FFF2-40B4-BE49-F238E27FC236}">
                <a16:creationId xmlns:a16="http://schemas.microsoft.com/office/drawing/2014/main" id="{98D8A7C1-D049-477D-A449-07208E70F40C}"/>
              </a:ext>
            </a:extLst>
          </p:cNvPr>
          <p:cNvSpPr>
            <a:spLocks xmlns:a="http://schemas.openxmlformats.org/drawingml/2006/main" noGrp="1"/>
          </p:cNvSpPr>
          <p:nvPr/>
        </p:nvSpPr>
        <p:spPr>
          <a:xfrm xmlns:a="http://schemas.openxmlformats.org/drawingml/2006/main">
            <a:off x="1775520" y="6721560"/>
            <a:ext cx="10416240" cy="136080"/>
          </a:xfrm>
          <a:custGeom xmlns:a="http://schemas.openxmlformats.org/drawingml/2006/main">
            <a:gdLst>
              <a:gd name="textAreaLeft" fmla="*/ 0 w 10416240"/>
              <a:gd name="textAreaRight" fmla="*/ 10416600 w 10416240"/>
              <a:gd name="textAreaTop" fmla="*/ 0 h 136080"/>
              <a:gd name="textAreaBottom" fmla="*/ 136440 h 136080"/>
              <a:gd name="GluePoint1X" fmla="*/ 94130 w 8187543"/>
              <a:gd name="GluePoint1Y" fmla="*/ 0 h 136562"/>
              <a:gd name="GluePoint2X" fmla="*/ 8187543 w 8187543"/>
              <a:gd name="GluePoint2Y" fmla="*/ 0 h 136562"/>
              <a:gd name="GluePoint3X" fmla="*/ 8187543 w 8187543"/>
              <a:gd name="GluePoint3Y" fmla="*/ 133200 h 136562"/>
              <a:gd name="GluePoint4X" fmla="*/ 0 w 8187543"/>
              <a:gd name="GluePoint4Y" fmla="*/ 136562 h 136562"/>
              <a:gd name="GluePoint5X" fmla="*/ 94130 w 8187543"/>
              <a:gd name="GluePoint5Y" fmla="*/ 0 h 136562"/>
            </a:gdLst>
            <a:rect l="textAreaLeft" t="textAreaTop" r="textAreaRight" b="textAreaBottom"/>
            <a:pathLst>
              <a:path w="8187543" h="136562">
                <a:moveTo>
                  <a:pt x="94130" y="0"/>
                </a:moveTo>
                <a:lnTo>
                  <a:pt x="8187543" y="0"/>
                </a:lnTo>
                <a:lnTo>
                  <a:pt x="8187543" y="133200"/>
                </a:lnTo>
                <a:lnTo>
                  <a:pt x="0" y="136562"/>
                </a:lnTo>
                <a:lnTo>
                  <a:pt x="94130" y="0"/>
                </a:lnTo>
                <a:close/>
              </a:path>
            </a:pathLst>
          </a:custGeom>
          <a:solidFill xmlns:a="http://schemas.openxmlformats.org/drawingml/2006/main">
            <a:schemeClr val="bg1"/>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r>
              <a:rPr sz="1800" b="0" u="none" strike="noStrike">
                <a:solidFill>
                  <a:schemeClr val="lt1"/>
                </a:solidFill>
                <a:latin typeface="Times New Roman"/>
                <a:ea typeface="Times New Roman"/>
                <a:cs typeface="Times New Roman"/>
              </a:rPr>
              <a:t> </a:t>
            </a:r>
            <a:endParaRPr sz="1800" b="0" u="none" strike="noStrike">
              <a:solidFill>
                <a:srgbClr val="000000"/>
              </a:solidFill>
              <a:latin typeface="Times New Roman"/>
              <a:ea typeface="Times New Roman"/>
              <a:cs typeface="Times New Roman"/>
            </a:endParaRPr>
          </a:p>
        </p:txBody>
      </p:sp>
      <p:pic>
        <p:nvPicPr>
          <p:cNvPr id="58" name="Picture 8">
            <a:extLst xmlns:a="http://schemas.openxmlformats.org/drawingml/2006/main">
              <a:ext uri="{FF2B5EF4-FFF2-40B4-BE49-F238E27FC236}">
                <a16:creationId xmlns:a16="http://schemas.microsoft.com/office/drawing/2014/main" id="{96812A14-9580-4C29-BB07-CC9CD0ED6F23}"/>
              </a:ext>
            </a:extLst>
          </p:cNvPr>
          <p:cNvPicPr>
            <a:picLocks xmlns:a="http://schemas.openxmlformats.org/drawingml/2006/main" noChangeAspect="1"/>
          </p:cNvPicPr>
          <p:nvPr/>
        </p:nvPicPr>
        <p:blipFill>
          <a:blip xmlns:r="http://schemas.openxmlformats.org/officeDocument/2006/relationships" xmlns:a="http://schemas.openxmlformats.org/drawingml/2006/main" r:embed="R4c03fa8bc0c643f0"/>
          <a:stretch xmlns:a="http://schemas.openxmlformats.org/drawingml/2006/main"/>
        </p:blipFill>
        <p:spPr>
          <a:xfrm xmlns:a="http://schemas.openxmlformats.org/drawingml/2006/main">
            <a:off x="1828800" y="6739200"/>
            <a:ext cx="10362960" cy="101520"/>
          </a:xfrm>
          <a:prstGeom xmlns:a="http://schemas.openxmlformats.org/drawingml/2006/main" prst="rect">
            <a:avLst/>
          </a:prstGeom>
          <a:ln xmlns:a="http://schemas.openxmlformats.org/drawingml/2006/main" w="0">
            <a:noFill/>
          </a:ln>
        </p:spPr>
      </p:pic>
      <p:sp>
        <p:nvSpPr>
          <p:cNvPr id="59" name="PlaceHolder 1">
            <a:extLst xmlns:a="http://schemas.openxmlformats.org/drawingml/2006/main">
              <a:ext uri="{FF2B5EF4-FFF2-40B4-BE49-F238E27FC236}">
                <a16:creationId xmlns:a16="http://schemas.microsoft.com/office/drawing/2014/main" id="{C331EF3D-4F07-409E-A437-62E50AF4EC0E}"/>
              </a:ext>
            </a:extLst>
          </p:cNvPr>
          <p:cNvSpPr>
            <a:spLocks xmlns:a="http://schemas.openxmlformats.org/drawingml/2006/main" noGrp="1"/>
          </p:cNvSpPr>
          <p:nvPr>
            <p:ph type="sldNum" idx="8"/>
          </p:nvPr>
        </p:nvSpPr>
        <p:spPr>
          <a:xfrm xmlns:a="http://schemas.openxmlformats.org/drawingml/2006/main">
            <a:off x="11676240" y="6599520"/>
            <a:ext cx="505080" cy="3646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91440" tIns="45720" rIns="91440" bIns="45720" anchor="ctr">
            <a:noAutofit/>
          </a:bodyPr>
          <a:lstStyle xmlns:a="http://schemas.openxmlformats.org/drawingml/2006/main">
            <a:lvl1pPr indent="0" algn="r" defTabSz="914400">
              <a:lnSpc>
                <a:spcPct val="100000"/>
              </a:lnSpc>
              <a:buNone/>
              <a:defRPr sz="1000" b="0" u="none" strike="noStrike">
                <a:solidFill>
                  <a:schemeClr val="lt1">
                    <a:tint val="75000"/>
                  </a:schemeClr>
                </a:solidFill>
                <a:latin typeface="Times New Roman"/>
                <a:ea typeface="Times New Roman"/>
                <a:cs typeface="Times New Roman"/>
              </a:defRPr>
            </a:lvl1pPr>
          </a:lstStyle>
          <a:p xmlns:a="http://schemas.openxmlformats.org/drawingml/2006/main">
            <a:pPr indent="0" algn="r" defTabSz="914400">
              <a:lnSpc>
                <a:spcPct val="100000"/>
              </a:lnSpc>
              <a:buNone/>
            </a:pPr>
            <a:fld id="{D53EE4FB-1F34-40F3-A06B-2AB323FA40D8}" type="slidenum">
              <a:rPr sz="1000" b="0" u="none" strike="noStrike">
                <a:solidFill>
                  <a:schemeClr val="lt1">
                    <a:tint val="75000"/>
                  </a:schemeClr>
                </a:solidFill>
                <a:latin typeface="Times New Roman"/>
                <a:ea typeface="Times New Roman"/>
                <a:cs typeface="Times New Roman"/>
              </a:rPr>
              <a:t>‹#›</a:t>
            </a:fld>
            <a:endParaRPr sz="1000" b="0" u="none" strike="noStrike">
              <a:solidFill>
                <a:srgbClr val="FFFFFF"/>
              </a:solidFill>
              <a:latin typeface="Times New Roman"/>
              <a:ea typeface="Times New Roman"/>
              <a:cs typeface="Times New Roman"/>
            </a:endParaRPr>
          </a:p>
        </p:txBody>
      </p:sp>
    </p:spTree>
  </p:cSld>
</p:sldLayout>
</file>

<file path=ppt/slideLayouts/slideLayout9.xml><?xml version="1.0" encoding="utf-8"?>
<p:sldLayout xmlns:p="http://schemas.openxmlformats.org/presentationml/2006/main" type="blank" preserve="1">
  <p:cSld name="Content with Caption">
    <p:bg>
      <p:bgPr>
        <a:solidFill xmlns:a="http://schemas.openxmlformats.org/drawingml/2006/main">
          <a:srgbClr val="FFFFFF"/>
        </a:solidFill>
      </p:bgPr>
    </p:bg>
    <p:spTree>
      <p:nvGrpSpPr>
        <p:cNvPr id="1" name=""/>
        <p:cNvGrpSpPr/>
        <p:nvPr/>
      </p:nvGrpSpPr>
      <p:grpSpPr>
        <a:xfrm xmlns:a="http://schemas.openxmlformats.org/drawingml/2006/main"/>
      </p:grpSpPr>
      <p:sp>
        <p:nvSpPr>
          <p:cNvPr id="60" name="PlaceHolder 1">
            <a:extLst xmlns:a="http://schemas.openxmlformats.org/drawingml/2006/main">
              <a:ext uri="{FF2B5EF4-FFF2-40B4-BE49-F238E27FC236}">
                <a16:creationId xmlns:a16="http://schemas.microsoft.com/office/drawing/2014/main" id="{770E9F01-EEBE-4C4E-BDD9-E0D9E3E50D28}"/>
              </a:ext>
            </a:extLst>
          </p:cNvPr>
          <p:cNvSpPr>
            <a:spLocks xmlns:a="http://schemas.openxmlformats.org/drawingml/2006/main" noGrp="1"/>
          </p:cNvSpPr>
          <p:nvPr>
            <p:ph type="body" idx="0"/>
          </p:nvPr>
        </p:nvSpPr>
        <p:spPr>
          <a:xfrm xmlns:a="http://schemas.openxmlformats.org/drawingml/2006/main">
            <a:off x="5183280" y="987480"/>
            <a:ext cx="6171840" cy="48733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91440" tIns="45720" rIns="91440" bIns="45720" anchor="t">
            <a:noAutofit/>
          </a:bodyPr>
          <a:lstStyle xmlns:a="http://schemas.openxmlformats.org/drawingml/2006/main"/>
          <a:p xmlns:a="http://schemas.openxmlformats.org/drawingml/2006/main">
            <a:pPr marL="432000" indent="-324000">
              <a:lnSpc>
                <a:spcPct val="90000"/>
              </a:lnSpc>
              <a:spcBef>
                <a:spcPts val="1417"/>
              </a:spcBef>
              <a:buClr>
                <a:srgbClr val="000000"/>
              </a:buClr>
              <a:buSzPct val="45000"/>
              <a:buFont typeface="Times New Roman"/>
              <a:buChar char=""/>
            </a:pPr>
            <a:r>
              <a:rPr sz="3200" b="0" u="none" strike="noStrike">
                <a:solidFill>
                  <a:schemeClr val="dk1"/>
                </a:solidFill>
                <a:latin typeface="Times New Roman"/>
                <a:ea typeface="Times New Roman"/>
                <a:cs typeface="Times New Roman"/>
              </a:rPr>
              <a:t>Click to edit the outline text format</a:t>
            </a:r>
          </a:p>
          <a:p xmlns:a="http://schemas.openxmlformats.org/drawingml/2006/main">
            <a:pPr marL="864000" lvl="1" indent="-324000">
              <a:lnSpc>
                <a:spcPct val="90000"/>
              </a:lnSpc>
              <a:spcBef>
                <a:spcPts val="1134"/>
              </a:spcBef>
              <a:buClr>
                <a:srgbClr val="000000"/>
              </a:buClr>
              <a:buSzPct val="75000"/>
              <a:buFont typeface="Times New Roman"/>
              <a:buChar char=""/>
            </a:pPr>
            <a:r>
              <a:rPr sz="3200" b="0" u="none" strike="noStrike">
                <a:solidFill>
                  <a:schemeClr val="dk1"/>
                </a:solidFill>
                <a:latin typeface="Times New Roman"/>
                <a:ea typeface="Times New Roman"/>
                <a:cs typeface="Times New Roman"/>
              </a:rPr>
              <a:t>Second Outline Level</a:t>
            </a:r>
          </a:p>
          <a:p xmlns:a="http://schemas.openxmlformats.org/drawingml/2006/main">
            <a:pPr marL="1296000" lvl="2" indent="-288000">
              <a:lnSpc>
                <a:spcPct val="90000"/>
              </a:lnSpc>
              <a:spcBef>
                <a:spcPts val="850"/>
              </a:spcBef>
              <a:buClr>
                <a:srgbClr val="000000"/>
              </a:buClr>
              <a:buSzPct val="45000"/>
              <a:buFont typeface="Times New Roman"/>
              <a:buChar char=""/>
            </a:pPr>
            <a:r>
              <a:rPr sz="3200" b="0" u="none" strike="noStrike">
                <a:solidFill>
                  <a:schemeClr val="dk1"/>
                </a:solidFill>
                <a:latin typeface="Times New Roman"/>
                <a:ea typeface="Times New Roman"/>
                <a:cs typeface="Times New Roman"/>
              </a:rPr>
              <a:t>Third Outline Level</a:t>
            </a:r>
          </a:p>
          <a:p xmlns:a="http://schemas.openxmlformats.org/drawingml/2006/main">
            <a:pPr marL="1728000" lvl="3" indent="-216000">
              <a:lnSpc>
                <a:spcPct val="90000"/>
              </a:lnSpc>
              <a:spcBef>
                <a:spcPts val="567"/>
              </a:spcBef>
              <a:buClr>
                <a:srgbClr val="000000"/>
              </a:buClr>
              <a:buSzPct val="75000"/>
              <a:buFont typeface="Times New Roman"/>
              <a:buChar char=""/>
            </a:pPr>
            <a:r>
              <a:rPr sz="3200" b="0" u="none" strike="noStrike">
                <a:solidFill>
                  <a:schemeClr val="dk1"/>
                </a:solidFill>
                <a:latin typeface="Times New Roman"/>
                <a:ea typeface="Times New Roman"/>
                <a:cs typeface="Times New Roman"/>
              </a:rPr>
              <a:t>Fourth Outline Level</a:t>
            </a:r>
          </a:p>
          <a:p xmlns:a="http://schemas.openxmlformats.org/drawingml/2006/main">
            <a:pPr marL="2160000" lvl="4" indent="-216000">
              <a:lnSpc>
                <a:spcPct val="90000"/>
              </a:lnSpc>
              <a:spcBef>
                <a:spcPts val="283"/>
              </a:spcBef>
              <a:buClr>
                <a:srgbClr val="000000"/>
              </a:buClr>
              <a:buSzPct val="45000"/>
              <a:buFont typeface="Times New Roman"/>
              <a:buChar char=""/>
            </a:pPr>
            <a:r>
              <a:rPr sz="3200" b="0" u="none" strike="noStrike">
                <a:solidFill>
                  <a:schemeClr val="dk1"/>
                </a:solidFill>
                <a:latin typeface="Times New Roman"/>
                <a:ea typeface="Times New Roman"/>
                <a:cs typeface="Times New Roman"/>
              </a:rPr>
              <a:t>Fifth Outline Level</a:t>
            </a:r>
          </a:p>
          <a:p xmlns:a="http://schemas.openxmlformats.org/drawingml/2006/main">
            <a:pPr marL="2592000" lvl="5" indent="-216000">
              <a:lnSpc>
                <a:spcPct val="90000"/>
              </a:lnSpc>
              <a:spcBef>
                <a:spcPts val="283"/>
              </a:spcBef>
              <a:buClr>
                <a:srgbClr val="000000"/>
              </a:buClr>
              <a:buSzPct val="45000"/>
              <a:buFont typeface="Times New Roman"/>
              <a:buChar char=""/>
            </a:pPr>
            <a:r>
              <a:rPr sz="3200" b="0" u="none" strike="noStrike">
                <a:solidFill>
                  <a:schemeClr val="dk1"/>
                </a:solidFill>
                <a:latin typeface="Times New Roman"/>
                <a:ea typeface="Times New Roman"/>
                <a:cs typeface="Times New Roman"/>
              </a:rPr>
              <a:t>Sixth Outline Level</a:t>
            </a:r>
          </a:p>
          <a:p xmlns:a="http://schemas.openxmlformats.org/drawingml/2006/main">
            <a:pPr marL="3024000" lvl="6" indent="-216000">
              <a:lnSpc>
                <a:spcPct val="90000"/>
              </a:lnSpc>
              <a:spcBef>
                <a:spcPts val="283"/>
              </a:spcBef>
              <a:buClr>
                <a:srgbClr val="000000"/>
              </a:buClr>
              <a:buSzPct val="45000"/>
              <a:buFont typeface="Times New Roman"/>
              <a:buChar char=""/>
            </a:pPr>
            <a:r>
              <a:rPr sz="3200" b="0" u="none" strike="noStrike">
                <a:solidFill>
                  <a:schemeClr val="dk1"/>
                </a:solidFill>
                <a:latin typeface="Times New Roman"/>
                <a:ea typeface="Times New Roman"/>
                <a:cs typeface="Times New Roman"/>
              </a:rPr>
              <a:t>Seventh Outline Level</a:t>
            </a:r>
          </a:p>
        </p:txBody>
      </p:sp>
      <p:sp>
        <p:nvSpPr>
          <p:cNvPr id="61" name="PlaceHolder 2">
            <a:extLst xmlns:a="http://schemas.openxmlformats.org/drawingml/2006/main">
              <a:ext uri="{FF2B5EF4-FFF2-40B4-BE49-F238E27FC236}">
                <a16:creationId xmlns:a16="http://schemas.microsoft.com/office/drawing/2014/main" id="{07891B89-2F5E-41F3-A61C-8720DAF5CA58}"/>
              </a:ext>
            </a:extLst>
          </p:cNvPr>
          <p:cNvSpPr>
            <a:spLocks xmlns:a="http://schemas.openxmlformats.org/drawingml/2006/main" noGrp="1"/>
          </p:cNvSpPr>
          <p:nvPr>
            <p:ph type="body" idx="0"/>
          </p:nvPr>
        </p:nvSpPr>
        <p:spPr>
          <a:xfrm xmlns:a="http://schemas.openxmlformats.org/drawingml/2006/main">
            <a:off x="839880" y="2057400"/>
            <a:ext cx="3931920" cy="38113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91440" tIns="45720" rIns="91440" bIns="45720" anchor="t">
            <a:noAutofit/>
          </a:bodyPr>
          <a:lstStyle xmlns:a="http://schemas.openxmlformats.org/drawingml/2006/main"/>
          <a:p xmlns:a="http://schemas.openxmlformats.org/drawingml/2006/main">
            <a:pPr marL="432000" indent="-324000">
              <a:lnSpc>
                <a:spcPct val="90000"/>
              </a:lnSpc>
              <a:spcBef>
                <a:spcPts val="1417"/>
              </a:spcBef>
              <a:buClr>
                <a:srgbClr val="000000"/>
              </a:buClr>
              <a:buSzPct val="45000"/>
              <a:buFont typeface="Times New Roman"/>
              <a:buChar char=""/>
            </a:pPr>
            <a:r>
              <a:rPr sz="1600" b="0" u="none" strike="noStrike">
                <a:solidFill>
                  <a:schemeClr val="dk1"/>
                </a:solidFill>
                <a:latin typeface="Times New Roman"/>
                <a:ea typeface="Times New Roman"/>
                <a:cs typeface="Times New Roman"/>
              </a:rPr>
              <a:t>Click to edit the outline text format</a:t>
            </a:r>
          </a:p>
          <a:p xmlns:a="http://schemas.openxmlformats.org/drawingml/2006/main">
            <a:pPr marL="864000" lvl="1" indent="-324000">
              <a:lnSpc>
                <a:spcPct val="90000"/>
              </a:lnSpc>
              <a:spcBef>
                <a:spcPts val="1134"/>
              </a:spcBef>
              <a:buClr>
                <a:srgbClr val="000000"/>
              </a:buClr>
              <a:buSzPct val="75000"/>
              <a:buFont typeface="Times New Roman"/>
              <a:buChar char=""/>
            </a:pPr>
            <a:r>
              <a:rPr sz="1600" b="0" u="none" strike="noStrike">
                <a:solidFill>
                  <a:schemeClr val="dk1"/>
                </a:solidFill>
                <a:latin typeface="Times New Roman"/>
                <a:ea typeface="Times New Roman"/>
                <a:cs typeface="Times New Roman"/>
              </a:rPr>
              <a:t>Second Outline Level</a:t>
            </a:r>
          </a:p>
          <a:p xmlns:a="http://schemas.openxmlformats.org/drawingml/2006/main">
            <a:pPr marL="1296000" lvl="2" indent="-288000">
              <a:lnSpc>
                <a:spcPct val="90000"/>
              </a:lnSpc>
              <a:spcBef>
                <a:spcPts val="850"/>
              </a:spcBef>
              <a:buClr>
                <a:srgbClr val="000000"/>
              </a:buClr>
              <a:buSzPct val="45000"/>
              <a:buFont typeface="Times New Roman"/>
              <a:buChar char=""/>
            </a:pPr>
            <a:r>
              <a:rPr sz="1600" b="0" u="none" strike="noStrike">
                <a:solidFill>
                  <a:schemeClr val="dk1"/>
                </a:solidFill>
                <a:latin typeface="Times New Roman"/>
                <a:ea typeface="Times New Roman"/>
                <a:cs typeface="Times New Roman"/>
              </a:rPr>
              <a:t>Third Outline Level</a:t>
            </a:r>
          </a:p>
          <a:p xmlns:a="http://schemas.openxmlformats.org/drawingml/2006/main">
            <a:pPr marL="1728000" lvl="3" indent="-216000">
              <a:lnSpc>
                <a:spcPct val="90000"/>
              </a:lnSpc>
              <a:spcBef>
                <a:spcPts val="567"/>
              </a:spcBef>
              <a:buClr>
                <a:srgbClr val="000000"/>
              </a:buClr>
              <a:buSzPct val="75000"/>
              <a:buFont typeface="Times New Roman"/>
              <a:buChar char=""/>
            </a:pPr>
            <a:r>
              <a:rPr sz="1600" b="0" u="none" strike="noStrike">
                <a:solidFill>
                  <a:schemeClr val="dk1"/>
                </a:solidFill>
                <a:latin typeface="Times New Roman"/>
                <a:ea typeface="Times New Roman"/>
                <a:cs typeface="Times New Roman"/>
              </a:rPr>
              <a:t>Fourth Outline Level</a:t>
            </a:r>
          </a:p>
          <a:p xmlns:a="http://schemas.openxmlformats.org/drawingml/2006/main">
            <a:pPr marL="2160000" lvl="4" indent="-216000">
              <a:lnSpc>
                <a:spcPct val="90000"/>
              </a:lnSpc>
              <a:spcBef>
                <a:spcPts val="283"/>
              </a:spcBef>
              <a:buClr>
                <a:srgbClr val="000000"/>
              </a:buClr>
              <a:buSzPct val="45000"/>
              <a:buFont typeface="Times New Roman"/>
              <a:buChar char=""/>
            </a:pPr>
            <a:r>
              <a:rPr sz="1600" b="0" u="none" strike="noStrike">
                <a:solidFill>
                  <a:schemeClr val="dk1"/>
                </a:solidFill>
                <a:latin typeface="Times New Roman"/>
                <a:ea typeface="Times New Roman"/>
                <a:cs typeface="Times New Roman"/>
              </a:rPr>
              <a:t>Fifth Outline Level</a:t>
            </a:r>
          </a:p>
          <a:p xmlns:a="http://schemas.openxmlformats.org/drawingml/2006/main">
            <a:pPr marL="2592000" lvl="5" indent="-216000">
              <a:lnSpc>
                <a:spcPct val="90000"/>
              </a:lnSpc>
              <a:spcBef>
                <a:spcPts val="283"/>
              </a:spcBef>
              <a:buClr>
                <a:srgbClr val="000000"/>
              </a:buClr>
              <a:buSzPct val="45000"/>
              <a:buFont typeface="Times New Roman"/>
              <a:buChar char=""/>
            </a:pPr>
            <a:r>
              <a:rPr sz="1600" b="0" u="none" strike="noStrike">
                <a:solidFill>
                  <a:schemeClr val="dk1"/>
                </a:solidFill>
                <a:latin typeface="Times New Roman"/>
                <a:ea typeface="Times New Roman"/>
                <a:cs typeface="Times New Roman"/>
              </a:rPr>
              <a:t>Sixth Outline Level</a:t>
            </a:r>
          </a:p>
          <a:p xmlns:a="http://schemas.openxmlformats.org/drawingml/2006/main">
            <a:pPr marL="3024000" lvl="6" indent="-216000">
              <a:lnSpc>
                <a:spcPct val="90000"/>
              </a:lnSpc>
              <a:spcBef>
                <a:spcPts val="283"/>
              </a:spcBef>
              <a:buClr>
                <a:srgbClr val="000000"/>
              </a:buClr>
              <a:buSzPct val="45000"/>
              <a:buFont typeface="Times New Roman"/>
              <a:buChar char=""/>
            </a:pPr>
            <a:r>
              <a:rPr sz="1600" b="0" u="none" strike="noStrike">
                <a:solidFill>
                  <a:schemeClr val="dk1"/>
                </a:solidFill>
                <a:latin typeface="Times New Roman"/>
                <a:ea typeface="Times New Roman"/>
                <a:cs typeface="Times New Roman"/>
              </a:rPr>
              <a:t>Seventh Outline Level</a:t>
            </a:r>
          </a:p>
        </p:txBody>
      </p:sp>
      <p:sp>
        <p:nvSpPr>
          <p:cNvPr id="62" name="Rectangle 7">
            <a:extLst xmlns:a="http://schemas.openxmlformats.org/drawingml/2006/main">
              <a:ext uri="{FF2B5EF4-FFF2-40B4-BE49-F238E27FC236}">
                <a16:creationId xmlns:a16="http://schemas.microsoft.com/office/drawing/2014/main" id="{51BC9CE9-F312-4B73-89A6-8F8CB946894B}"/>
              </a:ext>
            </a:extLst>
          </p:cNvPr>
          <p:cNvSpPr>
            <a:spLocks xmlns:a="http://schemas.openxmlformats.org/drawingml/2006/main" noGrp="1"/>
          </p:cNvSpPr>
          <p:nvPr/>
        </p:nvSpPr>
        <p:spPr>
          <a:xfrm xmlns:a="http://schemas.openxmlformats.org/drawingml/2006/main">
            <a:off x="0" y="-8280"/>
            <a:ext cx="12191760" cy="713160"/>
          </a:xfrm>
          <a:prstGeom xmlns:a="http://schemas.openxmlformats.org/drawingml/2006/main" prst="rect">
            <a:avLst/>
          </a:prstGeom>
          <a:solidFill xmlns:a="http://schemas.openxmlformats.org/drawingml/2006/main">
            <a:schemeClr val="accent2"/>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63" name="PlaceHolder 3">
            <a:extLst xmlns:a="http://schemas.openxmlformats.org/drawingml/2006/main">
              <a:ext uri="{FF2B5EF4-FFF2-40B4-BE49-F238E27FC236}">
                <a16:creationId xmlns:a16="http://schemas.microsoft.com/office/drawing/2014/main" id="{56CA7BA8-888B-441C-BF70-B5C92A6F0954}"/>
              </a:ext>
            </a:extLst>
          </p:cNvPr>
          <p:cNvSpPr>
            <a:spLocks xmlns:a="http://schemas.openxmlformats.org/drawingml/2006/main" noGrp="1"/>
          </p:cNvSpPr>
          <p:nvPr>
            <p:ph type="title" idx="0"/>
          </p:nvPr>
        </p:nvSpPr>
        <p:spPr>
          <a:xfrm xmlns:a="http://schemas.openxmlformats.org/drawingml/2006/main">
            <a:off x="839880" y="987480"/>
            <a:ext cx="3931920" cy="1069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91440" tIns="45720" rIns="91440" bIns="45720" anchor="b">
            <a:noAutofit/>
          </a:bodyPr>
          <a:lstStyle xmlns:a="http://schemas.openxmlformats.org/drawingml/2006/main"/>
          <a:p xmlns:a="http://schemas.openxmlformats.org/drawingml/2006/main">
            <a:pPr indent="0">
              <a:buNone/>
            </a:pPr>
            <a:r>
              <a:rPr sz="3200" b="0" u="none" strike="noStrike">
                <a:solidFill>
                  <a:schemeClr val="dk1"/>
                </a:solidFill>
                <a:latin typeface="Times New Roman"/>
                <a:ea typeface="Times New Roman"/>
                <a:cs typeface="Times New Roman"/>
              </a:rPr>
              <a:t>Click to edit the title text format</a:t>
            </a:r>
          </a:p>
        </p:txBody>
      </p:sp>
      <p:sp>
        <p:nvSpPr>
          <p:cNvPr id="64" name="Rectangle 11">
            <a:extLst xmlns:a="http://schemas.openxmlformats.org/drawingml/2006/main">
              <a:ext uri="{FF2B5EF4-FFF2-40B4-BE49-F238E27FC236}">
                <a16:creationId xmlns:a16="http://schemas.microsoft.com/office/drawing/2014/main" id="{7F781EFD-FAAE-4A4F-A4BA-139D75249646}"/>
              </a:ext>
            </a:extLst>
          </p:cNvPr>
          <p:cNvSpPr>
            <a:spLocks xmlns:a="http://schemas.openxmlformats.org/drawingml/2006/main" noGrp="1"/>
          </p:cNvSpPr>
          <p:nvPr/>
        </p:nvSpPr>
        <p:spPr>
          <a:xfrm xmlns:a="http://schemas.openxmlformats.org/drawingml/2006/main">
            <a:off x="1775520" y="6721560"/>
            <a:ext cx="10416240" cy="136080"/>
          </a:xfrm>
          <a:custGeom xmlns:a="http://schemas.openxmlformats.org/drawingml/2006/main">
            <a:gdLst>
              <a:gd name="textAreaLeft" fmla="*/ 0 w 10416240"/>
              <a:gd name="textAreaRight" fmla="*/ 10416600 w 10416240"/>
              <a:gd name="textAreaTop" fmla="*/ 0 h 136080"/>
              <a:gd name="textAreaBottom" fmla="*/ 136440 h 136080"/>
              <a:gd name="GluePoint1X" fmla="*/ 94130 w 8187543"/>
              <a:gd name="GluePoint1Y" fmla="*/ 0 h 136562"/>
              <a:gd name="GluePoint2X" fmla="*/ 8187543 w 8187543"/>
              <a:gd name="GluePoint2Y" fmla="*/ 0 h 136562"/>
              <a:gd name="GluePoint3X" fmla="*/ 8187543 w 8187543"/>
              <a:gd name="GluePoint3Y" fmla="*/ 133200 h 136562"/>
              <a:gd name="GluePoint4X" fmla="*/ 0 w 8187543"/>
              <a:gd name="GluePoint4Y" fmla="*/ 136562 h 136562"/>
              <a:gd name="GluePoint5X" fmla="*/ 94130 w 8187543"/>
              <a:gd name="GluePoint5Y" fmla="*/ 0 h 136562"/>
            </a:gdLst>
            <a:rect l="textAreaLeft" t="textAreaTop" r="textAreaRight" b="textAreaBottom"/>
            <a:pathLst>
              <a:path w="8187543" h="136562">
                <a:moveTo>
                  <a:pt x="94130" y="0"/>
                </a:moveTo>
                <a:lnTo>
                  <a:pt x="8187543" y="0"/>
                </a:lnTo>
                <a:lnTo>
                  <a:pt x="8187543" y="133200"/>
                </a:lnTo>
                <a:lnTo>
                  <a:pt x="0" y="136562"/>
                </a:lnTo>
                <a:lnTo>
                  <a:pt x="94130" y="0"/>
                </a:lnTo>
                <a:close/>
              </a:path>
            </a:pathLst>
          </a:custGeom>
          <a:solidFill xmlns:a="http://schemas.openxmlformats.org/drawingml/2006/main">
            <a:schemeClr val="accent2"/>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r>
              <a:rPr sz="1800" b="0" u="none" strike="noStrike">
                <a:solidFill>
                  <a:schemeClr val="lt1"/>
                </a:solidFill>
                <a:latin typeface="Times New Roman"/>
                <a:ea typeface="Times New Roman"/>
                <a:cs typeface="Times New Roman"/>
              </a:rPr>
              <a:t> </a:t>
            </a:r>
            <a:endParaRPr sz="1800" b="0" u="none" strike="noStrike">
              <a:solidFill>
                <a:srgbClr val="FFFFFF"/>
              </a:solidFill>
              <a:latin typeface="Times New Roman"/>
              <a:ea typeface="Times New Roman"/>
              <a:cs typeface="Times New Roman"/>
            </a:endParaRPr>
          </a:p>
        </p:txBody>
      </p:sp>
      <p:pic>
        <p:nvPicPr>
          <p:cNvPr id="65" name="Picture 10">
            <a:extLst xmlns:a="http://schemas.openxmlformats.org/drawingml/2006/main">
              <a:ext uri="{FF2B5EF4-FFF2-40B4-BE49-F238E27FC236}">
                <a16:creationId xmlns:a16="http://schemas.microsoft.com/office/drawing/2014/main" id="{924181EC-A237-4E64-8637-B8ADC0148C25}"/>
              </a:ext>
            </a:extLst>
          </p:cNvPr>
          <p:cNvPicPr>
            <a:picLocks xmlns:a="http://schemas.openxmlformats.org/drawingml/2006/main" noChangeAspect="1"/>
          </p:cNvPicPr>
          <p:nvPr/>
        </p:nvPicPr>
        <p:blipFill>
          <a:blip xmlns:r="http://schemas.openxmlformats.org/officeDocument/2006/relationships" xmlns:a="http://schemas.openxmlformats.org/drawingml/2006/main" r:embed="Rf93a38ab149b46e0"/>
          <a:stretch xmlns:a="http://schemas.openxmlformats.org/drawingml/2006/main"/>
        </p:blipFill>
        <p:spPr>
          <a:xfrm xmlns:a="http://schemas.openxmlformats.org/drawingml/2006/main">
            <a:off x="1828800" y="6739200"/>
            <a:ext cx="10362960" cy="101520"/>
          </a:xfrm>
          <a:prstGeom xmlns:a="http://schemas.openxmlformats.org/drawingml/2006/main" prst="rect">
            <a:avLst/>
          </a:prstGeom>
          <a:ln xmlns:a="http://schemas.openxmlformats.org/drawingml/2006/main" w="0">
            <a:noFill/>
          </a:ln>
        </p:spPr>
      </p:pic>
      <p:sp>
        <p:nvSpPr>
          <p:cNvPr id="66" name="PlaceHolder 4">
            <a:extLst xmlns:a="http://schemas.openxmlformats.org/drawingml/2006/main">
              <a:ext uri="{FF2B5EF4-FFF2-40B4-BE49-F238E27FC236}">
                <a16:creationId xmlns:a16="http://schemas.microsoft.com/office/drawing/2014/main" id="{73B8B09F-4CD3-4E83-9550-B3C751E79372}"/>
              </a:ext>
            </a:extLst>
          </p:cNvPr>
          <p:cNvSpPr>
            <a:spLocks xmlns:a="http://schemas.openxmlformats.org/drawingml/2006/main" noGrp="1"/>
          </p:cNvSpPr>
          <p:nvPr>
            <p:ph type="sldNum" idx="9"/>
          </p:nvPr>
        </p:nvSpPr>
        <p:spPr>
          <a:xfrm xmlns:a="http://schemas.openxmlformats.org/drawingml/2006/main">
            <a:off x="11676240" y="6599520"/>
            <a:ext cx="505080" cy="3646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91440" tIns="45720" rIns="91440" bIns="45720" anchor="ctr">
            <a:noAutofit/>
          </a:bodyPr>
          <a:lstStyle xmlns:a="http://schemas.openxmlformats.org/drawingml/2006/main">
            <a:lvl1pPr indent="0" algn="r" defTabSz="914400">
              <a:lnSpc>
                <a:spcPct val="100000"/>
              </a:lnSpc>
              <a:buNone/>
              <a:defRPr sz="1000" b="0" u="none" strike="noStrike">
                <a:solidFill>
                  <a:schemeClr val="lt1">
                    <a:tint val="75000"/>
                  </a:schemeClr>
                </a:solidFill>
                <a:latin typeface="Times New Roman"/>
                <a:ea typeface="Times New Roman"/>
                <a:cs typeface="Times New Roman"/>
              </a:defRPr>
            </a:lvl1pPr>
          </a:lstStyle>
          <a:p xmlns:a="http://schemas.openxmlformats.org/drawingml/2006/main">
            <a:pPr indent="0" algn="r" defTabSz="914400">
              <a:lnSpc>
                <a:spcPct val="100000"/>
              </a:lnSpc>
              <a:buNone/>
            </a:pPr>
            <a:fld id="{44ECDD92-F424-482F-94BC-E5D30FFBC2B9}" type="slidenum">
              <a:rPr sz="1000" b="0" u="none" strike="noStrike">
                <a:solidFill>
                  <a:schemeClr val="lt1">
                    <a:tint val="75000"/>
                  </a:schemeClr>
                </a:solidFill>
                <a:latin typeface="Times New Roman"/>
                <a:ea typeface="Times New Roman"/>
                <a:cs typeface="Times New Roman"/>
              </a:rPr>
              <a:t>‹#›</a:t>
            </a:fld>
            <a:endParaRPr sz="1000" b="0" u="none" strike="noStrike">
              <a:solidFill>
                <a:srgbClr val="000000"/>
              </a:solidFill>
              <a:latin typeface="Times New Roman"/>
              <a:ea typeface="Times New Roman"/>
              <a:cs typeface="Times New Roman"/>
            </a:endParaRPr>
          </a:p>
        </p:txBody>
      </p:sp>
      <p:pic>
        <p:nvPicPr>
          <p:cNvPr id="67" name="Picture 4">
            <a:extLst xmlns:a="http://schemas.openxmlformats.org/drawingml/2006/main">
              <a:ext uri="{FF2B5EF4-FFF2-40B4-BE49-F238E27FC236}">
                <a16:creationId xmlns:a16="http://schemas.microsoft.com/office/drawing/2014/main" id="{2812A994-BAEA-4C15-811F-24C713309B38}"/>
              </a:ext>
            </a:extLst>
          </p:cNvPr>
          <p:cNvPicPr>
            <a:picLocks xmlns:a="http://schemas.openxmlformats.org/drawingml/2006/main" noChangeAspect="1"/>
          </p:cNvPicPr>
          <p:nvPr/>
        </p:nvPicPr>
        <p:blipFill>
          <a:blip xmlns:r="http://schemas.openxmlformats.org/officeDocument/2006/relationships" xmlns:a="http://schemas.openxmlformats.org/drawingml/2006/main" r:embed="R12c04927bb8d49b9"/>
          <a:stretch xmlns:a="http://schemas.openxmlformats.org/drawingml/2006/main"/>
        </p:blipFill>
        <p:spPr>
          <a:xfrm xmlns:a="http://schemas.openxmlformats.org/drawingml/2006/main">
            <a:off x="318600" y="2160"/>
            <a:ext cx="3290040" cy="684720"/>
          </a:xfrm>
          <a:prstGeom xmlns:a="http://schemas.openxmlformats.org/drawingml/2006/main" prst="rect">
            <a:avLst/>
          </a:prstGeom>
          <a:ln xmlns:a="http://schemas.openxmlformats.org/drawingml/2006/main" w="0">
            <a:noFill/>
          </a:ln>
        </p:spPr>
      </p:pic>
    </p:spTree>
  </p:cSld>
</p:sldLayout>
</file>

<file path=ppt/slideLayouts/slideLayout10.xml><?xml version="1.0" encoding="utf-8"?>
<p:sldLayout xmlns:p="http://schemas.openxmlformats.org/presentationml/2006/main" type="blank" preserve="1">
  <p:cSld name="Picture with Caption">
    <p:bg>
      <p:bgPr>
        <a:solidFill xmlns:a="http://schemas.openxmlformats.org/drawingml/2006/main">
          <a:srgbClr val="FFFFFF"/>
        </a:solidFill>
      </p:bgPr>
    </p:bg>
    <p:spTree>
      <p:nvGrpSpPr>
        <p:cNvPr id="1" name=""/>
        <p:cNvGrpSpPr/>
        <p:nvPr/>
      </p:nvGrpSpPr>
      <p:grpSpPr>
        <a:xfrm xmlns:a="http://schemas.openxmlformats.org/drawingml/2006/main"/>
      </p:grpSpPr>
      <p:sp>
        <p:nvSpPr>
          <p:cNvPr id="68" name="PlaceHolder 1">
            <a:extLst xmlns:a="http://schemas.openxmlformats.org/drawingml/2006/main">
              <a:ext uri="{FF2B5EF4-FFF2-40B4-BE49-F238E27FC236}">
                <a16:creationId xmlns:a16="http://schemas.microsoft.com/office/drawing/2014/main" id="{C6A5B92F-3E74-49FE-B126-C583085C9367}"/>
              </a:ext>
            </a:extLst>
          </p:cNvPr>
          <p:cNvSpPr>
            <a:spLocks xmlns:a="http://schemas.openxmlformats.org/drawingml/2006/main" noGrp="1"/>
          </p:cNvSpPr>
          <p:nvPr>
            <p:ph type="body" idx="0"/>
          </p:nvPr>
        </p:nvSpPr>
        <p:spPr>
          <a:xfrm xmlns:a="http://schemas.openxmlformats.org/drawingml/2006/main">
            <a:off x="5183280" y="987480"/>
            <a:ext cx="6171840" cy="48733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90000" tIns="45000" rIns="90000" bIns="45000" anchor="t">
            <a:noAutofit/>
          </a:bodyPr>
          <a:lstStyle xmlns:a="http://schemas.openxmlformats.org/drawingml/2006/main"/>
          <a:p xmlns:a="http://schemas.openxmlformats.org/drawingml/2006/main">
            <a:pPr marL="432000" indent="-324000">
              <a:lnSpc>
                <a:spcPct val="90000"/>
              </a:lnSpc>
              <a:spcBef>
                <a:spcPts val="1417"/>
              </a:spcBef>
              <a:buClr>
                <a:srgbClr val="000000"/>
              </a:buClr>
              <a:buSzPct val="45000"/>
              <a:buFont typeface="Times New Roman"/>
              <a:buChar char=""/>
            </a:pPr>
            <a:r>
              <a:rPr sz="3200" b="0" u="none" strike="noStrike">
                <a:solidFill>
                  <a:schemeClr val="dk1"/>
                </a:solidFill>
                <a:latin typeface="Times New Roman"/>
                <a:ea typeface="Times New Roman"/>
                <a:cs typeface="Times New Roman"/>
              </a:rPr>
              <a:t>Click to edit the outline text format</a:t>
            </a:r>
          </a:p>
          <a:p xmlns:a="http://schemas.openxmlformats.org/drawingml/2006/main">
            <a:pPr marL="864000" lvl="1" indent="-324000">
              <a:lnSpc>
                <a:spcPct val="90000"/>
              </a:lnSpc>
              <a:spcBef>
                <a:spcPts val="1134"/>
              </a:spcBef>
              <a:buClr>
                <a:srgbClr val="000000"/>
              </a:buClr>
              <a:buSzPct val="75000"/>
              <a:buFont typeface="Times New Roman"/>
              <a:buChar char=""/>
            </a:pPr>
            <a:r>
              <a:rPr sz="3200" b="0" u="none" strike="noStrike">
                <a:solidFill>
                  <a:schemeClr val="dk1"/>
                </a:solidFill>
                <a:latin typeface="Times New Roman"/>
                <a:ea typeface="Times New Roman"/>
                <a:cs typeface="Times New Roman"/>
              </a:rPr>
              <a:t>Second Outline Level</a:t>
            </a:r>
          </a:p>
          <a:p xmlns:a="http://schemas.openxmlformats.org/drawingml/2006/main">
            <a:pPr marL="1296000" lvl="2" indent="-288000">
              <a:lnSpc>
                <a:spcPct val="90000"/>
              </a:lnSpc>
              <a:spcBef>
                <a:spcPts val="850"/>
              </a:spcBef>
              <a:buClr>
                <a:srgbClr val="000000"/>
              </a:buClr>
              <a:buSzPct val="45000"/>
              <a:buFont typeface="Times New Roman"/>
              <a:buChar char=""/>
            </a:pPr>
            <a:r>
              <a:rPr sz="3200" b="0" u="none" strike="noStrike">
                <a:solidFill>
                  <a:schemeClr val="dk1"/>
                </a:solidFill>
                <a:latin typeface="Times New Roman"/>
                <a:ea typeface="Times New Roman"/>
                <a:cs typeface="Times New Roman"/>
              </a:rPr>
              <a:t>Third Outline Level</a:t>
            </a:r>
          </a:p>
          <a:p xmlns:a="http://schemas.openxmlformats.org/drawingml/2006/main">
            <a:pPr marL="1728000" lvl="3" indent="-216000">
              <a:lnSpc>
                <a:spcPct val="90000"/>
              </a:lnSpc>
              <a:spcBef>
                <a:spcPts val="567"/>
              </a:spcBef>
              <a:buClr>
                <a:srgbClr val="000000"/>
              </a:buClr>
              <a:buSzPct val="75000"/>
              <a:buFont typeface="Times New Roman"/>
              <a:buChar char=""/>
            </a:pPr>
            <a:r>
              <a:rPr sz="3200" b="0" u="none" strike="noStrike">
                <a:solidFill>
                  <a:schemeClr val="dk1"/>
                </a:solidFill>
                <a:latin typeface="Times New Roman"/>
                <a:ea typeface="Times New Roman"/>
                <a:cs typeface="Times New Roman"/>
              </a:rPr>
              <a:t>Fourth Outline Level</a:t>
            </a:r>
          </a:p>
          <a:p xmlns:a="http://schemas.openxmlformats.org/drawingml/2006/main">
            <a:pPr marL="2160000" lvl="4" indent="-216000">
              <a:lnSpc>
                <a:spcPct val="90000"/>
              </a:lnSpc>
              <a:spcBef>
                <a:spcPts val="283"/>
              </a:spcBef>
              <a:buClr>
                <a:srgbClr val="000000"/>
              </a:buClr>
              <a:buSzPct val="45000"/>
              <a:buFont typeface="Times New Roman"/>
              <a:buChar char=""/>
            </a:pPr>
            <a:r>
              <a:rPr sz="3200" b="0" u="none" strike="noStrike">
                <a:solidFill>
                  <a:schemeClr val="dk1"/>
                </a:solidFill>
                <a:latin typeface="Times New Roman"/>
                <a:ea typeface="Times New Roman"/>
                <a:cs typeface="Times New Roman"/>
              </a:rPr>
              <a:t>Fifth Outline Level</a:t>
            </a:r>
          </a:p>
          <a:p xmlns:a="http://schemas.openxmlformats.org/drawingml/2006/main">
            <a:pPr marL="2592000" lvl="5" indent="-216000">
              <a:lnSpc>
                <a:spcPct val="90000"/>
              </a:lnSpc>
              <a:spcBef>
                <a:spcPts val="283"/>
              </a:spcBef>
              <a:buClr>
                <a:srgbClr val="000000"/>
              </a:buClr>
              <a:buSzPct val="45000"/>
              <a:buFont typeface="Times New Roman"/>
              <a:buChar char=""/>
            </a:pPr>
            <a:r>
              <a:rPr sz="3200" b="0" u="none" strike="noStrike">
                <a:solidFill>
                  <a:schemeClr val="dk1"/>
                </a:solidFill>
                <a:latin typeface="Times New Roman"/>
                <a:ea typeface="Times New Roman"/>
                <a:cs typeface="Times New Roman"/>
              </a:rPr>
              <a:t>Sixth Outline Level</a:t>
            </a:r>
          </a:p>
          <a:p xmlns:a="http://schemas.openxmlformats.org/drawingml/2006/main">
            <a:pPr marL="3024000" lvl="6" indent="-216000">
              <a:lnSpc>
                <a:spcPct val="90000"/>
              </a:lnSpc>
              <a:spcBef>
                <a:spcPts val="283"/>
              </a:spcBef>
              <a:buClr>
                <a:srgbClr val="000000"/>
              </a:buClr>
              <a:buSzPct val="45000"/>
              <a:buFont typeface="Times New Roman"/>
              <a:buChar char=""/>
            </a:pPr>
            <a:r>
              <a:rPr sz="3200" b="0" u="none" strike="noStrike">
                <a:solidFill>
                  <a:schemeClr val="dk1"/>
                </a:solidFill>
                <a:latin typeface="Times New Roman"/>
                <a:ea typeface="Times New Roman"/>
                <a:cs typeface="Times New Roman"/>
              </a:rPr>
              <a:t>Seventh Outline Level</a:t>
            </a:r>
          </a:p>
        </p:txBody>
      </p:sp>
      <p:sp>
        <p:nvSpPr>
          <p:cNvPr id="69" name="PlaceHolder 2">
            <a:extLst xmlns:a="http://schemas.openxmlformats.org/drawingml/2006/main">
              <a:ext uri="{FF2B5EF4-FFF2-40B4-BE49-F238E27FC236}">
                <a16:creationId xmlns:a16="http://schemas.microsoft.com/office/drawing/2014/main" id="{4DCF6BF6-3233-4DEB-946B-E5CD442A6409}"/>
              </a:ext>
            </a:extLst>
          </p:cNvPr>
          <p:cNvSpPr>
            <a:spLocks xmlns:a="http://schemas.openxmlformats.org/drawingml/2006/main" noGrp="1"/>
          </p:cNvSpPr>
          <p:nvPr>
            <p:ph type="body" idx="0"/>
          </p:nvPr>
        </p:nvSpPr>
        <p:spPr>
          <a:xfrm xmlns:a="http://schemas.openxmlformats.org/drawingml/2006/main">
            <a:off x="839880" y="2057400"/>
            <a:ext cx="3931920" cy="38113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91440" tIns="45720" rIns="91440" bIns="45720" anchor="t">
            <a:noAutofit/>
          </a:bodyPr>
          <a:lstStyle xmlns:a="http://schemas.openxmlformats.org/drawingml/2006/main"/>
          <a:p xmlns:a="http://schemas.openxmlformats.org/drawingml/2006/main">
            <a:pPr marL="432000" indent="-324000">
              <a:lnSpc>
                <a:spcPct val="90000"/>
              </a:lnSpc>
              <a:spcBef>
                <a:spcPts val="1417"/>
              </a:spcBef>
              <a:buClr>
                <a:srgbClr val="000000"/>
              </a:buClr>
              <a:buSzPct val="45000"/>
              <a:buFont typeface="Times New Roman"/>
              <a:buChar char=""/>
            </a:pPr>
            <a:r>
              <a:rPr sz="1600" b="0" u="none" strike="noStrike">
                <a:solidFill>
                  <a:schemeClr val="dk1"/>
                </a:solidFill>
                <a:latin typeface="Times New Roman"/>
                <a:ea typeface="Times New Roman"/>
                <a:cs typeface="Times New Roman"/>
              </a:rPr>
              <a:t>Click to edit the outline text format</a:t>
            </a:r>
          </a:p>
          <a:p xmlns:a="http://schemas.openxmlformats.org/drawingml/2006/main">
            <a:pPr marL="864000" lvl="1" indent="-324000">
              <a:lnSpc>
                <a:spcPct val="90000"/>
              </a:lnSpc>
              <a:spcBef>
                <a:spcPts val="1134"/>
              </a:spcBef>
              <a:buClr>
                <a:srgbClr val="000000"/>
              </a:buClr>
              <a:buSzPct val="75000"/>
              <a:buFont typeface="Times New Roman"/>
              <a:buChar char=""/>
            </a:pPr>
            <a:r>
              <a:rPr sz="1600" b="0" u="none" strike="noStrike">
                <a:solidFill>
                  <a:schemeClr val="dk1"/>
                </a:solidFill>
                <a:latin typeface="Times New Roman"/>
                <a:ea typeface="Times New Roman"/>
                <a:cs typeface="Times New Roman"/>
              </a:rPr>
              <a:t>Second Outline Level</a:t>
            </a:r>
          </a:p>
          <a:p xmlns:a="http://schemas.openxmlformats.org/drawingml/2006/main">
            <a:pPr marL="1296000" lvl="2" indent="-288000">
              <a:lnSpc>
                <a:spcPct val="90000"/>
              </a:lnSpc>
              <a:spcBef>
                <a:spcPts val="850"/>
              </a:spcBef>
              <a:buClr>
                <a:srgbClr val="000000"/>
              </a:buClr>
              <a:buSzPct val="45000"/>
              <a:buFont typeface="Times New Roman"/>
              <a:buChar char=""/>
            </a:pPr>
            <a:r>
              <a:rPr sz="1600" b="0" u="none" strike="noStrike">
                <a:solidFill>
                  <a:schemeClr val="dk1"/>
                </a:solidFill>
                <a:latin typeface="Times New Roman"/>
                <a:ea typeface="Times New Roman"/>
                <a:cs typeface="Times New Roman"/>
              </a:rPr>
              <a:t>Third Outline Level</a:t>
            </a:r>
          </a:p>
          <a:p xmlns:a="http://schemas.openxmlformats.org/drawingml/2006/main">
            <a:pPr marL="1728000" lvl="3" indent="-216000">
              <a:lnSpc>
                <a:spcPct val="90000"/>
              </a:lnSpc>
              <a:spcBef>
                <a:spcPts val="567"/>
              </a:spcBef>
              <a:buClr>
                <a:srgbClr val="000000"/>
              </a:buClr>
              <a:buSzPct val="75000"/>
              <a:buFont typeface="Times New Roman"/>
              <a:buChar char=""/>
            </a:pPr>
            <a:r>
              <a:rPr sz="1600" b="0" u="none" strike="noStrike">
                <a:solidFill>
                  <a:schemeClr val="dk1"/>
                </a:solidFill>
                <a:latin typeface="Times New Roman"/>
                <a:ea typeface="Times New Roman"/>
                <a:cs typeface="Times New Roman"/>
              </a:rPr>
              <a:t>Fourth Outline Level</a:t>
            </a:r>
          </a:p>
          <a:p xmlns:a="http://schemas.openxmlformats.org/drawingml/2006/main">
            <a:pPr marL="2160000" lvl="4" indent="-216000">
              <a:lnSpc>
                <a:spcPct val="90000"/>
              </a:lnSpc>
              <a:spcBef>
                <a:spcPts val="283"/>
              </a:spcBef>
              <a:buClr>
                <a:srgbClr val="000000"/>
              </a:buClr>
              <a:buSzPct val="45000"/>
              <a:buFont typeface="Times New Roman"/>
              <a:buChar char=""/>
            </a:pPr>
            <a:r>
              <a:rPr sz="1600" b="0" u="none" strike="noStrike">
                <a:solidFill>
                  <a:schemeClr val="dk1"/>
                </a:solidFill>
                <a:latin typeface="Times New Roman"/>
                <a:ea typeface="Times New Roman"/>
                <a:cs typeface="Times New Roman"/>
              </a:rPr>
              <a:t>Fifth Outline Level</a:t>
            </a:r>
          </a:p>
          <a:p xmlns:a="http://schemas.openxmlformats.org/drawingml/2006/main">
            <a:pPr marL="2592000" lvl="5" indent="-216000">
              <a:lnSpc>
                <a:spcPct val="90000"/>
              </a:lnSpc>
              <a:spcBef>
                <a:spcPts val="283"/>
              </a:spcBef>
              <a:buClr>
                <a:srgbClr val="000000"/>
              </a:buClr>
              <a:buSzPct val="45000"/>
              <a:buFont typeface="Times New Roman"/>
              <a:buChar char=""/>
            </a:pPr>
            <a:r>
              <a:rPr sz="1600" b="0" u="none" strike="noStrike">
                <a:solidFill>
                  <a:schemeClr val="dk1"/>
                </a:solidFill>
                <a:latin typeface="Times New Roman"/>
                <a:ea typeface="Times New Roman"/>
                <a:cs typeface="Times New Roman"/>
              </a:rPr>
              <a:t>Sixth Outline Level</a:t>
            </a:r>
          </a:p>
          <a:p xmlns:a="http://schemas.openxmlformats.org/drawingml/2006/main">
            <a:pPr marL="3024000" lvl="6" indent="-216000">
              <a:lnSpc>
                <a:spcPct val="90000"/>
              </a:lnSpc>
              <a:spcBef>
                <a:spcPts val="283"/>
              </a:spcBef>
              <a:buClr>
                <a:srgbClr val="000000"/>
              </a:buClr>
              <a:buSzPct val="45000"/>
              <a:buFont typeface="Times New Roman"/>
              <a:buChar char=""/>
            </a:pPr>
            <a:r>
              <a:rPr sz="1600" b="0" u="none" strike="noStrike">
                <a:solidFill>
                  <a:schemeClr val="dk1"/>
                </a:solidFill>
                <a:latin typeface="Times New Roman"/>
                <a:ea typeface="Times New Roman"/>
                <a:cs typeface="Times New Roman"/>
              </a:rPr>
              <a:t>Seventh Outline Level</a:t>
            </a:r>
          </a:p>
        </p:txBody>
      </p:sp>
      <p:sp>
        <p:nvSpPr>
          <p:cNvPr id="70" name="Rectangle 7">
            <a:extLst xmlns:a="http://schemas.openxmlformats.org/drawingml/2006/main">
              <a:ext uri="{FF2B5EF4-FFF2-40B4-BE49-F238E27FC236}">
                <a16:creationId xmlns:a16="http://schemas.microsoft.com/office/drawing/2014/main" id="{7B899722-6C8B-4790-B106-A286306A6686}"/>
              </a:ext>
            </a:extLst>
          </p:cNvPr>
          <p:cNvSpPr>
            <a:spLocks xmlns:a="http://schemas.openxmlformats.org/drawingml/2006/main" noGrp="1"/>
          </p:cNvSpPr>
          <p:nvPr/>
        </p:nvSpPr>
        <p:spPr>
          <a:xfrm xmlns:a="http://schemas.openxmlformats.org/drawingml/2006/main">
            <a:off x="0" y="-8280"/>
            <a:ext cx="12191760" cy="713160"/>
          </a:xfrm>
          <a:prstGeom xmlns:a="http://schemas.openxmlformats.org/drawingml/2006/main" prst="rect">
            <a:avLst/>
          </a:prstGeom>
          <a:solidFill xmlns:a="http://schemas.openxmlformats.org/drawingml/2006/main">
            <a:schemeClr val="accent2"/>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71" name="PlaceHolder 3">
            <a:extLst xmlns:a="http://schemas.openxmlformats.org/drawingml/2006/main">
              <a:ext uri="{FF2B5EF4-FFF2-40B4-BE49-F238E27FC236}">
                <a16:creationId xmlns:a16="http://schemas.microsoft.com/office/drawing/2014/main" id="{81BF6B9B-3123-40C2-A303-9A0146F767AF}"/>
              </a:ext>
            </a:extLst>
          </p:cNvPr>
          <p:cNvSpPr>
            <a:spLocks xmlns:a="http://schemas.openxmlformats.org/drawingml/2006/main" noGrp="1"/>
          </p:cNvSpPr>
          <p:nvPr>
            <p:ph type="title" idx="0"/>
          </p:nvPr>
        </p:nvSpPr>
        <p:spPr>
          <a:xfrm xmlns:a="http://schemas.openxmlformats.org/drawingml/2006/main">
            <a:off x="839880" y="987480"/>
            <a:ext cx="3931920" cy="1069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91440" tIns="45720" rIns="91440" bIns="45720" anchor="b">
            <a:noAutofit/>
          </a:bodyPr>
          <a:lstStyle xmlns:a="http://schemas.openxmlformats.org/drawingml/2006/main"/>
          <a:p xmlns:a="http://schemas.openxmlformats.org/drawingml/2006/main">
            <a:pPr indent="0">
              <a:buNone/>
            </a:pPr>
            <a:r>
              <a:rPr sz="3200" b="0" u="none" strike="noStrike">
                <a:solidFill>
                  <a:schemeClr val="dk1"/>
                </a:solidFill>
                <a:latin typeface="Times New Roman"/>
                <a:ea typeface="Times New Roman"/>
                <a:cs typeface="Times New Roman"/>
              </a:rPr>
              <a:t>Click to edit the title text format</a:t>
            </a:r>
          </a:p>
        </p:txBody>
      </p:sp>
      <p:sp>
        <p:nvSpPr>
          <p:cNvPr id="72" name="Rectangle 11">
            <a:extLst xmlns:a="http://schemas.openxmlformats.org/drawingml/2006/main">
              <a:ext uri="{FF2B5EF4-FFF2-40B4-BE49-F238E27FC236}">
                <a16:creationId xmlns:a16="http://schemas.microsoft.com/office/drawing/2014/main" id="{582337B5-92BE-4C15-90BC-5A5E1734B552}"/>
              </a:ext>
            </a:extLst>
          </p:cNvPr>
          <p:cNvSpPr>
            <a:spLocks xmlns:a="http://schemas.openxmlformats.org/drawingml/2006/main" noGrp="1"/>
          </p:cNvSpPr>
          <p:nvPr/>
        </p:nvSpPr>
        <p:spPr>
          <a:xfrm xmlns:a="http://schemas.openxmlformats.org/drawingml/2006/main">
            <a:off x="1775520" y="6721560"/>
            <a:ext cx="10416240" cy="136080"/>
          </a:xfrm>
          <a:custGeom xmlns:a="http://schemas.openxmlformats.org/drawingml/2006/main">
            <a:gdLst>
              <a:gd name="textAreaLeft" fmla="*/ 0 w 10416240"/>
              <a:gd name="textAreaRight" fmla="*/ 10416600 w 10416240"/>
              <a:gd name="textAreaTop" fmla="*/ 0 h 136080"/>
              <a:gd name="textAreaBottom" fmla="*/ 136440 h 136080"/>
              <a:gd name="GluePoint1X" fmla="*/ 94130 w 8187543"/>
              <a:gd name="GluePoint1Y" fmla="*/ 0 h 136562"/>
              <a:gd name="GluePoint2X" fmla="*/ 8187543 w 8187543"/>
              <a:gd name="GluePoint2Y" fmla="*/ 0 h 136562"/>
              <a:gd name="GluePoint3X" fmla="*/ 8187543 w 8187543"/>
              <a:gd name="GluePoint3Y" fmla="*/ 133200 h 136562"/>
              <a:gd name="GluePoint4X" fmla="*/ 0 w 8187543"/>
              <a:gd name="GluePoint4Y" fmla="*/ 136562 h 136562"/>
              <a:gd name="GluePoint5X" fmla="*/ 94130 w 8187543"/>
              <a:gd name="GluePoint5Y" fmla="*/ 0 h 136562"/>
            </a:gdLst>
            <a:rect l="textAreaLeft" t="textAreaTop" r="textAreaRight" b="textAreaBottom"/>
            <a:pathLst>
              <a:path w="8187543" h="136562">
                <a:moveTo>
                  <a:pt x="94130" y="0"/>
                </a:moveTo>
                <a:lnTo>
                  <a:pt x="8187543" y="0"/>
                </a:lnTo>
                <a:lnTo>
                  <a:pt x="8187543" y="133200"/>
                </a:lnTo>
                <a:lnTo>
                  <a:pt x="0" y="136562"/>
                </a:lnTo>
                <a:lnTo>
                  <a:pt x="94130" y="0"/>
                </a:lnTo>
                <a:close/>
              </a:path>
            </a:pathLst>
          </a:custGeom>
          <a:solidFill xmlns:a="http://schemas.openxmlformats.org/drawingml/2006/main">
            <a:schemeClr val="accent2"/>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r>
              <a:rPr sz="1800" b="0" u="none" strike="noStrike">
                <a:solidFill>
                  <a:schemeClr val="lt1"/>
                </a:solidFill>
                <a:latin typeface="Times New Roman"/>
                <a:ea typeface="Times New Roman"/>
                <a:cs typeface="Times New Roman"/>
              </a:rPr>
              <a:t> </a:t>
            </a:r>
            <a:endParaRPr sz="1800" b="0" u="none" strike="noStrike">
              <a:solidFill>
                <a:srgbClr val="FFFFFF"/>
              </a:solidFill>
              <a:latin typeface="Times New Roman"/>
              <a:ea typeface="Times New Roman"/>
              <a:cs typeface="Times New Roman"/>
            </a:endParaRPr>
          </a:p>
        </p:txBody>
      </p:sp>
      <p:pic>
        <p:nvPicPr>
          <p:cNvPr id="73" name="Picture 10">
            <a:extLst xmlns:a="http://schemas.openxmlformats.org/drawingml/2006/main">
              <a:ext uri="{FF2B5EF4-FFF2-40B4-BE49-F238E27FC236}">
                <a16:creationId xmlns:a16="http://schemas.microsoft.com/office/drawing/2014/main" id="{E37C6791-7C5B-4BFA-ACBD-EEFA299FA93A}"/>
              </a:ext>
            </a:extLst>
          </p:cNvPr>
          <p:cNvPicPr>
            <a:picLocks xmlns:a="http://schemas.openxmlformats.org/drawingml/2006/main" noChangeAspect="1"/>
          </p:cNvPicPr>
          <p:nvPr/>
        </p:nvPicPr>
        <p:blipFill>
          <a:blip xmlns:r="http://schemas.openxmlformats.org/officeDocument/2006/relationships" xmlns:a="http://schemas.openxmlformats.org/drawingml/2006/main" r:embed="Rf7969b0f97404487"/>
          <a:stretch xmlns:a="http://schemas.openxmlformats.org/drawingml/2006/main"/>
        </p:blipFill>
        <p:spPr>
          <a:xfrm xmlns:a="http://schemas.openxmlformats.org/drawingml/2006/main">
            <a:off x="1828800" y="6739200"/>
            <a:ext cx="10362960" cy="101520"/>
          </a:xfrm>
          <a:prstGeom xmlns:a="http://schemas.openxmlformats.org/drawingml/2006/main" prst="rect">
            <a:avLst/>
          </a:prstGeom>
          <a:ln xmlns:a="http://schemas.openxmlformats.org/drawingml/2006/main" w="0">
            <a:noFill/>
          </a:ln>
        </p:spPr>
      </p:pic>
      <p:sp>
        <p:nvSpPr>
          <p:cNvPr id="74" name="PlaceHolder 4">
            <a:extLst xmlns:a="http://schemas.openxmlformats.org/drawingml/2006/main">
              <a:ext uri="{FF2B5EF4-FFF2-40B4-BE49-F238E27FC236}">
                <a16:creationId xmlns:a16="http://schemas.microsoft.com/office/drawing/2014/main" id="{D203D657-CA79-4B39-A1DD-C26F14ABE82C}"/>
              </a:ext>
            </a:extLst>
          </p:cNvPr>
          <p:cNvSpPr>
            <a:spLocks xmlns:a="http://schemas.openxmlformats.org/drawingml/2006/main" noGrp="1"/>
          </p:cNvSpPr>
          <p:nvPr>
            <p:ph type="sldNum" idx="10"/>
          </p:nvPr>
        </p:nvSpPr>
        <p:spPr>
          <a:xfrm xmlns:a="http://schemas.openxmlformats.org/drawingml/2006/main">
            <a:off x="11676240" y="6599520"/>
            <a:ext cx="505080" cy="3646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91440" tIns="45720" rIns="91440" bIns="45720" anchor="ctr">
            <a:noAutofit/>
          </a:bodyPr>
          <a:lstStyle xmlns:a="http://schemas.openxmlformats.org/drawingml/2006/main">
            <a:lvl1pPr indent="0" algn="r" defTabSz="914400">
              <a:lnSpc>
                <a:spcPct val="100000"/>
              </a:lnSpc>
              <a:buNone/>
              <a:defRPr sz="1000" b="0" u="none" strike="noStrike">
                <a:solidFill>
                  <a:schemeClr val="lt1">
                    <a:tint val="75000"/>
                  </a:schemeClr>
                </a:solidFill>
                <a:latin typeface="Times New Roman"/>
                <a:ea typeface="Times New Roman"/>
                <a:cs typeface="Times New Roman"/>
              </a:defRPr>
            </a:lvl1pPr>
          </a:lstStyle>
          <a:p xmlns:a="http://schemas.openxmlformats.org/drawingml/2006/main">
            <a:pPr indent="0" algn="r" defTabSz="914400">
              <a:lnSpc>
                <a:spcPct val="100000"/>
              </a:lnSpc>
              <a:buNone/>
            </a:pPr>
            <a:fld id="{E2385013-54D9-4DDB-B0F1-F0593AE49B95}" type="slidenum">
              <a:rPr sz="1000" b="0" u="none" strike="noStrike">
                <a:solidFill>
                  <a:schemeClr val="lt1">
                    <a:tint val="75000"/>
                  </a:schemeClr>
                </a:solidFill>
                <a:latin typeface="Times New Roman"/>
                <a:ea typeface="Times New Roman"/>
                <a:cs typeface="Times New Roman"/>
              </a:rPr>
              <a:t>‹#›</a:t>
            </a:fld>
            <a:endParaRPr sz="1000" b="0" u="none" strike="noStrike">
              <a:solidFill>
                <a:srgbClr val="000000"/>
              </a:solidFill>
              <a:latin typeface="Times New Roman"/>
              <a:ea typeface="Times New Roman"/>
              <a:cs typeface="Times New Roman"/>
            </a:endParaRPr>
          </a:p>
        </p:txBody>
      </p:sp>
      <p:pic>
        <p:nvPicPr>
          <p:cNvPr id="75" name="Picture 4">
            <a:extLst xmlns:a="http://schemas.openxmlformats.org/drawingml/2006/main">
              <a:ext uri="{FF2B5EF4-FFF2-40B4-BE49-F238E27FC236}">
                <a16:creationId xmlns:a16="http://schemas.microsoft.com/office/drawing/2014/main" id="{60CFB846-E147-44A6-8F26-472BF06C0866}"/>
              </a:ext>
            </a:extLst>
          </p:cNvPr>
          <p:cNvPicPr>
            <a:picLocks xmlns:a="http://schemas.openxmlformats.org/drawingml/2006/main" noChangeAspect="1"/>
          </p:cNvPicPr>
          <p:nvPr/>
        </p:nvPicPr>
        <p:blipFill>
          <a:blip xmlns:r="http://schemas.openxmlformats.org/officeDocument/2006/relationships" xmlns:a="http://schemas.openxmlformats.org/drawingml/2006/main" r:embed="R828546d84fee4a15"/>
          <a:stretch xmlns:a="http://schemas.openxmlformats.org/drawingml/2006/main"/>
        </p:blipFill>
        <p:spPr>
          <a:xfrm xmlns:a="http://schemas.openxmlformats.org/drawingml/2006/main">
            <a:off x="318600" y="2160"/>
            <a:ext cx="3290040" cy="684720"/>
          </a:xfrm>
          <a:prstGeom xmlns:a="http://schemas.openxmlformats.org/drawingml/2006/main" prst="rect">
            <a:avLst/>
          </a:prstGeom>
          <a:ln xmlns:a="http://schemas.openxmlformats.org/drawingml/2006/main" w="0">
            <a:noFill/>
          </a:ln>
        </p:spPr>
      </p:pic>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37654b7c3ee4fb5" /><Relationship Type="http://schemas.openxmlformats.org/officeDocument/2006/relationships/slideLayout" Target="/ppt/slideLayouts/slideLayout1.xml" Id="R952c699f79f04de0" /><Relationship Type="http://schemas.openxmlformats.org/officeDocument/2006/relationships/slideLayout" Target="/ppt/slideLayouts/slideLayout2.xml" Id="Re8ca82b6be234c39" /><Relationship Type="http://schemas.openxmlformats.org/officeDocument/2006/relationships/slideLayout" Target="/ppt/slideLayouts/slideLayout3.xml" Id="R9c802b1293ee47e7" /><Relationship Type="http://schemas.openxmlformats.org/officeDocument/2006/relationships/slideLayout" Target="/ppt/slideLayouts/slideLayout4.xml" Id="R6e4c32ae8e504144" /><Relationship Type="http://schemas.openxmlformats.org/officeDocument/2006/relationships/slideLayout" Target="/ppt/slideLayouts/slideLayout5.xml" Id="Re4e6bf111d4849d5" /><Relationship Type="http://schemas.openxmlformats.org/officeDocument/2006/relationships/slideLayout" Target="/ppt/slideLayouts/slideLayout6.xml" Id="R9abb6461b20348e8" /><Relationship Type="http://schemas.openxmlformats.org/officeDocument/2006/relationships/slideLayout" Target="/ppt/slideLayouts/slideLayout7.xml" Id="R56c433cdcc6147bc" /><Relationship Type="http://schemas.openxmlformats.org/officeDocument/2006/relationships/slideLayout" Target="/ppt/slideLayouts/slideLayout8.xml" Id="R0d06591d7f4b44be" /><Relationship Type="http://schemas.openxmlformats.org/officeDocument/2006/relationships/slideLayout" Target="/ppt/slideLayouts/slideLayout9.xml" Id="Rdd92d3782f774509" /><Relationship Type="http://schemas.openxmlformats.org/officeDocument/2006/relationships/slideLayout" Target="/ppt/slideLayouts/slideLayout10.xml" Id="R37322124cc304ffe"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52c699f79f04de0"/>
    <p:sldLayoutId xmlns:r="http://schemas.openxmlformats.org/officeDocument/2006/relationships" id="2147483650" r:id="Re8ca82b6be234c39"/>
    <p:sldLayoutId xmlns:r="http://schemas.openxmlformats.org/officeDocument/2006/relationships" id="2147483651" r:id="R9c802b1293ee47e7"/>
    <p:sldLayoutId xmlns:r="http://schemas.openxmlformats.org/officeDocument/2006/relationships" id="2147483652" r:id="R6e4c32ae8e504144"/>
    <p:sldLayoutId xmlns:r="http://schemas.openxmlformats.org/officeDocument/2006/relationships" id="2147483653" r:id="Re4e6bf111d4849d5"/>
    <p:sldLayoutId xmlns:r="http://schemas.openxmlformats.org/officeDocument/2006/relationships" id="2147483654" r:id="R9abb6461b20348e8"/>
    <p:sldLayoutId xmlns:r="http://schemas.openxmlformats.org/officeDocument/2006/relationships" id="2147483655" r:id="R56c433cdcc6147bc"/>
    <p:sldLayoutId xmlns:r="http://schemas.openxmlformats.org/officeDocument/2006/relationships" id="2147483656" r:id="R0d06591d7f4b44be"/>
    <p:sldLayoutId xmlns:r="http://schemas.openxmlformats.org/officeDocument/2006/relationships" id="2147483657" r:id="Rdd92d3782f774509"/>
    <p:sldLayoutId xmlns:r="http://schemas.openxmlformats.org/officeDocument/2006/relationships" id="2147483658" r:id="R37322124cc304ffe"/>
  </p:sldLayoutIdLst>
  <p:txStyles>
    <p:titleStyle>
      <a:lvl1pPr xmlns:a="http://schemas.openxmlformats.org/drawingml/2006/main" algn="l" defTabSz="914400">
        <a:lnSpc>
          <a:spcPct val="90000"/>
        </a:lnSpc>
        <a:spcBef>
          <a:spcPct val="0"/>
        </a:spcBef>
        <a:buNone/>
        <a:defRPr sz="4400" kern="1200">
          <a:solidFill>
            <a:schemeClr val="tx1"/>
          </a:solidFill>
          <a:latin typeface="+mj-lt"/>
          <a:ea typeface="+mj-lt"/>
          <a:cs typeface="+mj-lt"/>
        </a:defRPr>
      </a:lvl1pPr>
    </p:titleStyle>
    <p:bodyStyle>
      <a:lvl1pPr xmlns:a="http://schemas.openxmlformats.org/drawingml/2006/main" marL="228600" indent="-228600" algn="l" defTabSz="914400">
        <a:lnSpc>
          <a:spcPct val="90000"/>
        </a:lnSpc>
        <a:spcBef>
          <a:spcPts val="1000"/>
        </a:spcBef>
        <a:buFont typeface="Arial"/>
        <a:buChar char="•"/>
        <a:defRPr sz="2800" kern="1200">
          <a:solidFill>
            <a:schemeClr val="tx1"/>
          </a:solidFill>
          <a:latin typeface="+mn-lt"/>
          <a:ea typeface="+mn-lt"/>
          <a:cs typeface="+mn-lt"/>
        </a:defRPr>
      </a:lvl1pPr>
      <a:lvl2pPr xmlns:a="http://schemas.openxmlformats.org/drawingml/2006/main" marL="685800" indent="-228600" algn="l" defTabSz="914400">
        <a:lnSpc>
          <a:spcPct val="90000"/>
        </a:lnSpc>
        <a:spcBef>
          <a:spcPts val="500"/>
        </a:spcBef>
        <a:buFont typeface="Arial"/>
        <a:buChar char="•"/>
        <a:defRPr sz="2400" kern="1200">
          <a:solidFill>
            <a:schemeClr val="tx1"/>
          </a:solidFill>
          <a:latin typeface="+mn-lt"/>
          <a:ea typeface="+mn-lt"/>
          <a:cs typeface="+mn-lt"/>
        </a:defRPr>
      </a:lvl2pPr>
      <a:lvl3pPr xmlns:a="http://schemas.openxmlformats.org/drawingml/2006/main" marL="1143000" indent="-228600" algn="l" defTabSz="914400">
        <a:lnSpc>
          <a:spcPct val="90000"/>
        </a:lnSpc>
        <a:spcBef>
          <a:spcPts val="500"/>
        </a:spcBef>
        <a:buFont typeface="Arial"/>
        <a:buChar char="•"/>
        <a:defRPr sz="2000" kern="1200">
          <a:solidFill>
            <a:schemeClr val="tx1"/>
          </a:solidFill>
          <a:latin typeface="+mn-lt"/>
          <a:ea typeface="+mn-lt"/>
          <a:cs typeface="+mn-lt"/>
        </a:defRPr>
      </a:lvl3pPr>
      <a:lvl4pPr xmlns:a="http://schemas.openxmlformats.org/drawingml/2006/main"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xmlns:a="http://schemas.openxmlformats.org/drawingml/2006/main"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xmlns:a="http://schemas.openxmlformats.org/drawingml/2006/main"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xmlns:a="http://schemas.openxmlformats.org/drawingml/2006/main"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xmlns:a="http://schemas.openxmlformats.org/drawingml/2006/main"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xmlns:a="http://schemas.openxmlformats.org/drawingml/2006/main"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1_Office Theme">
  <a:themeElements>
    <a:clrScheme name="HUIT">
      <a:dk1>
        <a:srgbClr val="000000"/>
      </a:dk1>
      <a:lt1>
        <a:srgbClr val="FFFFFF"/>
      </a:lt1>
      <a:dk2>
        <a:srgbClr val="354253"/>
      </a:dk2>
      <a:lt2>
        <a:srgbClr val="E7E6E6"/>
      </a:lt2>
      <a:accent1>
        <a:srgbClr val="044F9E"/>
      </a:accent1>
      <a:accent2>
        <a:srgbClr val="2072B7"/>
      </a:accent2>
      <a:accent3>
        <a:srgbClr val="4CC4EB"/>
      </a:accent3>
      <a:accent4>
        <a:srgbClr val="E81F26"/>
      </a:accent4>
      <a:accent5>
        <a:srgbClr val="FEC01D"/>
      </a:accent5>
      <a:accent6>
        <a:srgbClr val="DBD014"/>
      </a:accent6>
      <a:hlink>
        <a:srgbClr val="2072B7"/>
      </a:hlink>
      <a:folHlink>
        <a:srgbClr val="044F9E"/>
      </a:folHlink>
    </a:clrScheme>
    <a:fontScheme name="Office Theme">
      <a:majorFont>
        <a:latin typeface="Times New Roman"/>
        <a:ea typeface="Times New Roman"/>
        <a:cs typeface="Times New Roman"/>
      </a:majorFont>
      <a:minorFont>
        <a:latin typeface="Times New Roman"/>
        <a:ea typeface="Times New Roman"/>
        <a:cs typeface="Times New Roman"/>
      </a:minorFont>
    </a:fontScheme>
    <a:fmtScheme name="HUIT">
      <a:fillStyleLst>
        <a:solidFill>
          <a:schemeClr val="phClr"/>
        </a:solidFill>
        <a:gradFill>
          <a:gsLst>
            <a:gs pos="0">
              <a:schemeClr val="phClr">
                <a:tint val="67000"/>
                <a:lumMod val="110000"/>
              </a:schemeClr>
            </a:gs>
            <a:gs pos="50000">
              <a:schemeClr val="phClr">
                <a:tint val="73000"/>
                <a:lumMod val="105000"/>
              </a:schemeClr>
            </a:gs>
            <a:gs pos="100000">
              <a:schemeClr val="phClr">
                <a:tint val="81000"/>
                <a:lumMod val="105000"/>
              </a:schemeClr>
            </a:gs>
          </a:gsLst>
          <a:lin ang="5400000" scaled="0"/>
          <a:tileRect/>
        </a:gradFill>
        <a:gradFill>
          <a:gsLst>
            <a:gs pos="0">
              <a:schemeClr val="phClr">
                <a:tint val="94000"/>
                <a:lumMod val="102000"/>
              </a:schemeClr>
            </a:gs>
            <a:gs pos="50000">
              <a:schemeClr val="phClr">
                <a:shade val="100000"/>
                <a:lumMod val="100000"/>
              </a:schemeClr>
            </a:gs>
            <a:gs pos="100000">
              <a:schemeClr val="phClr">
                <a:shade val="78000"/>
                <a:lumMod val="99000"/>
              </a:schemeClr>
            </a:gs>
          </a:gsLst>
          <a:lin ang="5400000" scaled="0"/>
          <a:tileRect/>
        </a:gradFill>
      </a:fillStyleLst>
      <a:lnStyleLst>
        <a:ln w="6350">
          <a:prstDash val="solid"/>
        </a:ln>
        <a:ln w="12700">
          <a:prstDash val="solid"/>
        </a:ln>
        <a:ln w="19050">
          <a:prstDash val="solid"/>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3786e6ff04634568" /><Relationship Type="http://schemas.openxmlformats.org/officeDocument/2006/relationships/notesSlide" Target="/ppt/notesSlides/notesSlide1.xml" Id="Rd7f89b60c1154b28" /></Relationships>
</file>

<file path=ppt/slides/_rels/slide2.xml.rels>&#65279;<?xml version="1.0" encoding="utf-8"?><Relationships xmlns="http://schemas.openxmlformats.org/package/2006/relationships"><Relationship Type="http://schemas.openxmlformats.org/officeDocument/2006/relationships/slideLayout" Target="/ppt/slideLayouts/slideLayout3.xml" Id="R44c586ea13064cab" /><Relationship Type="http://schemas.openxmlformats.org/officeDocument/2006/relationships/notesSlide" Target="/ppt/notesSlides/notesSlide2.xml" Id="Rfc1de32c8c774ec1" /></Relationships>
</file>

<file path=ppt/slides/_rels/slide3.xml.rels>&#65279;<?xml version="1.0" encoding="utf-8"?><Relationships xmlns="http://schemas.openxmlformats.org/package/2006/relationships"><Relationship Type="http://schemas.openxmlformats.org/officeDocument/2006/relationships/slideLayout" Target="/ppt/slideLayouts/slideLayout7.xml" Id="Ra4fb70afc1554627" /><Relationship Type="http://schemas.openxmlformats.org/officeDocument/2006/relationships/notesSlide" Target="/ppt/notesSlides/notesSlide3.xml" Id="Rdcc979ed34d944c1" /></Relationships>
</file>

<file path=ppt/slides/_rels/slide4.xml.rels>&#65279;<?xml version="1.0" encoding="utf-8"?><Relationships xmlns="http://schemas.openxmlformats.org/package/2006/relationships"><Relationship Type="http://schemas.openxmlformats.org/officeDocument/2006/relationships/slideLayout" Target="/ppt/slideLayouts/slideLayout4.xml" Id="R16415e2900dd4778" /><Relationship Type="http://schemas.openxmlformats.org/officeDocument/2006/relationships/notesSlide" Target="/ppt/notesSlides/notesSlide4.xml" Id="R06fb0a203d534da3" /></Relationships>
</file>

<file path=ppt/slides/_rels/slide5.xml.rels>&#65279;<?xml version="1.0" encoding="utf-8"?><Relationships xmlns="http://schemas.openxmlformats.org/package/2006/relationships"><Relationship Type="http://schemas.openxmlformats.org/officeDocument/2006/relationships/slideLayout" Target="/ppt/slideLayouts/slideLayout9.xml" Id="Rab6f2c77e4114743" /><Relationship Type="http://schemas.openxmlformats.org/officeDocument/2006/relationships/notesSlide" Target="/ppt/notesSlides/notesSlide5.xml" Id="Rf66a57ac4db64889" /></Relationships>
</file>

<file path=ppt/slides/_rels/slide6.xml.rels>&#65279;<?xml version="1.0" encoding="utf-8"?><Relationships xmlns="http://schemas.openxmlformats.org/package/2006/relationships"><Relationship Type="http://schemas.openxmlformats.org/officeDocument/2006/relationships/slideLayout" Target="/ppt/slideLayouts/slideLayout9.xml" Id="R770bc8c85b1a42bc" /><Relationship Type="http://schemas.openxmlformats.org/officeDocument/2006/relationships/notesSlide" Target="/ppt/notesSlides/notesSlide6.xml" Id="R89d30fc00ac9472b"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72bb9e62d2ff4613" /><Relationship Type="http://schemas.openxmlformats.org/officeDocument/2006/relationships/notesSlide" Target="/ppt/notesSlides/notesSlide7.xml" Id="Rc4993a0d449047f9" /></Relationships>
</file>

<file path=ppt/slides/_rels/slide8.xml.rels>&#65279;<?xml version="1.0" encoding="utf-8"?><Relationships xmlns="http://schemas.openxmlformats.org/package/2006/relationships"><Relationship Type="http://schemas.openxmlformats.org/officeDocument/2006/relationships/slideLayout" Target="/ppt/slideLayouts/slideLayout5.xml" Id="R4c35c67da8ab4da6" /><Relationship Type="http://schemas.openxmlformats.org/officeDocument/2006/relationships/notesSlide" Target="/ppt/notesSlides/notesSlide8.xml" Id="Rb9635ed31b3e4e39" /></Relationships>
</file>

<file path=ppt/slides/_rels/slide9.xml.rels>&#65279;<?xml version="1.0" encoding="utf-8"?><Relationships xmlns="http://schemas.openxmlformats.org/package/2006/relationships"><Relationship Type="http://schemas.openxmlformats.org/officeDocument/2006/relationships/slideLayout" Target="/ppt/slideLayouts/slideLayout9.xml" Id="R6f64233355e94790" /><Relationship Type="http://schemas.openxmlformats.org/officeDocument/2006/relationships/notesSlide" Target="/ppt/notesSlides/notesSlide9.xml" Id="R3f1b3b68e20a443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4.xml" Id="Rf454e5198e634ec1" /><Relationship Type="http://schemas.openxmlformats.org/officeDocument/2006/relationships/notesSlide" Target="/ppt/notesSlides/notesSlide10.xml" Id="R87e70e272f8f44c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3.xml" Id="Raaa6381094b84246" /><Relationship Type="http://schemas.openxmlformats.org/officeDocument/2006/relationships/notesSlide" Target="/ppt/notesSlides/notesSlide11.xml" Id="R5d5108cee8044f27" /></Relationships>
</file>

<file path=ppt/slides/_rels/slide12.xml.rels>&#65279;<?xml version="1.0" encoding="utf-8"?><Relationships xmlns="http://schemas.openxmlformats.org/package/2006/relationships"><Relationship Type="http://schemas.openxmlformats.org/officeDocument/2006/relationships/slideLayout" Target="/ppt/slideLayouts/slideLayout5.xml" Id="R77a796dce9c74c00" /><Relationship Type="http://schemas.openxmlformats.org/officeDocument/2006/relationships/notesSlide" Target="/ppt/notesSlides/notesSlide12.xml" Id="R987fcd69a8f447c0"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2d9735e5b4fd41e6" /><Relationship Type="http://schemas.openxmlformats.org/officeDocument/2006/relationships/notesSlide" Target="/ppt/notesSlides/notesSlide13.xml" Id="R9dd414507c3441ff" /></Relationships>
</file>

<file path=ppt/slides/_rels/slide14.xml.rels>&#65279;<?xml version="1.0" encoding="utf-8"?><Relationships xmlns="http://schemas.openxmlformats.org/package/2006/relationships"><Relationship Type="http://schemas.openxmlformats.org/officeDocument/2006/relationships/slideLayout" Target="/ppt/slideLayouts/slideLayout9.xml" Id="R72d404b2bdf74ec9" /><Relationship Type="http://schemas.openxmlformats.org/officeDocument/2006/relationships/notesSlide" Target="/ppt/notesSlides/notesSlide14.xml" Id="R12a4f5f245b54a85" /></Relationships>
</file>

<file path=ppt/slides/_rels/slide15.xml.rels>&#65279;<?xml version="1.0" encoding="utf-8"?><Relationships xmlns="http://schemas.openxmlformats.org/package/2006/relationships"><Relationship Type="http://schemas.openxmlformats.org/officeDocument/2006/relationships/slideLayout" Target="/ppt/slideLayouts/slideLayout3.xml" Id="R93a2d76404db4cd1" /><Relationship Type="http://schemas.openxmlformats.org/officeDocument/2006/relationships/notesSlide" Target="/ppt/notesSlides/notesSlide15.xml" Id="R22b9535eb9ae486c" /></Relationships>
</file>

<file path=ppt/slides/_rels/slide16.xml.rels>&#65279;<?xml version="1.0" encoding="utf-8"?><Relationships xmlns="http://schemas.openxmlformats.org/package/2006/relationships"><Relationship Type="http://schemas.openxmlformats.org/officeDocument/2006/relationships/slideLayout" Target="/ppt/slideLayouts/slideLayout5.xml" Id="R02f794f84fb34c53" /><Relationship Type="http://schemas.openxmlformats.org/officeDocument/2006/relationships/notesSlide" Target="/ppt/notesSlides/notesSlide16.xml" Id="R2ec81a34307947ab" /></Relationships>
</file>

<file path=ppt/slides/_rels/slide17.xml.rels>&#65279;<?xml version="1.0" encoding="utf-8"?><Relationships xmlns="http://schemas.openxmlformats.org/package/2006/relationships"><Relationship Type="http://schemas.openxmlformats.org/officeDocument/2006/relationships/slideLayout" Target="/ppt/slideLayouts/slideLayout4.xml" Id="Rffc32d35082346a3" /><Relationship Type="http://schemas.openxmlformats.org/officeDocument/2006/relationships/notesSlide" Target="/ppt/notesSlides/notesSlide17.xml" Id="R8e33514af57d4303" /></Relationships>
</file>

<file path=ppt/slides/_rels/slide18.xml.rels>&#65279;<?xml version="1.0" encoding="utf-8"?><Relationships xmlns="http://schemas.openxmlformats.org/package/2006/relationships"><Relationship Type="http://schemas.openxmlformats.org/officeDocument/2006/relationships/slideLayout" Target="/ppt/slideLayouts/slideLayout9.xml" Id="Ra454326dc01c4faf" /><Relationship Type="http://schemas.openxmlformats.org/officeDocument/2006/relationships/notesSlide" Target="/ppt/notesSlides/notesSlide18.xml" Id="R5c8dc3de836249bb" /></Relationships>
</file>

<file path=ppt/slides/_rels/slide19.xml.rels>&#65279;<?xml version="1.0" encoding="utf-8"?><Relationships xmlns="http://schemas.openxmlformats.org/package/2006/relationships"><Relationship Type="http://schemas.openxmlformats.org/officeDocument/2006/relationships/slideLayout" Target="/ppt/slideLayouts/slideLayout5.xml" Id="Rdf1cd0b52dd74990" /><Relationship Type="http://schemas.openxmlformats.org/officeDocument/2006/relationships/notesSlide" Target="/ppt/notesSlides/notesSlide19.xml" Id="Reb51b73c82fb4e6c" /></Relationships>
</file>

<file path=ppt/slides/_rels/slide20.xml.rels>&#65279;<?xml version="1.0" encoding="utf-8"?><Relationships xmlns="http://schemas.openxmlformats.org/package/2006/relationships"><Relationship Type="http://schemas.openxmlformats.org/officeDocument/2006/relationships/slideLayout" Target="/ppt/slideLayouts/slideLayout9.xml" Id="R30237a2ec7fb485b" /><Relationship Type="http://schemas.openxmlformats.org/officeDocument/2006/relationships/notesSlide" Target="/ppt/notesSlides/notesSlide20.xml" Id="Rdff72f961a4a44b5"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f0a2e4687138453a" /><Relationship Type="http://schemas.openxmlformats.org/officeDocument/2006/relationships/notesSlide" Target="/ppt/notesSlides/notesSlide21.xml" Id="R0d68c28b4164410b" /></Relationships>
</file>

<file path=ppt/slides/_rels/slide22.xml.rels>&#65279;<?xml version="1.0" encoding="utf-8"?><Relationships xmlns="http://schemas.openxmlformats.org/package/2006/relationships"><Relationship Type="http://schemas.openxmlformats.org/officeDocument/2006/relationships/slideLayout" Target="/ppt/slideLayouts/slideLayout3.xml" Id="R9de1d50ef2444b86" /><Relationship Type="http://schemas.openxmlformats.org/officeDocument/2006/relationships/notesSlide" Target="/ppt/notesSlides/notesSlide22.xml" Id="Raae9b553286f4a79" /></Relationships>
</file>

<file path=ppt/slides/_rels/slide23.xml.rels>&#65279;<?xml version="1.0" encoding="utf-8"?><Relationships xmlns="http://schemas.openxmlformats.org/package/2006/relationships"><Relationship Type="http://schemas.openxmlformats.org/officeDocument/2006/relationships/slideLayout" Target="/ppt/slideLayouts/slideLayout5.xml" Id="Re58adc8ca6544198" /><Relationship Type="http://schemas.openxmlformats.org/officeDocument/2006/relationships/notesSlide" Target="/ppt/notesSlides/notesSlide23.xml" Id="R847d209df7554a94" /></Relationships>
</file>

<file path=ppt/slides/_rels/slide24.xml.rels>&#65279;<?xml version="1.0" encoding="utf-8"?><Relationships xmlns="http://schemas.openxmlformats.org/package/2006/relationships"><Relationship Type="http://schemas.openxmlformats.org/officeDocument/2006/relationships/slideLayout" Target="/ppt/slideLayouts/slideLayout4.xml" Id="R1741955a7d70409f" /><Relationship Type="http://schemas.openxmlformats.org/officeDocument/2006/relationships/notesSlide" Target="/ppt/notesSlides/notesSlide24.xml" Id="R055c7b7d7c374a9d" /></Relationships>
</file>

<file path=ppt/slides/_rels/slide25.xml.rels>&#65279;<?xml version="1.0" encoding="utf-8"?><Relationships xmlns="http://schemas.openxmlformats.org/package/2006/relationships"><Relationship Type="http://schemas.openxmlformats.org/officeDocument/2006/relationships/slideLayout" Target="/ppt/slideLayouts/slideLayout5.xml" Id="R93ba774a11594459" /><Relationship Type="http://schemas.openxmlformats.org/officeDocument/2006/relationships/notesSlide" Target="/ppt/notesSlides/notesSlide25.xml" Id="R7c1d953a50814b0a" /></Relationships>
</file>

<file path=ppt/slides/_rels/slide26.xml.rels>&#65279;<?xml version="1.0" encoding="utf-8"?><Relationships xmlns="http://schemas.openxmlformats.org/package/2006/relationships"><Relationship Type="http://schemas.openxmlformats.org/officeDocument/2006/relationships/slideLayout" Target="/ppt/slideLayouts/slideLayout5.xml" Id="Ra217d3aef7ae45f0" /><Relationship Type="http://schemas.openxmlformats.org/officeDocument/2006/relationships/notesSlide" Target="/ppt/notesSlides/notesSlide26.xml" Id="Rf253ff27b8cb4e83" /></Relationships>
</file>

<file path=ppt/slides/_rels/slide27.xml.rels>&#65279;<?xml version="1.0" encoding="utf-8"?><Relationships xmlns="http://schemas.openxmlformats.org/package/2006/relationships"><Relationship Type="http://schemas.openxmlformats.org/officeDocument/2006/relationships/slideLayout" Target="/ppt/slideLayouts/slideLayout3.xml" Id="Rd3d9c6736b9d4f57" /><Relationship Type="http://schemas.openxmlformats.org/officeDocument/2006/relationships/notesSlide" Target="/ppt/notesSlides/notesSlide27.xml" Id="Rffe72034b4af484d"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525aca43588a424a" /><Relationship Type="http://schemas.openxmlformats.org/officeDocument/2006/relationships/notesSlide" Target="/ppt/notesSlides/notesSlide28.xml" Id="R0d5befd014c94522" /></Relationships>
</file>

<file path=ppt/slides/_rels/slide29.xml.rels>&#65279;<?xml version="1.0" encoding="utf-8"?><Relationships xmlns="http://schemas.openxmlformats.org/package/2006/relationships"><Relationship Type="http://schemas.openxmlformats.org/officeDocument/2006/relationships/slideLayout" Target="/ppt/slideLayouts/slideLayout9.xml" Id="R9e2a29d86bd84526" /><Relationship Type="http://schemas.openxmlformats.org/officeDocument/2006/relationships/notesSlide" Target="/ppt/notesSlides/notesSlide29.xml" Id="Rcdd7ba16a31a44d8"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976fef7f791448ff" /><Relationship Type="http://schemas.openxmlformats.org/officeDocument/2006/relationships/notesSlide" Target="/ppt/notesSlides/notesSlide30.xml" Id="R7ec7651dbd27402c" /></Relationships>
</file>

<file path=ppt/slides/_rels/slide31.xml.rels>&#65279;<?xml version="1.0" encoding="utf-8"?><Relationships xmlns="http://schemas.openxmlformats.org/package/2006/relationships"><Relationship Type="http://schemas.openxmlformats.org/officeDocument/2006/relationships/slideLayout" Target="/ppt/slideLayouts/slideLayout5.xml" Id="Re8eed922ef244593" /><Relationship Type="http://schemas.openxmlformats.org/officeDocument/2006/relationships/notesSlide" Target="/ppt/notesSlides/notesSlide31.xml" Id="Rb88dd94cd82c48d0" /></Relationships>
</file>

<file path=ppt/slides/_rels/slide32.xml.rels>&#65279;<?xml version="1.0" encoding="utf-8"?><Relationships xmlns="http://schemas.openxmlformats.org/package/2006/relationships"><Relationship Type="http://schemas.openxmlformats.org/officeDocument/2006/relationships/slideLayout" Target="/ppt/slideLayouts/slideLayout9.xml" Id="R544cba5521cb476d" /><Relationship Type="http://schemas.openxmlformats.org/officeDocument/2006/relationships/notesSlide" Target="/ppt/notesSlides/notesSlide32.xml" Id="R4cfd2d769a504cee"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d80190cf26ad480b" /><Relationship Type="http://schemas.openxmlformats.org/officeDocument/2006/relationships/notesSlide" Target="/ppt/notesSlides/notesSlide33.xml" Id="R7267e51fdee343dc" /></Relationships>
</file>

<file path=ppt/slides/_rels/slide34.xml.rels>&#65279;<?xml version="1.0" encoding="utf-8"?><Relationships xmlns="http://schemas.openxmlformats.org/package/2006/relationships"><Relationship Type="http://schemas.openxmlformats.org/officeDocument/2006/relationships/slideLayout" Target="/ppt/slideLayouts/slideLayout5.xml" Id="Rcd4fbc464aae4bfa" /><Relationship Type="http://schemas.openxmlformats.org/officeDocument/2006/relationships/notesSlide" Target="/ppt/notesSlides/notesSlide34.xml" Id="R506c2d70e1064507" /></Relationships>
</file>

<file path=ppt/slides/_rels/slide35.xml.rels>&#65279;<?xml version="1.0" encoding="utf-8"?><Relationships xmlns="http://schemas.openxmlformats.org/package/2006/relationships"><Relationship Type="http://schemas.openxmlformats.org/officeDocument/2006/relationships/slideLayout" Target="/ppt/slideLayouts/slideLayout3.xml" Id="Ree415bc14bb34ccc" /><Relationship Type="http://schemas.openxmlformats.org/officeDocument/2006/relationships/notesSlide" Target="/ppt/notesSlides/notesSlide35.xml" Id="Reae65e5edd224bac" /></Relationships>
</file>

<file path=ppt/slides/_rels/slide36.xml.rels>&#65279;<?xml version="1.0" encoding="utf-8"?><Relationships xmlns="http://schemas.openxmlformats.org/package/2006/relationships"><Relationship Type="http://schemas.openxmlformats.org/officeDocument/2006/relationships/slideLayout" Target="/ppt/slideLayouts/slideLayout9.xml" Id="R858f1a318a3649e4" /><Relationship Type="http://schemas.openxmlformats.org/officeDocument/2006/relationships/notesSlide" Target="/ppt/notesSlides/notesSlide36.xml" Id="Rd7bd3e2a8efa4829" /></Relationships>
</file>

<file path=ppt/slides/_rels/slide37.xml.rels>&#65279;<?xml version="1.0" encoding="utf-8"?><Relationships xmlns="http://schemas.openxmlformats.org/package/2006/relationships"><Relationship Type="http://schemas.openxmlformats.org/officeDocument/2006/relationships/slideLayout" Target="/ppt/slideLayouts/slideLayout4.xml" Id="R5ae7b00dc9544a7f" /><Relationship Type="http://schemas.openxmlformats.org/officeDocument/2006/relationships/notesSlide" Target="/ppt/notesSlides/notesSlide37.xml" Id="R9f2da564c7014314" /></Relationships>
</file>

<file path=ppt/slides/_rels/slide38.xml.rels>&#65279;<?xml version="1.0" encoding="utf-8"?><Relationships xmlns="http://schemas.openxmlformats.org/package/2006/relationships"><Relationship Type="http://schemas.openxmlformats.org/officeDocument/2006/relationships/slideLayout" Target="/ppt/slideLayouts/slideLayout3.xml" Id="R2577a612ec314654" /><Relationship Type="http://schemas.openxmlformats.org/officeDocument/2006/relationships/notesSlide" Target="/ppt/notesSlides/notesSlide38.xml" Id="R1127635acd3c43f1" /></Relationships>
</file>

<file path=ppt/slides/_rels/slide39.xml.rels>&#65279;<?xml version="1.0" encoding="utf-8"?><Relationships xmlns="http://schemas.openxmlformats.org/package/2006/relationships"><Relationship Type="http://schemas.openxmlformats.org/officeDocument/2006/relationships/slideLayout" Target="/ppt/slideLayouts/slideLayout9.xml" Id="Red84d91ba5b744c6" /><Relationship Type="http://schemas.openxmlformats.org/officeDocument/2006/relationships/notesSlide" Target="/ppt/notesSlides/notesSlide39.xml" Id="R556c0d85f9e94050" /></Relationships>
</file>

<file path=ppt/slides/_rels/slide40.xml.rels>&#65279;<?xml version="1.0" encoding="utf-8"?><Relationships xmlns="http://schemas.openxmlformats.org/package/2006/relationships"><Relationship Type="http://schemas.openxmlformats.org/officeDocument/2006/relationships/slideLayout" Target="/ppt/slideLayouts/slideLayout4.xml" Id="R7aa925a0c5a74861" /><Relationship Type="http://schemas.openxmlformats.org/officeDocument/2006/relationships/notesSlide" Target="/ppt/notesSlides/notesSlide40.xml" Id="R2d1558fb45304e6a" /></Relationships>
</file>

<file path=ppt/slides/_rels/slide41.xml.rels>&#65279;<?xml version="1.0" encoding="utf-8"?><Relationships xmlns="http://schemas.openxmlformats.org/package/2006/relationships"><Relationship Type="http://schemas.openxmlformats.org/officeDocument/2006/relationships/slideLayout" Target="/ppt/slideLayouts/slideLayout6.xml" Id="Rc3471c5be5bc4e77" /><Relationship Type="http://schemas.openxmlformats.org/officeDocument/2006/relationships/notesSlide" Target="/ppt/notesSlides/notesSlide41.xml" Id="Rd7cc35ab2c31496a" /></Relationships>
</file>

<file path=ppt/slides/_rels/slide42.xml.rels>&#65279;<?xml version="1.0" encoding="utf-8"?><Relationships xmlns="http://schemas.openxmlformats.org/package/2006/relationships"><Relationship Type="http://schemas.openxmlformats.org/officeDocument/2006/relationships/slideLayout" Target="/ppt/slideLayouts/slideLayout5.xml" Id="Rad5c48f7628c4e94" /><Relationship Type="http://schemas.openxmlformats.org/officeDocument/2006/relationships/notesSlide" Target="/ppt/notesSlides/notesSlide42.xml" Id="R8a4b22700d564a32" /></Relationships>
</file>

<file path=ppt/slides/_rels/slide43.xml.rels>&#65279;<?xml version="1.0" encoding="utf-8"?><Relationships xmlns="http://schemas.openxmlformats.org/package/2006/relationships"><Relationship Type="http://schemas.openxmlformats.org/officeDocument/2006/relationships/slideLayout" Target="/ppt/slideLayouts/slideLayout7.xml" Id="Rd36275f403ab48c6" /><Relationship Type="http://schemas.openxmlformats.org/officeDocument/2006/relationships/notesSlide" Target="/ppt/notesSlides/notesSlide43.xml" Id="R8b315ccf6cd44ee8" /></Relationships>
</file>

<file path=ppt/slides/_rels/slide44.xml.rels>&#65279;<?xml version="1.0" encoding="utf-8"?><Relationships xmlns="http://schemas.openxmlformats.org/package/2006/relationships"><Relationship Type="http://schemas.openxmlformats.org/officeDocument/2006/relationships/slideLayout" Target="/ppt/slideLayouts/slideLayout9.xml" Id="Rdaf1d4e72ccc42c3" /><Relationship Type="http://schemas.openxmlformats.org/officeDocument/2006/relationships/notesSlide" Target="/ppt/notesSlides/notesSlide44.xml" Id="R0c851490802444ac" /></Relationships>
</file>

<file path=ppt/slides/_rels/slide45.xml.rels>&#65279;<?xml version="1.0" encoding="utf-8"?><Relationships xmlns="http://schemas.openxmlformats.org/package/2006/relationships"><Relationship Type="http://schemas.openxmlformats.org/officeDocument/2006/relationships/slideLayout" Target="/ppt/slideLayouts/slideLayout4.xml" Id="R11a9cc9866904993" /><Relationship Type="http://schemas.openxmlformats.org/officeDocument/2006/relationships/notesSlide" Target="/ppt/notesSlides/notesSlide45.xml" Id="R2d65a5682d084482"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82" name="TextBox 1">
            <a:extLst xmlns:a="http://schemas.openxmlformats.org/drawingml/2006/main">
              <a:ext uri="{FF2B5EF4-FFF2-40B4-BE49-F238E27FC236}">
                <a16:creationId xmlns:a16="http://schemas.microsoft.com/office/drawing/2014/main" id="{40E24F3F-930E-450B-9088-FADFB0C07F64}"/>
              </a:ext>
            </a:extLst>
          </p:cNvPr>
          <p:cNvSpPr>
            <a:spLocks xmlns:a="http://schemas.openxmlformats.org/drawingml/2006/main" noGrp="1"/>
          </p:cNvSpPr>
          <p:nvPr/>
        </p:nvSpPr>
        <p:spPr>
          <a:xfrm xmlns:a="http://schemas.openxmlformats.org/drawingml/2006/main">
            <a:off x="960120" y="914400"/>
            <a:ext cx="10286640" cy="10512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algn="ctr" defTabSz="914400">
              <a:lnSpc>
                <a:spcPct val="95000"/>
              </a:lnSpc>
              <a:buNone/>
            </a:pPr>
            <a:r>
              <a:rPr sz="2900" b="1" u="none" strike="noStrike">
                <a:solidFill>
                  <a:srgbClr val="E81F26"/>
                </a:solidFill>
                <a:latin typeface="Times New Roman"/>
                <a:ea typeface="Times New Roman"/>
                <a:cs typeface="Times New Roman"/>
              </a:rPr>
              <a:t>PHÂN LOẠI ỨNG VIÊN HÀNH TINH NGOẠI</a:t>
            </a:r>
            <a:endParaRPr sz="2900" b="0" u="none" strike="noStrike">
              <a:solidFill>
                <a:srgbClr val="000000"/>
              </a:solidFill>
              <a:latin typeface="Times New Roman"/>
              <a:ea typeface="Times New Roman"/>
              <a:cs typeface="Times New Roman"/>
            </a:endParaRPr>
          </a:p>
          <a:p xmlns:a="http://schemas.openxmlformats.org/drawingml/2006/main">
            <a:pPr algn="ctr" defTabSz="914400">
              <a:lnSpc>
                <a:spcPct val="95000"/>
              </a:lnSpc>
              <a:buNone/>
            </a:pPr>
            <a:r>
              <a:rPr sz="2900" b="1" u="none" strike="noStrike">
                <a:solidFill>
                  <a:srgbClr val="E81F26"/>
                </a:solidFill>
                <a:latin typeface="Times New Roman"/>
                <a:ea typeface="Times New Roman"/>
                <a:cs typeface="Times New Roman"/>
              </a:rPr>
              <a:t>TRÊN DỮ LIỆU THIÊN VĂN</a:t>
            </a:r>
            <a:endParaRPr sz="2900" b="0" u="none" strike="noStrike">
              <a:solidFill>
                <a:srgbClr val="000000"/>
              </a:solidFill>
              <a:latin typeface="Times New Roman"/>
              <a:ea typeface="Times New Roman"/>
              <a:cs typeface="Times New Roman"/>
            </a:endParaRPr>
          </a:p>
        </p:txBody>
      </p:sp>
      <p:sp>
        <p:nvSpPr>
          <p:cNvPr id="83" name="TextBox 2">
            <a:extLst xmlns:a="http://schemas.openxmlformats.org/drawingml/2006/main">
              <a:ext uri="{FF2B5EF4-FFF2-40B4-BE49-F238E27FC236}">
                <a16:creationId xmlns:a16="http://schemas.microsoft.com/office/drawing/2014/main" id="{D12C060C-CE51-4B52-BD07-95AFDAB303B1}"/>
              </a:ext>
            </a:extLst>
          </p:cNvPr>
          <p:cNvSpPr>
            <a:spLocks xmlns:a="http://schemas.openxmlformats.org/drawingml/2006/main" noGrp="1"/>
          </p:cNvSpPr>
          <p:nvPr/>
        </p:nvSpPr>
        <p:spPr>
          <a:xfrm xmlns:a="http://schemas.openxmlformats.org/drawingml/2006/main">
            <a:off x="1051560" y="2121480"/>
            <a:ext cx="10103760" cy="56664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algn="ctr" defTabSz="914400">
              <a:lnSpc>
                <a:spcPct val="100000"/>
              </a:lnSpc>
              <a:buNone/>
            </a:pPr>
            <a:r>
              <a:rPr sz="2200" b="1" u="none" strike="noStrike">
                <a:solidFill>
                  <a:srgbClr val="044F9E"/>
                </a:solidFill>
                <a:latin typeface="Times New Roman"/>
                <a:ea typeface="Times New Roman"/>
                <a:cs typeface="Times New Roman"/>
              </a:rPr>
              <a:t>So sánh Pandas + Scikit-learn và Apache Spark MLlib</a:t>
            </a:r>
            <a:endParaRPr sz="2200" b="0" u="none" strike="noStrike">
              <a:solidFill>
                <a:srgbClr val="000000"/>
              </a:solidFill>
              <a:latin typeface="Times New Roman"/>
              <a:ea typeface="Times New Roman"/>
              <a:cs typeface="Times New Roman"/>
            </a:endParaRPr>
          </a:p>
        </p:txBody>
      </p:sp>
      <p:sp>
        <p:nvSpPr>
          <p:cNvPr id="84" name="TextBox 3">
            <a:extLst xmlns:a="http://schemas.openxmlformats.org/drawingml/2006/main">
              <a:ext uri="{FF2B5EF4-FFF2-40B4-BE49-F238E27FC236}">
                <a16:creationId xmlns:a16="http://schemas.microsoft.com/office/drawing/2014/main" id="{97B42836-272C-4588-AEF9-71305FA59653}"/>
              </a:ext>
            </a:extLst>
          </p:cNvPr>
          <p:cNvSpPr>
            <a:spLocks xmlns:a="http://schemas.openxmlformats.org/drawingml/2006/main" noGrp="1"/>
          </p:cNvSpPr>
          <p:nvPr/>
        </p:nvSpPr>
        <p:spPr>
          <a:xfrm xmlns:a="http://schemas.openxmlformats.org/drawingml/2006/main">
            <a:off x="1920240" y="2834640"/>
            <a:ext cx="8320680" cy="4021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algn="ctr" defTabSz="914400">
              <a:lnSpc>
                <a:spcPct val="100000"/>
              </a:lnSpc>
              <a:buNone/>
            </a:pPr>
            <a:r>
              <a:rPr sz="2200" b="1" u="none" strike="noStrike">
                <a:solidFill>
                  <a:srgbClr val="18324B"/>
                </a:solidFill>
                <a:latin typeface="Times New Roman"/>
                <a:ea typeface="Times New Roman"/>
                <a:cs typeface="Times New Roman"/>
              </a:rPr>
              <a:t>ĐỒ ÁN MÔN BIG DATA</a:t>
            </a:r>
            <a:endParaRPr sz="2200" b="0" u="none" strike="noStrike">
              <a:solidFill>
                <a:srgbClr val="000000"/>
              </a:solidFill>
              <a:latin typeface="Times New Roman"/>
              <a:ea typeface="Times New Roman"/>
              <a:cs typeface="Times New Roman"/>
            </a:endParaRPr>
          </a:p>
        </p:txBody>
      </p:sp>
      <p:sp>
        <p:nvSpPr>
          <p:cNvPr id="85" name="TextBox 4">
            <a:extLst xmlns:a="http://schemas.openxmlformats.org/drawingml/2006/main">
              <a:ext uri="{FF2B5EF4-FFF2-40B4-BE49-F238E27FC236}">
                <a16:creationId xmlns:a16="http://schemas.microsoft.com/office/drawing/2014/main" id="{F8F6EBD2-D880-46EF-A190-E52161790752}"/>
              </a:ext>
            </a:extLst>
          </p:cNvPr>
          <p:cNvSpPr>
            <a:spLocks xmlns:a="http://schemas.openxmlformats.org/drawingml/2006/main" noGrp="1"/>
          </p:cNvSpPr>
          <p:nvPr/>
        </p:nvSpPr>
        <p:spPr>
          <a:xfrm xmlns:a="http://schemas.openxmlformats.org/drawingml/2006/main">
            <a:off x="1828800" y="3601001"/>
            <a:ext cx="8549280" cy="314078"/>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algn="ctr" defTabSz="914400">
              <a:lnSpc>
                <a:spcPct val="100000"/>
              </a:lnSpc>
              <a:buNone/>
            </a:pPr>
            <a:r>
              <a:rPr sz="1800" b="0" u="none" strike="noStrike">
                <a:solidFill>
                  <a:srgbClr val="18324B"/>
                </a:solidFill>
                <a:latin typeface="Times New Roman"/>
                <a:ea typeface="Times New Roman"/>
                <a:cs typeface="Times New Roman"/>
              </a:rPr>
              <a:t>Nhóm: </a:t>
            </a:r>
            <a:r>
              <a:rPr sz="1800" b="0" u="none" strike="noStrike">
                <a:solidFill>
                  <a:srgbClr val="18324B"/>
                </a:solidFill>
                <a:latin typeface="Times New Roman"/>
                <a:ea typeface="Times New Roman"/>
                <a:cs typeface="Times New Roman"/>
              </a:rPr>
              <a:t>2</a:t>
            </a:r>
            <a:endParaRPr sz="1800" b="0" u="none" strike="noStrike">
              <a:solidFill>
                <a:srgbClr val="000000"/>
              </a:solidFill>
              <a:latin typeface="Times New Roman"/>
              <a:ea typeface="Times New Roman"/>
              <a:cs typeface="Times New Roman"/>
            </a:endParaRPr>
          </a:p>
        </p:txBody>
      </p:sp>
      <p:sp>
        <p:nvSpPr>
          <p:cNvPr id="87" name="TextBox 6">
            <a:extLst xmlns:a="http://schemas.openxmlformats.org/drawingml/2006/main">
              <a:ext uri="{FF2B5EF4-FFF2-40B4-BE49-F238E27FC236}">
                <a16:creationId xmlns:a16="http://schemas.microsoft.com/office/drawing/2014/main" id="{5B71DED0-FD05-4B44-9564-98AC1233DB7E}"/>
              </a:ext>
            </a:extLst>
          </p:cNvPr>
          <p:cNvSpPr>
            <a:spLocks xmlns:a="http://schemas.openxmlformats.org/drawingml/2006/main" noGrp="1"/>
          </p:cNvSpPr>
          <p:nvPr/>
        </p:nvSpPr>
        <p:spPr>
          <a:xfrm xmlns:a="http://schemas.openxmlformats.org/drawingml/2006/main">
            <a:off x="11384280" y="6492240"/>
            <a:ext cx="438480" cy="2743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spAutoFit/>
          </a:bodyPr>
          <a:lstStyle xmlns:a="http://schemas.openxmlformats.org/drawingml/2006/main"/>
          <a:p xmlns:a="http://schemas.openxmlformats.org/drawingml/2006/main">
            <a:pPr algn="r" defTabSz="914400">
              <a:lnSpc>
                <a:spcPct val="100000"/>
              </a:lnSpc>
              <a:buNone/>
            </a:pPr>
            <a:r>
              <a:rPr sz="1800" b="1" u="none" strike="noStrike">
                <a:solidFill>
                  <a:srgbClr val="044F9E"/>
                </a:solidFill>
                <a:latin typeface="Times New Roman"/>
                <a:ea typeface="Times New Roman"/>
                <a:cs typeface="Times New Roman"/>
              </a:rPr>
              <a:t>1</a:t>
            </a:r>
            <a:endParaRPr sz="1800" b="0" u="none" strike="noStrike">
              <a:solidFill>
                <a:srgbClr val="000000"/>
              </a:solidFill>
              <a:latin typeface="Times New Roman"/>
              <a:ea typeface="Times New Roman"/>
              <a:cs typeface="Times New Roman"/>
            </a:endParaRPr>
          </a:p>
        </p:txBody>
      </p:sp>
    </p:spTree>
    <p:extLst>
      <p:ext uri="{BB962C8B-B14F-4D97-AF65-F5344CB8AC3E}">
        <p14:creationId xmlns:p14="http://schemas.microsoft.com/office/powerpoint/2010/main" val="687803795"/>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90" name="TextBox 3">
            <a:extLst xmlns:a="http://schemas.openxmlformats.org/drawingml/2006/main">
              <a:ext uri="{FF2B5EF4-FFF2-40B4-BE49-F238E27FC236}">
                <a16:creationId xmlns:a16="http://schemas.microsoft.com/office/drawing/2014/main" id="{732A81BC-3E65-4848-AD6E-7FFCF98CBE77}"/>
              </a:ext>
            </a:extLst>
          </p:cNvPr>
          <p:cNvSpPr>
            <a:spLocks xmlns:a="http://schemas.openxmlformats.org/drawingml/2006/main" noGrp="1"/>
          </p:cNvSpPr>
          <p:nvPr/>
        </p:nvSpPr>
        <p:spPr>
          <a:xfrm xmlns:a="http://schemas.openxmlformats.org/drawingml/2006/main">
            <a:off x="713160" y="603360"/>
            <a:ext cx="10881000" cy="6030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defTabSz="914400">
              <a:lnSpc>
                <a:spcPct val="100000"/>
              </a:lnSpc>
              <a:buNone/>
            </a:pPr>
            <a:r>
              <a:rPr sz="2900" b="1" u="none" strike="noStrike">
                <a:solidFill>
                  <a:srgbClr val="044F9E"/>
                </a:solidFill>
                <a:latin typeface="Times New Roman"/>
                <a:ea typeface="Times New Roman"/>
                <a:cs typeface="Times New Roman"/>
              </a:rPr>
              <a:t>Thông tin nhóm và phân công</a:t>
            </a:r>
            <a:endParaRPr sz="2900" b="0" u="none" strike="noStrike">
              <a:solidFill>
                <a:srgbClr val="000000"/>
              </a:solidFill>
              <a:latin typeface="Times New Roman"/>
              <a:ea typeface="Times New Roman"/>
              <a:cs typeface="Times New Roman"/>
            </a:endParaRPr>
          </a:p>
        </p:txBody>
      </p:sp>
      <p:sp>
        <p:nvSpPr>
          <p:cNvPr id="91" name="Rectangle 4">
            <a:extLst xmlns:a="http://schemas.openxmlformats.org/drawingml/2006/main">
              <a:ext uri="{FF2B5EF4-FFF2-40B4-BE49-F238E27FC236}">
                <a16:creationId xmlns:a16="http://schemas.microsoft.com/office/drawing/2014/main" id="{C9F0C845-39C0-4B1E-B858-FBC5BBE1F53D}"/>
              </a:ext>
            </a:extLst>
          </p:cNvPr>
          <p:cNvSpPr>
            <a:spLocks xmlns:a="http://schemas.openxmlformats.org/drawingml/2006/main" noGrp="1"/>
          </p:cNvSpPr>
          <p:nvPr/>
        </p:nvSpPr>
        <p:spPr>
          <a:xfrm xmlns:a="http://schemas.openxmlformats.org/drawingml/2006/main">
            <a:off x="731520" y="1243440"/>
            <a:ext cx="822600" cy="5004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5400" rIns="90000" bIns="54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92" name="TextBox 5">
            <a:extLst xmlns:a="http://schemas.openxmlformats.org/drawingml/2006/main">
              <a:ext uri="{FF2B5EF4-FFF2-40B4-BE49-F238E27FC236}">
                <a16:creationId xmlns:a16="http://schemas.microsoft.com/office/drawing/2014/main" id="{7D570BF6-9EF7-4338-BA6E-5D07B9032844}"/>
              </a:ext>
            </a:extLst>
          </p:cNvPr>
          <p:cNvSpPr>
            <a:spLocks xmlns:a="http://schemas.openxmlformats.org/drawingml/2006/main" noGrp="1"/>
          </p:cNvSpPr>
          <p:nvPr/>
        </p:nvSpPr>
        <p:spPr>
          <a:xfrm xmlns:a="http://schemas.openxmlformats.org/drawingml/2006/main">
            <a:off x="11384280" y="6492240"/>
            <a:ext cx="438480" cy="2743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spAutoFit/>
          </a:bodyPr>
          <a:lstStyle xmlns:a="http://schemas.openxmlformats.org/drawingml/2006/main"/>
          <a:p xmlns:a="http://schemas.openxmlformats.org/drawingml/2006/main">
            <a:pPr algn="r" defTabSz="914400">
              <a:lnSpc>
                <a:spcPct val="100000"/>
              </a:lnSpc>
              <a:buNone/>
            </a:pPr>
            <a:r>
              <a:rPr sz="1800" b="1" u="none" strike="noStrike">
                <a:solidFill>
                  <a:srgbClr val="044F9E"/>
                </a:solidFill>
                <a:latin typeface="Times New Roman"/>
                <a:ea typeface="Times New Roman"/>
                <a:cs typeface="Times New Roman"/>
              </a:rPr>
              <a:t>2</a:t>
            </a:r>
            <a:endParaRPr sz="1800" b="0" u="none" strike="noStrike">
              <a:solidFill>
                <a:srgbClr val="000000"/>
              </a:solidFill>
              <a:latin typeface="Times New Roman"/>
              <a:ea typeface="Times New Roman"/>
              <a:cs typeface="Times New Roman"/>
            </a:endParaRPr>
          </a:p>
        </p:txBody>
      </p:sp>
      <p:graphicFrame>
        <p:nvGraphicFramePr>
          <p:cNvPr id="93" name="Table 6">
            <a:extLst xmlns:a="http://schemas.openxmlformats.org/drawingml/2006/main">
              <a:ext uri="{FF2B5EF4-FFF2-40B4-BE49-F238E27FC236}">
                <a16:creationId xmlns:a16="http://schemas.microsoft.com/office/drawing/2014/main" id="{92A69D30-EA23-445C-97AA-33B979D61116}"/>
              </a:ext>
            </a:extLst>
          </p:cNvPr>
          <p:cNvGraphicFramePr/>
          <p:nvPr/>
        </p:nvGraphicFramePr>
        <p:xfrm>
          <a:off xmlns:a="http://schemas.openxmlformats.org/drawingml/2006/main" x="777240" y="1627560"/>
          <a:ext xmlns:a="http://schemas.openxmlformats.org/drawingml/2006/main" cx="10652760" cy="4095720"/>
        </p:xfrm>
        <a:graphic xmlns:a="http://schemas.openxmlformats.org/drawingml/2006/main">
          <a:graphicData uri="http://schemas.openxmlformats.org/drawingml/2006/table">
            <a:tbl>
              <a:tblPr/>
              <a:tblGrid>
                <a:gridCol w="731520"/>
                <a:gridCol w="3291840"/>
                <a:gridCol w="1920240"/>
                <a:gridCol w="4709160"/>
              </a:tblGrid>
              <a:tr h="621720">
                <a:tc>
                  <a:txBody>
                    <a:bodyPr/>
                    <a:lstStyle/>
                    <a:p>
                      <a:pPr algn="ctr" defTabSz="914400">
                        <a:lnSpc>
                          <a:spcPct val="100000"/>
                        </a:lnSpc>
                        <a:buNone/>
                      </a:pPr>
                      <a:r>
                        <a:rPr sz="2400" b="1" u="none" strike="noStrike">
                          <a:solidFill>
                            <a:srgbClr val="FFFFFF"/>
                          </a:solidFill>
                          <a:latin typeface="Times New Roman"/>
                          <a:ea typeface="Times New Roman"/>
                          <a:cs typeface="Times New Roman"/>
                        </a:rPr>
                        <a:t>STT</a:t>
                      </a:r>
                      <a:endParaRPr sz="2400" b="0" u="none" strike="noStrike">
                        <a:solidFill>
                          <a:srgbClr val="FFFFFF"/>
                        </a:solidFill>
                        <a:latin typeface="Times New Roman"/>
                        <a:ea typeface="Times New Roman"/>
                        <a:cs typeface="Times New Roman"/>
                      </a:endParaRP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44F9E"/>
                    </a:solidFill>
                  </a:tcPr>
                </a:tc>
                <a:tc>
                  <a:txBody>
                    <a:bodyPr/>
                    <a:lstStyle/>
                    <a:p>
                      <a:pPr algn="ctr" defTabSz="914400">
                        <a:lnSpc>
                          <a:spcPct val="100000"/>
                        </a:lnSpc>
                        <a:buNone/>
                      </a:pPr>
                      <a:r>
                        <a:rPr sz="2400" b="1" u="none" strike="noStrike">
                          <a:solidFill>
                            <a:srgbClr val="FFFFFF"/>
                          </a:solidFill>
                          <a:latin typeface="Times New Roman"/>
                          <a:ea typeface="Times New Roman"/>
                          <a:cs typeface="Times New Roman"/>
                        </a:rPr>
                        <a:t>Thành viên</a:t>
                      </a:r>
                      <a:endParaRPr sz="2400" b="0" u="none" strike="noStrike">
                        <a:solidFill>
                          <a:srgbClr val="FFFFFF"/>
                        </a:solidFill>
                        <a:latin typeface="Times New Roman"/>
                        <a:ea typeface="Times New Roman"/>
                        <a:cs typeface="Times New Roman"/>
                      </a:endParaRP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44F9E"/>
                    </a:solidFill>
                  </a:tcPr>
                </a:tc>
                <a:tc>
                  <a:txBody>
                    <a:bodyPr/>
                    <a:lstStyle/>
                    <a:p>
                      <a:pPr algn="ctr" defTabSz="914400">
                        <a:lnSpc>
                          <a:spcPct val="100000"/>
                        </a:lnSpc>
                        <a:buNone/>
                      </a:pPr>
                      <a:r>
                        <a:rPr sz="2400" b="1" u="none" strike="noStrike">
                          <a:solidFill>
                            <a:srgbClr val="FFFFFF"/>
                          </a:solidFill>
                          <a:latin typeface="Times New Roman"/>
                          <a:ea typeface="Times New Roman"/>
                          <a:cs typeface="Times New Roman"/>
                        </a:rPr>
                        <a:t>MSSV</a:t>
                      </a:r>
                      <a:endParaRPr sz="2400" b="0" u="none" strike="noStrike">
                        <a:solidFill>
                          <a:srgbClr val="FFFFFF"/>
                        </a:solidFill>
                        <a:latin typeface="Times New Roman"/>
                        <a:ea typeface="Times New Roman"/>
                        <a:cs typeface="Times New Roman"/>
                      </a:endParaRP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44F9E"/>
                    </a:solidFill>
                  </a:tcPr>
                </a:tc>
                <a:tc>
                  <a:txBody>
                    <a:bodyPr/>
                    <a:lstStyle/>
                    <a:p>
                      <a:pPr algn="ctr" defTabSz="914400">
                        <a:lnSpc>
                          <a:spcPct val="100000"/>
                        </a:lnSpc>
                        <a:buNone/>
                      </a:pPr>
                      <a:r>
                        <a:rPr sz="2400" b="1" u="none" strike="noStrike">
                          <a:solidFill>
                            <a:srgbClr val="FFFFFF"/>
                          </a:solidFill>
                          <a:latin typeface="Times New Roman"/>
                          <a:ea typeface="Times New Roman"/>
                          <a:cs typeface="Times New Roman"/>
                        </a:rPr>
                        <a:t>Nhiệm vụ chính</a:t>
                      </a:r>
                      <a:endParaRPr sz="2400" b="0" u="none" strike="noStrike">
                        <a:solidFill>
                          <a:srgbClr val="FFFFFF"/>
                        </a:solidFill>
                        <a:latin typeface="Times New Roman"/>
                        <a:ea typeface="Times New Roman"/>
                        <a:cs typeface="Times New Roman"/>
                      </a:endParaRP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44F9E"/>
                    </a:solidFill>
                  </a:tcPr>
                </a:tc>
              </a:tr>
              <a:tr h="694800">
                <a:tc>
                  <a:txBody>
                    <a:bodyPr/>
                    <a:lstStyle/>
                    <a:p>
                      <a:pPr algn="ctr" defTabSz="914400">
                        <a:lnSpc>
                          <a:spcPct val="100000"/>
                        </a:lnSpc>
                        <a:buNone/>
                      </a:pPr>
                      <a:r>
                        <a:rPr sz="2000" b="0" u="none" strike="noStrike">
                          <a:solidFill>
                            <a:srgbClr val="18324B"/>
                          </a:solidFill>
                          <a:latin typeface="Times New Roman"/>
                          <a:ea typeface="Times New Roman"/>
                          <a:cs typeface="Times New Roman"/>
                        </a:rPr>
                        <a:t>1</a:t>
                      </a:r>
                      <a:endParaRPr sz="2000" b="0" u="none" strike="noStrike">
                        <a:solidFill>
                          <a:srgbClr val="000000"/>
                        </a:solidFill>
                        <a:latin typeface="Times New Roman"/>
                        <a:ea typeface="Times New Roman"/>
                        <a:cs typeface="Times New Roman"/>
                      </a:endParaRP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4F8FC"/>
                    </a:solidFill>
                  </a:tcPr>
                </a:tc>
                <a:tc>
                  <a:txBody>
                    <a:bodyPr/>
                    <a:lstStyle/>
                    <a:p>
                      <a:pPr defTabSz="914400">
                        <a:lnSpc>
                          <a:spcPct val="100000"/>
                        </a:lnSpc>
                        <a:buNone/>
                      </a:pPr>
                      <a:r>
                        <a:rPr sz="2000" b="0" u="none" strike="noStrike">
                          <a:solidFill>
                            <a:srgbClr val="000000"/>
                          </a:solidFill>
                          <a:latin typeface="Times New Roman"/>
                          <a:ea typeface="Times New Roman"/>
                          <a:cs typeface="Times New Roman"/>
                        </a:rPr>
                        <a:t>Nguyễn Hoàng Lộc</a:t>
                      </a: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4F8FC"/>
                    </a:solidFill>
                  </a:tcPr>
                </a:tc>
                <a:tc>
                  <a:txBody>
                    <a:bodyPr/>
                    <a:lstStyle/>
                    <a:p>
                      <a:pPr defTabSz="914400">
                        <a:lnSpc>
                          <a:spcPct val="100000"/>
                        </a:lnSpc>
                        <a:buNone/>
                      </a:pPr>
                      <a:r>
                        <a:rPr sz="2000" b="0" u="none" strike="noStrike">
                          <a:solidFill>
                            <a:srgbClr val="18324B"/>
                          </a:solidFill>
                          <a:latin typeface="Times New Roman"/>
                          <a:ea typeface="Times New Roman"/>
                          <a:cs typeface="Times New Roman"/>
                        </a:rPr>
                        <a:t>2001230474</a:t>
                      </a:r>
                      <a:endParaRPr sz="2000" b="0" u="none" strike="noStrike">
                        <a:solidFill>
                          <a:srgbClr val="000000"/>
                        </a:solidFill>
                        <a:latin typeface="Times New Roman"/>
                        <a:ea typeface="Times New Roman"/>
                        <a:cs typeface="Times New Roman"/>
                      </a:endParaRP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4F8FC"/>
                    </a:solidFill>
                  </a:tcPr>
                </a:tc>
                <a:tc>
                  <a:txBody>
                    <a:bodyPr/>
                    <a:lstStyle/>
                    <a:p>
                      <a:pPr defTabSz="914400">
                        <a:lnSpc>
                          <a:spcPct val="100000"/>
                        </a:lnSpc>
                        <a:buNone/>
                      </a:pPr>
                      <a:endParaRPr sz="1800" b="0" u="none" strike="noStrike">
                        <a:solidFill>
                          <a:srgbClr val="000000"/>
                        </a:solidFill>
                        <a:latin typeface="Times New Roman"/>
                        <a:ea typeface="Times New Roman"/>
                        <a:cs typeface="Times New Roman"/>
                      </a:endParaRP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4F8FC"/>
                    </a:solidFill>
                  </a:tcPr>
                </a:tc>
              </a:tr>
              <a:tr h="694800">
                <a:tc>
                  <a:txBody>
                    <a:bodyPr/>
                    <a:lstStyle/>
                    <a:p>
                      <a:pPr algn="ctr" defTabSz="914400">
                        <a:lnSpc>
                          <a:spcPct val="100000"/>
                        </a:lnSpc>
                        <a:buNone/>
                      </a:pPr>
                      <a:r>
                        <a:rPr sz="2000" b="0" u="none" strike="noStrike">
                          <a:solidFill>
                            <a:srgbClr val="18324B"/>
                          </a:solidFill>
                          <a:latin typeface="Times New Roman"/>
                          <a:ea typeface="Times New Roman"/>
                          <a:cs typeface="Times New Roman"/>
                        </a:rPr>
                        <a:t>2</a:t>
                      </a:r>
                      <a:endParaRPr sz="2000" b="0" u="none" strike="noStrike">
                        <a:solidFill>
                          <a:srgbClr val="000000"/>
                        </a:solidFill>
                        <a:latin typeface="Times New Roman"/>
                        <a:ea typeface="Times New Roman"/>
                        <a:cs typeface="Times New Roman"/>
                      </a:endParaRP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lstStyle/>
                    <a:p>
                      <a:pPr defTabSz="914400">
                        <a:lnSpc>
                          <a:spcPct val="100000"/>
                        </a:lnSpc>
                        <a:buNone/>
                      </a:pPr>
                      <a:r>
                        <a:rPr sz="2000" b="0" u="none" strike="noStrike">
                          <a:solidFill>
                            <a:srgbClr val="000000"/>
                          </a:solidFill>
                          <a:latin typeface="Times New Roman"/>
                          <a:ea typeface="Times New Roman"/>
                          <a:cs typeface="Times New Roman"/>
                        </a:rPr>
                        <a:t>Nguyễn Quốc Trọng</a:t>
                      </a: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lstStyle/>
                    <a:p>
                      <a:pPr defTabSz="914400">
                        <a:lnSpc>
                          <a:spcPct val="100000"/>
                        </a:lnSpc>
                        <a:buNone/>
                      </a:pPr>
                      <a:r>
                        <a:rPr sz="2000" b="0" u="none" strike="noStrike">
                          <a:solidFill>
                            <a:srgbClr val="18324B"/>
                          </a:solidFill>
                          <a:latin typeface="Times New Roman"/>
                          <a:ea typeface="Times New Roman"/>
                          <a:cs typeface="Times New Roman"/>
                        </a:rPr>
                        <a:t>2001230988</a:t>
                      </a:r>
                      <a:endParaRPr sz="2000" b="0" u="none" strike="noStrike">
                        <a:solidFill>
                          <a:srgbClr val="000000"/>
                        </a:solidFill>
                        <a:latin typeface="Times New Roman"/>
                        <a:ea typeface="Times New Roman"/>
                        <a:cs typeface="Times New Roman"/>
                      </a:endParaRP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lstStyle/>
                    <a:p>
                      <a:pPr defTabSz="914400">
                        <a:lnSpc>
                          <a:spcPct val="100000"/>
                        </a:lnSpc>
                        <a:buNone/>
                      </a:pPr>
                      <a:endParaRPr sz="1800" b="0" u="none" strike="noStrike">
                        <a:solidFill>
                          <a:srgbClr val="000000"/>
                        </a:solidFill>
                        <a:latin typeface="Times New Roman"/>
                        <a:ea typeface="Times New Roman"/>
                        <a:cs typeface="Times New Roman"/>
                      </a:endParaRP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694800">
                <a:tc>
                  <a:txBody>
                    <a:bodyPr/>
                    <a:lstStyle/>
                    <a:p>
                      <a:pPr algn="ctr" defTabSz="914400">
                        <a:lnSpc>
                          <a:spcPct val="100000"/>
                        </a:lnSpc>
                        <a:buNone/>
                      </a:pPr>
                      <a:r>
                        <a:rPr sz="2000" b="0" u="none" strike="noStrike">
                          <a:solidFill>
                            <a:srgbClr val="18324B"/>
                          </a:solidFill>
                          <a:latin typeface="Times New Roman"/>
                          <a:ea typeface="Times New Roman"/>
                          <a:cs typeface="Times New Roman"/>
                        </a:rPr>
                        <a:t>3</a:t>
                      </a:r>
                      <a:endParaRPr sz="2000" b="0" u="none" strike="noStrike">
                        <a:solidFill>
                          <a:srgbClr val="000000"/>
                        </a:solidFill>
                        <a:latin typeface="Times New Roman"/>
                        <a:ea typeface="Times New Roman"/>
                        <a:cs typeface="Times New Roman"/>
                      </a:endParaRP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4F8FC"/>
                    </a:solidFill>
                  </a:tcPr>
                </a:tc>
                <a:tc>
                  <a:txBody>
                    <a:bodyPr/>
                    <a:lstStyle/>
                    <a:p>
                      <a:pPr defTabSz="914400">
                        <a:lnSpc>
                          <a:spcPct val="100000"/>
                        </a:lnSpc>
                        <a:buNone/>
                      </a:pPr>
                      <a:r>
                        <a:rPr sz="2000" b="0" u="none" strike="noStrike">
                          <a:solidFill>
                            <a:srgbClr val="18324B"/>
                          </a:solidFill>
                          <a:latin typeface="Times New Roman"/>
                          <a:ea typeface="Times New Roman"/>
                          <a:cs typeface="Times New Roman"/>
                        </a:rPr>
                        <a:t>Nguyễn Huỳnh Gia Vỹ</a:t>
                      </a:r>
                      <a:endParaRPr sz="2000" b="0" u="none" strike="noStrike">
                        <a:solidFill>
                          <a:srgbClr val="000000"/>
                        </a:solidFill>
                        <a:latin typeface="Times New Roman"/>
                        <a:ea typeface="Times New Roman"/>
                        <a:cs typeface="Times New Roman"/>
                      </a:endParaRP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4F8FC"/>
                    </a:solidFill>
                  </a:tcPr>
                </a:tc>
                <a:tc>
                  <a:txBody>
                    <a:bodyPr/>
                    <a:lstStyle/>
                    <a:p>
                      <a:pPr defTabSz="914400">
                        <a:lnSpc>
                          <a:spcPct val="100000"/>
                        </a:lnSpc>
                        <a:buNone/>
                      </a:pPr>
                      <a:r>
                        <a:rPr sz="2000" b="0" u="none" strike="noStrike">
                          <a:solidFill>
                            <a:srgbClr val="000000"/>
                          </a:solidFill>
                          <a:latin typeface="Times New Roman"/>
                          <a:ea typeface="Times New Roman"/>
                          <a:cs typeface="Times New Roman"/>
                        </a:rPr>
                        <a:t>2001231071</a:t>
                      </a: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4F8FC"/>
                    </a:solidFill>
                  </a:tcPr>
                </a:tc>
                <a:tc>
                  <a:txBody>
                    <a:bodyPr/>
                    <a:lstStyle/>
                    <a:p>
                      <a:pPr defTabSz="914400">
                        <a:lnSpc>
                          <a:spcPct val="100000"/>
                        </a:lnSpc>
                        <a:buNone/>
                      </a:pPr>
                      <a:endParaRPr sz="1800" b="0" u="none" strike="noStrike">
                        <a:solidFill>
                          <a:srgbClr val="000000"/>
                        </a:solidFill>
                        <a:latin typeface="Times New Roman"/>
                        <a:ea typeface="Times New Roman"/>
                        <a:cs typeface="Times New Roman"/>
                      </a:endParaRP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4F8FC"/>
                    </a:solidFill>
                  </a:tcPr>
                </a:tc>
              </a:tr>
              <a:tr h="694800">
                <a:tc>
                  <a:txBody>
                    <a:bodyPr/>
                    <a:lstStyle/>
                    <a:p>
                      <a:pPr algn="ctr" defTabSz="914400">
                        <a:lnSpc>
                          <a:spcPct val="100000"/>
                        </a:lnSpc>
                        <a:buNone/>
                      </a:pPr>
                      <a:r>
                        <a:rPr sz="2000" b="0" u="none" strike="noStrike">
                          <a:solidFill>
                            <a:srgbClr val="000000"/>
                          </a:solidFill>
                          <a:latin typeface="Times New Roman"/>
                          <a:ea typeface="Times New Roman"/>
                          <a:cs typeface="Times New Roman"/>
                        </a:rPr>
                        <a:t>4</a:t>
                      </a:r>
                    </a:p>
                  </a:txBody>
                  <a:tcPr marL="73080" marR="73080" marT="45720" marB="45720">
                    <a:lnL w="12240">
                      <a:solidFill>
                        <a:srgbClr val="FFFFFF"/>
                      </a:solidFill>
                      <a:prstDash val="solid"/>
                    </a:lnL>
                    <a:lnR w="12240" cmpd="sng">
                      <a:solidFill>
                        <a:srgbClr val="FFFFFF"/>
                      </a:solidFill>
                      <a:prstDash val="solid"/>
                    </a:lnR>
                    <a:lnT w="12240" cmpd="sng">
                      <a:solidFill>
                        <a:srgbClr val="FFFFFF"/>
                      </a:solidFill>
                      <a:prstDash val="solid"/>
                    </a:lnT>
                    <a:lnB w="12240">
                      <a:solidFill>
                        <a:srgbClr val="FFFFFF"/>
                      </a:solidFill>
                      <a:prstDash val="solid"/>
                    </a:lnB>
                    <a:solidFill>
                      <a:srgbClr val="F4F8FC"/>
                    </a:solidFill>
                  </a:tcPr>
                </a:tc>
                <a:tc>
                  <a:txBody>
                    <a:bodyPr/>
                    <a:lstStyle/>
                    <a:p>
                      <a:pPr defTabSz="914400">
                        <a:lnSpc>
                          <a:spcPct val="100000"/>
                        </a:lnSpc>
                        <a:buNone/>
                      </a:pPr>
                      <a:r>
                        <a:rPr sz="2000" b="0" u="none" strike="noStrike">
                          <a:solidFill>
                            <a:srgbClr val="000000"/>
                          </a:solidFill>
                          <a:latin typeface="Times New Roman"/>
                          <a:ea typeface="Times New Roman"/>
                          <a:cs typeface="Times New Roman"/>
                        </a:rPr>
                        <a:t>Trần Thành Danh</a:t>
                      </a:r>
                    </a:p>
                  </a:txBody>
                  <a:tcPr marL="73080" marR="73080" marT="45720" marB="45720">
                    <a:lnL w="12240" cmpd="sng">
                      <a:solidFill>
                        <a:srgbClr val="FFFFFF"/>
                      </a:solidFill>
                      <a:prstDash val="solid"/>
                    </a:lnL>
                    <a:lnR w="12240" cmpd="sng">
                      <a:solidFill>
                        <a:srgbClr val="FFFFFF"/>
                      </a:solidFill>
                      <a:prstDash val="solid"/>
                    </a:lnR>
                    <a:lnT w="12240" cmpd="sng">
                      <a:solidFill>
                        <a:srgbClr val="FFFFFF"/>
                      </a:solidFill>
                      <a:prstDash val="solid"/>
                    </a:lnT>
                    <a:lnB w="12240">
                      <a:solidFill>
                        <a:srgbClr val="FFFFFF"/>
                      </a:solidFill>
                      <a:prstDash val="solid"/>
                    </a:lnB>
                    <a:solidFill>
                      <a:srgbClr val="F4F8FC"/>
                    </a:solidFill>
                  </a:tcPr>
                </a:tc>
                <a:tc>
                  <a:txBody>
                    <a:bodyPr/>
                    <a:lstStyle/>
                    <a:p>
                      <a:pPr defTabSz="914400">
                        <a:lnSpc>
                          <a:spcPct val="100000"/>
                        </a:lnSpc>
                        <a:buNone/>
                      </a:pPr>
                      <a:r>
                        <a:rPr sz="2000" b="0" u="none" strike="noStrike">
                          <a:solidFill>
                            <a:srgbClr val="000000"/>
                          </a:solidFill>
                          <a:latin typeface="Times New Roman"/>
                          <a:ea typeface="Times New Roman"/>
                          <a:cs typeface="Times New Roman"/>
                        </a:rPr>
                        <a:t>2001230094</a:t>
                      </a:r>
                    </a:p>
                  </a:txBody>
                  <a:tcPr marL="73080" marR="73080" marT="45720" marB="45720">
                    <a:lnL w="12240" cmpd="sng">
                      <a:solidFill>
                        <a:srgbClr val="FFFFFF"/>
                      </a:solidFill>
                      <a:prstDash val="solid"/>
                    </a:lnL>
                    <a:lnR w="12240" cmpd="sng">
                      <a:solidFill>
                        <a:srgbClr val="FFFFFF"/>
                      </a:solidFill>
                      <a:prstDash val="solid"/>
                    </a:lnR>
                    <a:lnT w="12240" cmpd="sng">
                      <a:solidFill>
                        <a:srgbClr val="FFFFFF"/>
                      </a:solidFill>
                      <a:prstDash val="solid"/>
                    </a:lnT>
                    <a:lnB w="12240">
                      <a:solidFill>
                        <a:srgbClr val="FFFFFF"/>
                      </a:solidFill>
                      <a:prstDash val="solid"/>
                    </a:lnB>
                    <a:solidFill>
                      <a:srgbClr val="F4F8FC"/>
                    </a:solidFill>
                  </a:tcPr>
                </a:tc>
                <a:tc>
                  <a:txBody>
                    <a:bodyPr/>
                    <a:lstStyle/>
                    <a:p>
                      <a:pPr defTabSz="914400">
                        <a:lnSpc>
                          <a:spcPct val="100000"/>
                        </a:lnSpc>
                        <a:buNone/>
                      </a:pPr>
                      <a:endParaRPr sz="1800" b="0" u="none" strike="noStrike">
                        <a:solidFill>
                          <a:srgbClr val="000000"/>
                        </a:solidFill>
                        <a:latin typeface="Times New Roman"/>
                        <a:ea typeface="Times New Roman"/>
                        <a:cs typeface="Times New Roman"/>
                      </a:endParaRPr>
                    </a:p>
                  </a:txBody>
                  <a:tcPr marL="73080" marR="73080" marT="45720" marB="45720">
                    <a:lnL w="12240" cmpd="sng">
                      <a:solidFill>
                        <a:srgbClr val="FFFFFF"/>
                      </a:solidFill>
                      <a:prstDash val="solid"/>
                    </a:lnL>
                    <a:lnR w="12240">
                      <a:solidFill>
                        <a:srgbClr val="FFFFFF"/>
                      </a:solidFill>
                      <a:prstDash val="solid"/>
                    </a:lnR>
                    <a:lnT w="12240" cmpd="sng">
                      <a:solidFill>
                        <a:srgbClr val="FFFFFF"/>
                      </a:solidFill>
                      <a:prstDash val="solid"/>
                    </a:lnT>
                    <a:lnB w="12240">
                      <a:solidFill>
                        <a:srgbClr val="FFFFFF"/>
                      </a:solidFill>
                      <a:prstDash val="solid"/>
                    </a:lnB>
                    <a:solidFill>
                      <a:srgbClr val="F4F8FC"/>
                    </a:solidFill>
                  </a:tcPr>
                </a:tc>
              </a:tr>
              <a:tr h="694800">
                <a:tc>
                  <a:txBody>
                    <a:bodyPr/>
                    <a:lstStyle/>
                    <a:p>
                      <a:pPr algn="ctr" defTabSz="914400">
                        <a:lnSpc>
                          <a:spcPct val="100000"/>
                        </a:lnSpc>
                        <a:buNone/>
                      </a:pPr>
                      <a:r>
                        <a:rPr sz="2000" b="0" u="none" strike="noStrike">
                          <a:solidFill>
                            <a:srgbClr val="18324B"/>
                          </a:solidFill>
                          <a:latin typeface="Times New Roman"/>
                          <a:ea typeface="Times New Roman"/>
                          <a:cs typeface="Times New Roman"/>
                        </a:rPr>
                        <a:t>5</a:t>
                      </a:r>
                      <a:endParaRPr sz="2000" b="0" u="none" strike="noStrike">
                        <a:solidFill>
                          <a:srgbClr val="000000"/>
                        </a:solidFill>
                        <a:latin typeface="Times New Roman"/>
                        <a:ea typeface="Times New Roman"/>
                        <a:cs typeface="Times New Roman"/>
                      </a:endParaRP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lstStyle/>
                    <a:p>
                      <a:pPr defTabSz="914400">
                        <a:lnSpc>
                          <a:spcPct val="100000"/>
                        </a:lnSpc>
                        <a:buNone/>
                      </a:pPr>
                      <a:r>
                        <a:rPr sz="2000" b="0" u="none" strike="noStrike">
                          <a:solidFill>
                            <a:srgbClr val="000000"/>
                          </a:solidFill>
                          <a:latin typeface="Times New Roman"/>
                          <a:ea typeface="Times New Roman"/>
                          <a:cs typeface="Times New Roman"/>
                        </a:rPr>
                        <a:t>Nìm Văn Hạo</a:t>
                      </a: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lstStyle/>
                    <a:p>
                      <a:pPr defTabSz="914400">
                        <a:lnSpc>
                          <a:spcPct val="100000"/>
                        </a:lnSpc>
                        <a:buNone/>
                      </a:pPr>
                      <a:r>
                        <a:rPr sz="2000" b="0" u="none" strike="noStrike">
                          <a:solidFill>
                            <a:srgbClr val="18324B"/>
                          </a:solidFill>
                          <a:latin typeface="Times New Roman"/>
                          <a:ea typeface="Times New Roman"/>
                          <a:cs typeface="Times New Roman"/>
                        </a:rPr>
                        <a:t>2001230217</a:t>
                      </a:r>
                      <a:endParaRPr sz="2000" b="0" u="none" strike="noStrike">
                        <a:solidFill>
                          <a:srgbClr val="000000"/>
                        </a:solidFill>
                        <a:latin typeface="Times New Roman"/>
                        <a:ea typeface="Times New Roman"/>
                        <a:cs typeface="Times New Roman"/>
                      </a:endParaRP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lstStyle/>
                    <a:p>
                      <a:pPr defTabSz="914400">
                        <a:lnSpc>
                          <a:spcPct val="100000"/>
                        </a:lnSpc>
                        <a:buNone/>
                      </a:pPr>
                      <a:endParaRPr sz="1800" b="0" u="none" strike="noStrike">
                        <a:solidFill>
                          <a:srgbClr val="000000"/>
                        </a:solidFill>
                        <a:latin typeface="Times New Roman"/>
                        <a:ea typeface="Times New Roman"/>
                        <a:cs typeface="Times New Roman"/>
                      </a:endParaRP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bl>
          </a:graphicData>
        </a:graphic>
      </p:graphicFrame>
    </p:spTree>
    <p:extLst>
      <p:ext uri="{BB962C8B-B14F-4D97-AF65-F5344CB8AC3E}">
        <p14:creationId xmlns:p14="http://schemas.microsoft.com/office/powerpoint/2010/main" val="1559195478"/>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96" name="TextBox 2">
            <a:extLst xmlns:a="http://schemas.openxmlformats.org/drawingml/2006/main">
              <a:ext uri="{FF2B5EF4-FFF2-40B4-BE49-F238E27FC236}">
                <a16:creationId xmlns:a16="http://schemas.microsoft.com/office/drawing/2014/main" id="{799A2D5C-7286-4DF7-8F30-3CAFEF5B5F73}"/>
              </a:ext>
            </a:extLst>
          </p:cNvPr>
          <p:cNvSpPr>
            <a:spLocks xmlns:a="http://schemas.openxmlformats.org/drawingml/2006/main" noGrp="1"/>
          </p:cNvSpPr>
          <p:nvPr/>
        </p:nvSpPr>
        <p:spPr>
          <a:xfrm xmlns:a="http://schemas.openxmlformats.org/drawingml/2006/main">
            <a:off x="713160" y="603360"/>
            <a:ext cx="10881000" cy="6030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defTabSz="914400">
              <a:lnSpc>
                <a:spcPct val="100000"/>
              </a:lnSpc>
              <a:buNone/>
            </a:pPr>
            <a:r>
              <a:rPr sz="2900" b="1" u="none" strike="noStrike">
                <a:solidFill>
                  <a:srgbClr val="044F9E"/>
                </a:solidFill>
                <a:latin typeface="Times New Roman"/>
                <a:ea typeface="Times New Roman"/>
                <a:cs typeface="Times New Roman"/>
              </a:rPr>
              <a:t>Nội dung trình bày</a:t>
            </a:r>
            <a:endParaRPr sz="2900" b="0" u="none" strike="noStrike">
              <a:solidFill>
                <a:srgbClr val="000000"/>
              </a:solidFill>
              <a:latin typeface="Times New Roman"/>
              <a:ea typeface="Times New Roman"/>
              <a:cs typeface="Times New Roman"/>
            </a:endParaRPr>
          </a:p>
        </p:txBody>
      </p:sp>
      <p:sp>
        <p:nvSpPr>
          <p:cNvPr id="97" name="Rectangle 3">
            <a:extLst xmlns:a="http://schemas.openxmlformats.org/drawingml/2006/main">
              <a:ext uri="{FF2B5EF4-FFF2-40B4-BE49-F238E27FC236}">
                <a16:creationId xmlns:a16="http://schemas.microsoft.com/office/drawing/2014/main" id="{E6CA246F-48CE-4578-BB83-75E6A2740382}"/>
              </a:ext>
            </a:extLst>
          </p:cNvPr>
          <p:cNvSpPr>
            <a:spLocks xmlns:a="http://schemas.openxmlformats.org/drawingml/2006/main" noGrp="1"/>
          </p:cNvSpPr>
          <p:nvPr/>
        </p:nvSpPr>
        <p:spPr>
          <a:xfrm xmlns:a="http://schemas.openxmlformats.org/drawingml/2006/main">
            <a:off x="731520" y="1243440"/>
            <a:ext cx="822600" cy="5004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5400" rIns="90000" bIns="54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98" name="TextBox 4">
            <a:extLst xmlns:a="http://schemas.openxmlformats.org/drawingml/2006/main">
              <a:ext uri="{FF2B5EF4-FFF2-40B4-BE49-F238E27FC236}">
                <a16:creationId xmlns:a16="http://schemas.microsoft.com/office/drawing/2014/main" id="{140CA78D-7EAF-4C71-A048-286BF3A96D49}"/>
              </a:ext>
            </a:extLst>
          </p:cNvPr>
          <p:cNvSpPr>
            <a:spLocks xmlns:a="http://schemas.openxmlformats.org/drawingml/2006/main" noGrp="1"/>
          </p:cNvSpPr>
          <p:nvPr/>
        </p:nvSpPr>
        <p:spPr>
          <a:xfrm xmlns:a="http://schemas.openxmlformats.org/drawingml/2006/main">
            <a:off x="11384280" y="6492240"/>
            <a:ext cx="438480" cy="2743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spAutoFit/>
          </a:bodyPr>
          <a:lstStyle xmlns:a="http://schemas.openxmlformats.org/drawingml/2006/main"/>
          <a:p xmlns:a="http://schemas.openxmlformats.org/drawingml/2006/main">
            <a:pPr algn="r" defTabSz="914400">
              <a:lnSpc>
                <a:spcPct val="100000"/>
              </a:lnSpc>
              <a:buNone/>
            </a:pPr>
            <a:r>
              <a:rPr sz="1800" b="1" u="none" strike="noStrike">
                <a:solidFill>
                  <a:srgbClr val="044F9E"/>
                </a:solidFill>
                <a:latin typeface="Times New Roman"/>
                <a:ea typeface="Times New Roman"/>
                <a:cs typeface="Times New Roman"/>
              </a:rPr>
              <a:t>3</a:t>
            </a:r>
            <a:endParaRPr sz="1800" b="0" u="none" strike="noStrike">
              <a:solidFill>
                <a:srgbClr val="000000"/>
              </a:solidFill>
              <a:latin typeface="Times New Roman"/>
              <a:ea typeface="Times New Roman"/>
              <a:cs typeface="Times New Roman"/>
            </a:endParaRPr>
          </a:p>
        </p:txBody>
      </p:sp>
      <p:sp>
        <p:nvSpPr>
          <p:cNvPr id="99" name="Rounded Rectangle 5">
            <a:extLst xmlns:a="http://schemas.openxmlformats.org/drawingml/2006/main">
              <a:ext uri="{FF2B5EF4-FFF2-40B4-BE49-F238E27FC236}">
                <a16:creationId xmlns:a16="http://schemas.microsoft.com/office/drawing/2014/main" id="{1B2FFEF9-DEFB-46E9-ACDD-77C84E1C743C}"/>
              </a:ext>
            </a:extLst>
          </p:cNvPr>
          <p:cNvSpPr>
            <a:spLocks xmlns:a="http://schemas.openxmlformats.org/drawingml/2006/main" noGrp="1"/>
          </p:cNvSpPr>
          <p:nvPr/>
        </p:nvSpPr>
        <p:spPr>
          <a:xfrm xmlns:a="http://schemas.openxmlformats.org/drawingml/2006/main">
            <a:off x="822960" y="1783080"/>
            <a:ext cx="3401280" cy="148104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100" name="Rectangle 6">
            <a:extLst xmlns:a="http://schemas.openxmlformats.org/drawingml/2006/main">
              <a:ext uri="{FF2B5EF4-FFF2-40B4-BE49-F238E27FC236}">
                <a16:creationId xmlns:a16="http://schemas.microsoft.com/office/drawing/2014/main" id="{D07DF1C6-6B20-413C-8F7D-7A6ACC384DF1}"/>
              </a:ext>
            </a:extLst>
          </p:cNvPr>
          <p:cNvSpPr>
            <a:spLocks xmlns:a="http://schemas.openxmlformats.org/drawingml/2006/main" noGrp="1"/>
          </p:cNvSpPr>
          <p:nvPr/>
        </p:nvSpPr>
        <p:spPr>
          <a:xfrm xmlns:a="http://schemas.openxmlformats.org/drawingml/2006/main">
            <a:off x="822960" y="1783080"/>
            <a:ext cx="91080" cy="1481040"/>
          </a:xfrm>
          <a:prstGeom xmlns:a="http://schemas.openxmlformats.org/drawingml/2006/main" prst="rect">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101" name="TextBox 7">
            <a:extLst xmlns:a="http://schemas.openxmlformats.org/drawingml/2006/main">
              <a:ext uri="{FF2B5EF4-FFF2-40B4-BE49-F238E27FC236}">
                <a16:creationId xmlns:a16="http://schemas.microsoft.com/office/drawing/2014/main" id="{825F5A2D-7FA3-486C-9C52-223CF947429B}"/>
              </a:ext>
            </a:extLst>
          </p:cNvPr>
          <p:cNvSpPr>
            <a:spLocks xmlns:a="http://schemas.openxmlformats.org/drawingml/2006/main" noGrp="1"/>
          </p:cNvSpPr>
          <p:nvPr/>
        </p:nvSpPr>
        <p:spPr>
          <a:xfrm xmlns:a="http://schemas.openxmlformats.org/drawingml/2006/main">
            <a:off x="1005840" y="1874520"/>
            <a:ext cx="3126960" cy="3927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100" b="1" u="none" strike="noStrike">
                <a:solidFill>
                  <a:srgbClr val="044F9E"/>
                </a:solidFill>
                <a:latin typeface="Times New Roman"/>
                <a:ea typeface="Times New Roman"/>
                <a:cs typeface="Times New Roman"/>
              </a:rPr>
              <a:t>PHẦN 1</a:t>
            </a:r>
            <a:endParaRPr sz="2100" b="0" u="none" strike="noStrike">
              <a:solidFill>
                <a:srgbClr val="000000"/>
              </a:solidFill>
              <a:latin typeface="Times New Roman"/>
              <a:ea typeface="Times New Roman"/>
              <a:cs typeface="Times New Roman"/>
            </a:endParaRPr>
          </a:p>
        </p:txBody>
      </p:sp>
      <p:sp>
        <p:nvSpPr>
          <p:cNvPr id="102" name="TextBox 8">
            <a:extLst xmlns:a="http://schemas.openxmlformats.org/drawingml/2006/main">
              <a:ext uri="{FF2B5EF4-FFF2-40B4-BE49-F238E27FC236}">
                <a16:creationId xmlns:a16="http://schemas.microsoft.com/office/drawing/2014/main" id="{DC5A529A-4989-461D-9631-FB848AD59415}"/>
              </a:ext>
            </a:extLst>
          </p:cNvPr>
          <p:cNvSpPr>
            <a:spLocks xmlns:a="http://schemas.openxmlformats.org/drawingml/2006/main" noGrp="1"/>
          </p:cNvSpPr>
          <p:nvPr/>
        </p:nvSpPr>
        <p:spPr>
          <a:xfrm xmlns:a="http://schemas.openxmlformats.org/drawingml/2006/main">
            <a:off x="1005840" y="2295000"/>
            <a:ext cx="3126960" cy="8866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defTabSz="914400">
              <a:lnSpc>
                <a:spcPct val="100000"/>
              </a:lnSpc>
              <a:buNone/>
            </a:pPr>
            <a:r>
              <a:rPr sz="2000" b="0" u="none" strike="noStrike">
                <a:solidFill>
                  <a:srgbClr val="18324B"/>
                </a:solidFill>
                <a:latin typeface="Times New Roman"/>
                <a:ea typeface="Times New Roman"/>
                <a:cs typeface="Times New Roman"/>
              </a:rPr>
              <a:t>Giới thiệu đề tài</a:t>
            </a:r>
            <a:endParaRPr sz="2000" b="0" u="none" strike="noStrike">
              <a:solidFill>
                <a:srgbClr val="000000"/>
              </a:solidFill>
              <a:latin typeface="Times New Roman"/>
              <a:ea typeface="Times New Roman"/>
              <a:cs typeface="Times New Roman"/>
            </a:endParaRPr>
          </a:p>
        </p:txBody>
      </p:sp>
      <p:sp>
        <p:nvSpPr>
          <p:cNvPr id="103" name="Rounded Rectangle 9">
            <a:extLst xmlns:a="http://schemas.openxmlformats.org/drawingml/2006/main">
              <a:ext uri="{FF2B5EF4-FFF2-40B4-BE49-F238E27FC236}">
                <a16:creationId xmlns:a16="http://schemas.microsoft.com/office/drawing/2014/main" id="{41FF7BE6-BF86-4816-A9EA-14DC462E7859}"/>
              </a:ext>
            </a:extLst>
          </p:cNvPr>
          <p:cNvSpPr>
            <a:spLocks xmlns:a="http://schemas.openxmlformats.org/drawingml/2006/main" noGrp="1"/>
          </p:cNvSpPr>
          <p:nvPr/>
        </p:nvSpPr>
        <p:spPr>
          <a:xfrm xmlns:a="http://schemas.openxmlformats.org/drawingml/2006/main">
            <a:off x="4590360" y="1783080"/>
            <a:ext cx="3401280" cy="148104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104" name="Rectangle 10">
            <a:extLst xmlns:a="http://schemas.openxmlformats.org/drawingml/2006/main">
              <a:ext uri="{FF2B5EF4-FFF2-40B4-BE49-F238E27FC236}">
                <a16:creationId xmlns:a16="http://schemas.microsoft.com/office/drawing/2014/main" id="{5DB7F009-3B59-4340-966F-24E7575E466F}"/>
              </a:ext>
            </a:extLst>
          </p:cNvPr>
          <p:cNvSpPr>
            <a:spLocks xmlns:a="http://schemas.openxmlformats.org/drawingml/2006/main" noGrp="1"/>
          </p:cNvSpPr>
          <p:nvPr/>
        </p:nvSpPr>
        <p:spPr>
          <a:xfrm xmlns:a="http://schemas.openxmlformats.org/drawingml/2006/main">
            <a:off x="4590360" y="1783080"/>
            <a:ext cx="91080" cy="148104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105" name="TextBox 11">
            <a:extLst xmlns:a="http://schemas.openxmlformats.org/drawingml/2006/main">
              <a:ext uri="{FF2B5EF4-FFF2-40B4-BE49-F238E27FC236}">
                <a16:creationId xmlns:a16="http://schemas.microsoft.com/office/drawing/2014/main" id="{B433D958-FB36-465F-A7C1-2BB190C35CD8}"/>
              </a:ext>
            </a:extLst>
          </p:cNvPr>
          <p:cNvSpPr>
            <a:spLocks xmlns:a="http://schemas.openxmlformats.org/drawingml/2006/main" noGrp="1"/>
          </p:cNvSpPr>
          <p:nvPr/>
        </p:nvSpPr>
        <p:spPr>
          <a:xfrm xmlns:a="http://schemas.openxmlformats.org/drawingml/2006/main">
            <a:off x="4773240" y="1874520"/>
            <a:ext cx="3126960" cy="3927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100" b="1" u="none" strike="noStrike">
                <a:solidFill>
                  <a:srgbClr val="044F9E"/>
                </a:solidFill>
                <a:latin typeface="Times New Roman"/>
                <a:ea typeface="Times New Roman"/>
                <a:cs typeface="Times New Roman"/>
              </a:rPr>
              <a:t>PHẦN 2</a:t>
            </a:r>
            <a:endParaRPr sz="2100" b="0" u="none" strike="noStrike">
              <a:solidFill>
                <a:srgbClr val="000000"/>
              </a:solidFill>
              <a:latin typeface="Times New Roman"/>
              <a:ea typeface="Times New Roman"/>
              <a:cs typeface="Times New Roman"/>
            </a:endParaRPr>
          </a:p>
        </p:txBody>
      </p:sp>
      <p:sp>
        <p:nvSpPr>
          <p:cNvPr id="106" name="TextBox 12">
            <a:extLst xmlns:a="http://schemas.openxmlformats.org/drawingml/2006/main">
              <a:ext uri="{FF2B5EF4-FFF2-40B4-BE49-F238E27FC236}">
                <a16:creationId xmlns:a16="http://schemas.microsoft.com/office/drawing/2014/main" id="{676CCE3E-589A-49C3-9692-D044AD90E8A9}"/>
              </a:ext>
            </a:extLst>
          </p:cNvPr>
          <p:cNvSpPr>
            <a:spLocks xmlns:a="http://schemas.openxmlformats.org/drawingml/2006/main" noGrp="1"/>
          </p:cNvSpPr>
          <p:nvPr/>
        </p:nvSpPr>
        <p:spPr>
          <a:xfrm xmlns:a="http://schemas.openxmlformats.org/drawingml/2006/main">
            <a:off x="4773240" y="2295000"/>
            <a:ext cx="3126960" cy="8866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defTabSz="914400">
              <a:lnSpc>
                <a:spcPct val="100000"/>
              </a:lnSpc>
              <a:buNone/>
            </a:pPr>
            <a:r>
              <a:rPr sz="2000" b="0" u="none" strike="noStrike">
                <a:solidFill>
                  <a:srgbClr val="18324B"/>
                </a:solidFill>
                <a:latin typeface="Times New Roman"/>
                <a:ea typeface="Times New Roman"/>
                <a:cs typeface="Times New Roman"/>
              </a:rPr>
              <a:t>Dữ liệu và tiền xử lý</a:t>
            </a:r>
            <a:endParaRPr sz="2000" b="0" u="none" strike="noStrike">
              <a:solidFill>
                <a:srgbClr val="000000"/>
              </a:solidFill>
              <a:latin typeface="Times New Roman"/>
              <a:ea typeface="Times New Roman"/>
              <a:cs typeface="Times New Roman"/>
            </a:endParaRPr>
          </a:p>
        </p:txBody>
      </p:sp>
      <p:sp>
        <p:nvSpPr>
          <p:cNvPr id="107" name="Rounded Rectangle 13">
            <a:extLst xmlns:a="http://schemas.openxmlformats.org/drawingml/2006/main">
              <a:ext uri="{FF2B5EF4-FFF2-40B4-BE49-F238E27FC236}">
                <a16:creationId xmlns:a16="http://schemas.microsoft.com/office/drawing/2014/main" id="{67AB529C-0151-49B4-BDE2-2BAC5409620F}"/>
              </a:ext>
            </a:extLst>
          </p:cNvPr>
          <p:cNvSpPr>
            <a:spLocks xmlns:a="http://schemas.openxmlformats.org/drawingml/2006/main" noGrp="1"/>
          </p:cNvSpPr>
          <p:nvPr/>
        </p:nvSpPr>
        <p:spPr>
          <a:xfrm xmlns:a="http://schemas.openxmlformats.org/drawingml/2006/main">
            <a:off x="8357760" y="1783080"/>
            <a:ext cx="3401280" cy="148104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108" name="Rectangle 14">
            <a:extLst xmlns:a="http://schemas.openxmlformats.org/drawingml/2006/main">
              <a:ext uri="{FF2B5EF4-FFF2-40B4-BE49-F238E27FC236}">
                <a16:creationId xmlns:a16="http://schemas.microsoft.com/office/drawing/2014/main" id="{04409766-E17F-4D07-834E-8B79C729E9C7}"/>
              </a:ext>
            </a:extLst>
          </p:cNvPr>
          <p:cNvSpPr>
            <a:spLocks xmlns:a="http://schemas.openxmlformats.org/drawingml/2006/main" noGrp="1"/>
          </p:cNvSpPr>
          <p:nvPr/>
        </p:nvSpPr>
        <p:spPr>
          <a:xfrm xmlns:a="http://schemas.openxmlformats.org/drawingml/2006/main">
            <a:off x="8357760" y="1783080"/>
            <a:ext cx="91080" cy="1481040"/>
          </a:xfrm>
          <a:prstGeom xmlns:a="http://schemas.openxmlformats.org/drawingml/2006/main" prst="rect">
            <a:avLst/>
          </a:prstGeom>
          <a:solidFill xmlns:a="http://schemas.openxmlformats.org/drawingml/2006/main">
            <a:srgbClr val="E81F26"/>
          </a:solidFill>
          <a:ln xmlns:a="http://schemas.openxmlformats.org/drawingml/2006/main">
            <a:solidFill>
              <a:srgbClr val="E81F2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109" name="TextBox 15">
            <a:extLst xmlns:a="http://schemas.openxmlformats.org/drawingml/2006/main">
              <a:ext uri="{FF2B5EF4-FFF2-40B4-BE49-F238E27FC236}">
                <a16:creationId xmlns:a16="http://schemas.microsoft.com/office/drawing/2014/main" id="{4B7D4EA8-852D-4B31-BCC9-34F1FCF2E52E}"/>
              </a:ext>
            </a:extLst>
          </p:cNvPr>
          <p:cNvSpPr>
            <a:spLocks xmlns:a="http://schemas.openxmlformats.org/drawingml/2006/main" noGrp="1"/>
          </p:cNvSpPr>
          <p:nvPr/>
        </p:nvSpPr>
        <p:spPr>
          <a:xfrm xmlns:a="http://schemas.openxmlformats.org/drawingml/2006/main">
            <a:off x="8540640" y="1874520"/>
            <a:ext cx="3126960" cy="3927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100" b="1" u="none" strike="noStrike">
                <a:solidFill>
                  <a:srgbClr val="044F9E"/>
                </a:solidFill>
                <a:latin typeface="Times New Roman"/>
                <a:ea typeface="Times New Roman"/>
                <a:cs typeface="Times New Roman"/>
              </a:rPr>
              <a:t>PHẦN 3</a:t>
            </a:r>
            <a:endParaRPr sz="2100" b="0" u="none" strike="noStrike">
              <a:solidFill>
                <a:srgbClr val="000000"/>
              </a:solidFill>
              <a:latin typeface="Times New Roman"/>
              <a:ea typeface="Times New Roman"/>
              <a:cs typeface="Times New Roman"/>
            </a:endParaRPr>
          </a:p>
        </p:txBody>
      </p:sp>
      <p:sp>
        <p:nvSpPr>
          <p:cNvPr id="110" name="TextBox 16">
            <a:extLst xmlns:a="http://schemas.openxmlformats.org/drawingml/2006/main">
              <a:ext uri="{FF2B5EF4-FFF2-40B4-BE49-F238E27FC236}">
                <a16:creationId xmlns:a16="http://schemas.microsoft.com/office/drawing/2014/main" id="{E2F1C601-F381-4EBF-A861-24284E3D4082}"/>
              </a:ext>
            </a:extLst>
          </p:cNvPr>
          <p:cNvSpPr>
            <a:spLocks xmlns:a="http://schemas.openxmlformats.org/drawingml/2006/main" noGrp="1"/>
          </p:cNvSpPr>
          <p:nvPr/>
        </p:nvSpPr>
        <p:spPr>
          <a:xfrm xmlns:a="http://schemas.openxmlformats.org/drawingml/2006/main">
            <a:off x="8540640" y="2295000"/>
            <a:ext cx="3126960" cy="8866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defTabSz="914400">
              <a:lnSpc>
                <a:spcPct val="100000"/>
              </a:lnSpc>
              <a:buNone/>
            </a:pPr>
            <a:r>
              <a:rPr sz="2000" b="0" u="none" strike="noStrike">
                <a:solidFill>
                  <a:srgbClr val="18324B"/>
                </a:solidFill>
                <a:latin typeface="Times New Roman"/>
                <a:ea typeface="Times New Roman"/>
                <a:cs typeface="Times New Roman"/>
              </a:rPr>
              <a:t>Công nghệ và kiến trúc</a:t>
            </a:r>
            <a:endParaRPr sz="2000" b="0" u="none" strike="noStrike">
              <a:solidFill>
                <a:srgbClr val="000000"/>
              </a:solidFill>
              <a:latin typeface="Times New Roman"/>
              <a:ea typeface="Times New Roman"/>
              <a:cs typeface="Times New Roman"/>
            </a:endParaRPr>
          </a:p>
        </p:txBody>
      </p:sp>
      <p:sp>
        <p:nvSpPr>
          <p:cNvPr id="111" name="Rounded Rectangle 17">
            <a:extLst xmlns:a="http://schemas.openxmlformats.org/drawingml/2006/main">
              <a:ext uri="{FF2B5EF4-FFF2-40B4-BE49-F238E27FC236}">
                <a16:creationId xmlns:a16="http://schemas.microsoft.com/office/drawing/2014/main" id="{C3E8016B-2857-4414-8207-022C55353AFD}"/>
              </a:ext>
            </a:extLst>
          </p:cNvPr>
          <p:cNvSpPr>
            <a:spLocks xmlns:a="http://schemas.openxmlformats.org/drawingml/2006/main" noGrp="1"/>
          </p:cNvSpPr>
          <p:nvPr/>
        </p:nvSpPr>
        <p:spPr>
          <a:xfrm xmlns:a="http://schemas.openxmlformats.org/drawingml/2006/main">
            <a:off x="822960" y="3776400"/>
            <a:ext cx="3401280" cy="148104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112" name="Rectangle 18">
            <a:extLst xmlns:a="http://schemas.openxmlformats.org/drawingml/2006/main">
              <a:ext uri="{FF2B5EF4-FFF2-40B4-BE49-F238E27FC236}">
                <a16:creationId xmlns:a16="http://schemas.microsoft.com/office/drawing/2014/main" id="{33395211-B80D-4A39-BD94-AED6C0677FF4}"/>
              </a:ext>
            </a:extLst>
          </p:cNvPr>
          <p:cNvSpPr>
            <a:spLocks xmlns:a="http://schemas.openxmlformats.org/drawingml/2006/main" noGrp="1"/>
          </p:cNvSpPr>
          <p:nvPr/>
        </p:nvSpPr>
        <p:spPr>
          <a:xfrm xmlns:a="http://schemas.openxmlformats.org/drawingml/2006/main">
            <a:off x="822960" y="3776400"/>
            <a:ext cx="91080" cy="1481040"/>
          </a:xfrm>
          <a:prstGeom xmlns:a="http://schemas.openxmlformats.org/drawingml/2006/main" prst="rect">
            <a:avLst/>
          </a:prstGeom>
          <a:solidFill xmlns:a="http://schemas.openxmlformats.org/drawingml/2006/main">
            <a:srgbClr val="FEC01D"/>
          </a:solidFill>
          <a:ln xmlns:a="http://schemas.openxmlformats.org/drawingml/2006/main">
            <a:solidFill>
              <a:srgbClr val="FEC01D"/>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113" name="TextBox 19">
            <a:extLst xmlns:a="http://schemas.openxmlformats.org/drawingml/2006/main">
              <a:ext uri="{FF2B5EF4-FFF2-40B4-BE49-F238E27FC236}">
                <a16:creationId xmlns:a16="http://schemas.microsoft.com/office/drawing/2014/main" id="{DEBFB7F1-F456-4E3C-96D2-F44F354658FE}"/>
              </a:ext>
            </a:extLst>
          </p:cNvPr>
          <p:cNvSpPr>
            <a:spLocks xmlns:a="http://schemas.openxmlformats.org/drawingml/2006/main" noGrp="1"/>
          </p:cNvSpPr>
          <p:nvPr/>
        </p:nvSpPr>
        <p:spPr>
          <a:xfrm xmlns:a="http://schemas.openxmlformats.org/drawingml/2006/main">
            <a:off x="1005840" y="3867840"/>
            <a:ext cx="3126960" cy="3927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100" b="1" u="none" strike="noStrike">
                <a:solidFill>
                  <a:srgbClr val="044F9E"/>
                </a:solidFill>
                <a:latin typeface="Times New Roman"/>
                <a:ea typeface="Times New Roman"/>
                <a:cs typeface="Times New Roman"/>
              </a:rPr>
              <a:t>PHẦN 4</a:t>
            </a:r>
            <a:endParaRPr sz="2100" b="0" u="none" strike="noStrike">
              <a:solidFill>
                <a:srgbClr val="000000"/>
              </a:solidFill>
              <a:latin typeface="Times New Roman"/>
              <a:ea typeface="Times New Roman"/>
              <a:cs typeface="Times New Roman"/>
            </a:endParaRPr>
          </a:p>
        </p:txBody>
      </p:sp>
      <p:sp>
        <p:nvSpPr>
          <p:cNvPr id="114" name="TextBox 20">
            <a:extLst xmlns:a="http://schemas.openxmlformats.org/drawingml/2006/main">
              <a:ext uri="{FF2B5EF4-FFF2-40B4-BE49-F238E27FC236}">
                <a16:creationId xmlns:a16="http://schemas.microsoft.com/office/drawing/2014/main" id="{AEFC052D-4AA1-4CAD-9142-48102F719C48}"/>
              </a:ext>
            </a:extLst>
          </p:cNvPr>
          <p:cNvSpPr>
            <a:spLocks xmlns:a="http://schemas.openxmlformats.org/drawingml/2006/main" noGrp="1"/>
          </p:cNvSpPr>
          <p:nvPr/>
        </p:nvSpPr>
        <p:spPr>
          <a:xfrm xmlns:a="http://schemas.openxmlformats.org/drawingml/2006/main">
            <a:off x="1005840" y="4288680"/>
            <a:ext cx="3126960" cy="8866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defTabSz="914400">
              <a:lnSpc>
                <a:spcPct val="100000"/>
              </a:lnSpc>
              <a:buNone/>
            </a:pPr>
            <a:r>
              <a:rPr sz="2000" b="0" u="none" strike="noStrike">
                <a:solidFill>
                  <a:srgbClr val="18324B"/>
                </a:solidFill>
                <a:latin typeface="Times New Roman"/>
                <a:ea typeface="Times New Roman"/>
                <a:cs typeface="Times New Roman"/>
              </a:rPr>
              <a:t>Triển khai mô hình</a:t>
            </a:r>
            <a:endParaRPr sz="2000" b="0" u="none" strike="noStrike">
              <a:solidFill>
                <a:srgbClr val="000000"/>
              </a:solidFill>
              <a:latin typeface="Times New Roman"/>
              <a:ea typeface="Times New Roman"/>
              <a:cs typeface="Times New Roman"/>
            </a:endParaRPr>
          </a:p>
        </p:txBody>
      </p:sp>
      <p:sp>
        <p:nvSpPr>
          <p:cNvPr id="115" name="Rounded Rectangle 21">
            <a:extLst xmlns:a="http://schemas.openxmlformats.org/drawingml/2006/main">
              <a:ext uri="{FF2B5EF4-FFF2-40B4-BE49-F238E27FC236}">
                <a16:creationId xmlns:a16="http://schemas.microsoft.com/office/drawing/2014/main" id="{A4121579-EC5D-4AE3-9BA3-394D40D05F9A}"/>
              </a:ext>
            </a:extLst>
          </p:cNvPr>
          <p:cNvSpPr>
            <a:spLocks xmlns:a="http://schemas.openxmlformats.org/drawingml/2006/main" noGrp="1"/>
          </p:cNvSpPr>
          <p:nvPr/>
        </p:nvSpPr>
        <p:spPr>
          <a:xfrm xmlns:a="http://schemas.openxmlformats.org/drawingml/2006/main">
            <a:off x="4590360" y="3776400"/>
            <a:ext cx="3401280" cy="148104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116" name="Rectangle 22">
            <a:extLst xmlns:a="http://schemas.openxmlformats.org/drawingml/2006/main">
              <a:ext uri="{FF2B5EF4-FFF2-40B4-BE49-F238E27FC236}">
                <a16:creationId xmlns:a16="http://schemas.microsoft.com/office/drawing/2014/main" id="{60EA6CFC-18BA-4FB1-A7D7-16B61D410BEF}"/>
              </a:ext>
            </a:extLst>
          </p:cNvPr>
          <p:cNvSpPr>
            <a:spLocks xmlns:a="http://schemas.openxmlformats.org/drawingml/2006/main" noGrp="1"/>
          </p:cNvSpPr>
          <p:nvPr/>
        </p:nvSpPr>
        <p:spPr>
          <a:xfrm xmlns:a="http://schemas.openxmlformats.org/drawingml/2006/main">
            <a:off x="4590360" y="3776400"/>
            <a:ext cx="91080" cy="1481040"/>
          </a:xfrm>
          <a:prstGeom xmlns:a="http://schemas.openxmlformats.org/drawingml/2006/main" prst="rect">
            <a:avLst/>
          </a:prstGeom>
          <a:solidFill xmlns:a="http://schemas.openxmlformats.org/drawingml/2006/main">
            <a:srgbClr val="044F9E"/>
          </a:solidFill>
          <a:ln xmlns:a="http://schemas.openxmlformats.org/drawingml/2006/main">
            <a:solidFill>
              <a:srgbClr val="044F9E"/>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117" name="TextBox 23">
            <a:extLst xmlns:a="http://schemas.openxmlformats.org/drawingml/2006/main">
              <a:ext uri="{FF2B5EF4-FFF2-40B4-BE49-F238E27FC236}">
                <a16:creationId xmlns:a16="http://schemas.microsoft.com/office/drawing/2014/main" id="{B7CD69A3-BFF3-4755-A678-FD9794C0253E}"/>
              </a:ext>
            </a:extLst>
          </p:cNvPr>
          <p:cNvSpPr>
            <a:spLocks xmlns:a="http://schemas.openxmlformats.org/drawingml/2006/main" noGrp="1"/>
          </p:cNvSpPr>
          <p:nvPr/>
        </p:nvSpPr>
        <p:spPr>
          <a:xfrm xmlns:a="http://schemas.openxmlformats.org/drawingml/2006/main">
            <a:off x="4773240" y="3867840"/>
            <a:ext cx="3126960" cy="3927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100" b="1" u="none" strike="noStrike">
                <a:solidFill>
                  <a:srgbClr val="044F9E"/>
                </a:solidFill>
                <a:latin typeface="Times New Roman"/>
                <a:ea typeface="Times New Roman"/>
                <a:cs typeface="Times New Roman"/>
              </a:rPr>
              <a:t>PHẦN 5</a:t>
            </a:r>
            <a:endParaRPr sz="2100" b="0" u="none" strike="noStrike">
              <a:solidFill>
                <a:srgbClr val="000000"/>
              </a:solidFill>
              <a:latin typeface="Times New Roman"/>
              <a:ea typeface="Times New Roman"/>
              <a:cs typeface="Times New Roman"/>
            </a:endParaRPr>
          </a:p>
        </p:txBody>
      </p:sp>
      <p:sp>
        <p:nvSpPr>
          <p:cNvPr id="118" name="TextBox 24">
            <a:extLst xmlns:a="http://schemas.openxmlformats.org/drawingml/2006/main">
              <a:ext uri="{FF2B5EF4-FFF2-40B4-BE49-F238E27FC236}">
                <a16:creationId xmlns:a16="http://schemas.microsoft.com/office/drawing/2014/main" id="{C262AEDF-4EA1-4E43-9550-210EF342DC77}"/>
              </a:ext>
            </a:extLst>
          </p:cNvPr>
          <p:cNvSpPr>
            <a:spLocks xmlns:a="http://schemas.openxmlformats.org/drawingml/2006/main" noGrp="1"/>
          </p:cNvSpPr>
          <p:nvPr/>
        </p:nvSpPr>
        <p:spPr>
          <a:xfrm xmlns:a="http://schemas.openxmlformats.org/drawingml/2006/main">
            <a:off x="4773240" y="4288680"/>
            <a:ext cx="3126960" cy="8866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defTabSz="914400">
              <a:lnSpc>
                <a:spcPct val="100000"/>
              </a:lnSpc>
              <a:buNone/>
            </a:pPr>
            <a:r>
              <a:rPr sz="2000" b="0" u="none" strike="noStrike">
                <a:solidFill>
                  <a:srgbClr val="18324B"/>
                </a:solidFill>
                <a:latin typeface="Times New Roman"/>
                <a:ea typeface="Times New Roman"/>
                <a:cs typeface="Times New Roman"/>
              </a:rPr>
              <a:t>Demo trực tiếp</a:t>
            </a:r>
            <a:endParaRPr sz="2000" b="0" u="none" strike="noStrike">
              <a:solidFill>
                <a:srgbClr val="000000"/>
              </a:solidFill>
              <a:latin typeface="Times New Roman"/>
              <a:ea typeface="Times New Roman"/>
              <a:cs typeface="Times New Roman"/>
            </a:endParaRPr>
          </a:p>
        </p:txBody>
      </p:sp>
      <p:sp>
        <p:nvSpPr>
          <p:cNvPr id="119" name="Rounded Rectangle 25">
            <a:extLst xmlns:a="http://schemas.openxmlformats.org/drawingml/2006/main">
              <a:ext uri="{FF2B5EF4-FFF2-40B4-BE49-F238E27FC236}">
                <a16:creationId xmlns:a16="http://schemas.microsoft.com/office/drawing/2014/main" id="{8CAE14C7-E061-4CCB-8180-1B5D0CC10DD0}"/>
              </a:ext>
            </a:extLst>
          </p:cNvPr>
          <p:cNvSpPr>
            <a:spLocks xmlns:a="http://schemas.openxmlformats.org/drawingml/2006/main" noGrp="1"/>
          </p:cNvSpPr>
          <p:nvPr/>
        </p:nvSpPr>
        <p:spPr>
          <a:xfrm xmlns:a="http://schemas.openxmlformats.org/drawingml/2006/main">
            <a:off x="8357760" y="3776400"/>
            <a:ext cx="3401280" cy="148104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120" name="Rectangle 26">
            <a:extLst xmlns:a="http://schemas.openxmlformats.org/drawingml/2006/main">
              <a:ext uri="{FF2B5EF4-FFF2-40B4-BE49-F238E27FC236}">
                <a16:creationId xmlns:a16="http://schemas.microsoft.com/office/drawing/2014/main" id="{4ABC909B-940E-4DDC-ADEC-2E10EED46815}"/>
              </a:ext>
            </a:extLst>
          </p:cNvPr>
          <p:cNvSpPr>
            <a:spLocks xmlns:a="http://schemas.openxmlformats.org/drawingml/2006/main" noGrp="1"/>
          </p:cNvSpPr>
          <p:nvPr/>
        </p:nvSpPr>
        <p:spPr>
          <a:xfrm xmlns:a="http://schemas.openxmlformats.org/drawingml/2006/main">
            <a:off x="8357760" y="3776400"/>
            <a:ext cx="91080" cy="1481040"/>
          </a:xfrm>
          <a:prstGeom xmlns:a="http://schemas.openxmlformats.org/drawingml/2006/main" prst="rect">
            <a:avLst/>
          </a:prstGeom>
          <a:solidFill xmlns:a="http://schemas.openxmlformats.org/drawingml/2006/main">
            <a:srgbClr val="2E7D5B"/>
          </a:solidFill>
          <a:ln xmlns:a="http://schemas.openxmlformats.org/drawingml/2006/main">
            <a:solidFill>
              <a:srgbClr val="2E7D5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121" name="TextBox 27">
            <a:extLst xmlns:a="http://schemas.openxmlformats.org/drawingml/2006/main">
              <a:ext uri="{FF2B5EF4-FFF2-40B4-BE49-F238E27FC236}">
                <a16:creationId xmlns:a16="http://schemas.microsoft.com/office/drawing/2014/main" id="{0359F808-A695-4CC8-8736-1BE02AD33F1B}"/>
              </a:ext>
            </a:extLst>
          </p:cNvPr>
          <p:cNvSpPr>
            <a:spLocks xmlns:a="http://schemas.openxmlformats.org/drawingml/2006/main" noGrp="1"/>
          </p:cNvSpPr>
          <p:nvPr/>
        </p:nvSpPr>
        <p:spPr>
          <a:xfrm xmlns:a="http://schemas.openxmlformats.org/drawingml/2006/main">
            <a:off x="8540640" y="3867840"/>
            <a:ext cx="3126960" cy="3927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100" b="1" u="none" strike="noStrike">
                <a:solidFill>
                  <a:srgbClr val="044F9E"/>
                </a:solidFill>
                <a:latin typeface="Times New Roman"/>
                <a:ea typeface="Times New Roman"/>
                <a:cs typeface="Times New Roman"/>
              </a:rPr>
              <a:t>PHẦN 6</a:t>
            </a:r>
            <a:endParaRPr sz="2100" b="0" u="none" strike="noStrike">
              <a:solidFill>
                <a:srgbClr val="000000"/>
              </a:solidFill>
              <a:latin typeface="Times New Roman"/>
              <a:ea typeface="Times New Roman"/>
              <a:cs typeface="Times New Roman"/>
            </a:endParaRPr>
          </a:p>
        </p:txBody>
      </p:sp>
      <p:sp>
        <p:nvSpPr>
          <p:cNvPr id="122" name="TextBox 28">
            <a:extLst xmlns:a="http://schemas.openxmlformats.org/drawingml/2006/main">
              <a:ext uri="{FF2B5EF4-FFF2-40B4-BE49-F238E27FC236}">
                <a16:creationId xmlns:a16="http://schemas.microsoft.com/office/drawing/2014/main" id="{ED9EEDDF-3B88-4856-B707-714005A1DD18}"/>
              </a:ext>
            </a:extLst>
          </p:cNvPr>
          <p:cNvSpPr>
            <a:spLocks xmlns:a="http://schemas.openxmlformats.org/drawingml/2006/main" noGrp="1"/>
          </p:cNvSpPr>
          <p:nvPr/>
        </p:nvSpPr>
        <p:spPr>
          <a:xfrm xmlns:a="http://schemas.openxmlformats.org/drawingml/2006/main">
            <a:off x="8540640" y="4288680"/>
            <a:ext cx="3126960" cy="8866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defTabSz="914400">
              <a:lnSpc>
                <a:spcPct val="100000"/>
              </a:lnSpc>
              <a:buNone/>
            </a:pPr>
            <a:r>
              <a:rPr sz="2000" b="0" u="none" strike="noStrike">
                <a:solidFill>
                  <a:srgbClr val="18324B"/>
                </a:solidFill>
                <a:latin typeface="Times New Roman"/>
                <a:ea typeface="Times New Roman"/>
                <a:cs typeface="Times New Roman"/>
              </a:rPr>
              <a:t>Thảo luận và kết luận</a:t>
            </a:r>
            <a:endParaRPr sz="2000" b="0" u="none" strike="noStrike">
              <a:solidFill>
                <a:srgbClr val="000000"/>
              </a:solidFill>
              <a:latin typeface="Times New Roman"/>
              <a:ea typeface="Times New Roman"/>
              <a:cs typeface="Times New Roman"/>
            </a:endParaRPr>
          </a:p>
        </p:txBody>
      </p:sp>
    </p:spTree>
    <p:extLst>
      <p:ext uri="{BB962C8B-B14F-4D97-AF65-F5344CB8AC3E}">
        <p14:creationId xmlns:p14="http://schemas.microsoft.com/office/powerpoint/2010/main" val="714040764"/>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125" name="Rectangle 3">
            <a:extLst xmlns:a="http://schemas.openxmlformats.org/drawingml/2006/main">
              <a:ext uri="{FF2B5EF4-FFF2-40B4-BE49-F238E27FC236}">
                <a16:creationId xmlns:a16="http://schemas.microsoft.com/office/drawing/2014/main" id="{AC9E31BE-2CC8-4061-A366-3E53B3256FFD}"/>
              </a:ext>
            </a:extLst>
          </p:cNvPr>
          <p:cNvSpPr>
            <a:spLocks xmlns:a="http://schemas.openxmlformats.org/drawingml/2006/main" noGrp="1"/>
          </p:cNvSpPr>
          <p:nvPr/>
        </p:nvSpPr>
        <p:spPr>
          <a:xfrm xmlns:a="http://schemas.openxmlformats.org/drawingml/2006/main">
            <a:off x="285135" y="1060380"/>
            <a:ext cx="10160015" cy="5148360"/>
          </a:xfrm>
          <a:prstGeom xmlns:a="http://schemas.openxmlformats.org/drawingml/2006/main" prst="rect">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126" name="Rectangle 4">
            <a:extLst xmlns:a="http://schemas.openxmlformats.org/drawingml/2006/main">
              <a:ext uri="{FF2B5EF4-FFF2-40B4-BE49-F238E27FC236}">
                <a16:creationId xmlns:a16="http://schemas.microsoft.com/office/drawing/2014/main" id="{F3993100-69A5-462E-8AF5-84A93717AE88}"/>
              </a:ext>
            </a:extLst>
          </p:cNvPr>
          <p:cNvSpPr>
            <a:spLocks xmlns:a="http://schemas.openxmlformats.org/drawingml/2006/main" noGrp="1"/>
          </p:cNvSpPr>
          <p:nvPr/>
        </p:nvSpPr>
        <p:spPr>
          <a:xfrm xmlns:a="http://schemas.openxmlformats.org/drawingml/2006/main">
            <a:off x="640080" y="1371600"/>
            <a:ext cx="109440" cy="2971440"/>
          </a:xfrm>
          <a:prstGeom xmlns:a="http://schemas.openxmlformats.org/drawingml/2006/main" prst="rect">
            <a:avLst/>
          </a:prstGeom>
          <a:solidFill xmlns:a="http://schemas.openxmlformats.org/drawingml/2006/main">
            <a:srgbClr val="FEC01D"/>
          </a:solidFill>
          <a:ln xmlns:a="http://schemas.openxmlformats.org/drawingml/2006/main">
            <a:solidFill>
              <a:srgbClr val="FEC01D"/>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127" name="TextBox 5">
            <a:extLst xmlns:a="http://schemas.openxmlformats.org/drawingml/2006/main">
              <a:ext uri="{FF2B5EF4-FFF2-40B4-BE49-F238E27FC236}">
                <a16:creationId xmlns:a16="http://schemas.microsoft.com/office/drawing/2014/main" id="{AE2FAC6D-F8D3-4943-982A-7E9B678D786E}"/>
              </a:ext>
            </a:extLst>
          </p:cNvPr>
          <p:cNvSpPr>
            <a:spLocks xmlns:a="http://schemas.openxmlformats.org/drawingml/2006/main" noGrp="1"/>
          </p:cNvSpPr>
          <p:nvPr/>
        </p:nvSpPr>
        <p:spPr>
          <a:xfrm xmlns:a="http://schemas.openxmlformats.org/drawingml/2006/main">
            <a:off x="960120" y="1569098"/>
            <a:ext cx="9966600" cy="1021964"/>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3200" b="1" u="none" strike="noStrike">
                <a:solidFill>
                  <a:srgbClr val="FFFFFF"/>
                </a:solidFill>
                <a:latin typeface="Times New Roman"/>
                <a:ea typeface="Times New Roman"/>
                <a:cs typeface="Times New Roman"/>
              </a:rPr>
              <a:t>PHẦN 1 </a:t>
            </a:r>
            <a:endParaRPr sz="32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3200" b="1" u="none" strike="noStrike">
                <a:solidFill>
                  <a:srgbClr val="FFFFFF"/>
                </a:solidFill>
                <a:latin typeface="Times New Roman"/>
                <a:ea typeface="Times New Roman"/>
                <a:cs typeface="Times New Roman"/>
              </a:rPr>
              <a:t>Giới thiệu đề tài</a:t>
            </a:r>
            <a:endParaRPr sz="3200" b="0" u="none" strike="noStrike">
              <a:solidFill>
                <a:srgbClr val="000000"/>
              </a:solidFill>
              <a:latin typeface="Times New Roman"/>
              <a:ea typeface="Times New Roman"/>
              <a:cs typeface="Times New Roman"/>
            </a:endParaRPr>
          </a:p>
        </p:txBody>
      </p:sp>
      <p:sp>
        <p:nvSpPr>
          <p:cNvPr id="128" name="TextBox 6">
            <a:extLst xmlns:a="http://schemas.openxmlformats.org/drawingml/2006/main">
              <a:ext uri="{FF2B5EF4-FFF2-40B4-BE49-F238E27FC236}">
                <a16:creationId xmlns:a16="http://schemas.microsoft.com/office/drawing/2014/main" id="{B8A74685-A44F-462E-9CED-C4AF45CF2EB6}"/>
              </a:ext>
            </a:extLst>
          </p:cNvPr>
          <p:cNvSpPr>
            <a:spLocks xmlns:a="http://schemas.openxmlformats.org/drawingml/2006/main" noGrp="1"/>
          </p:cNvSpPr>
          <p:nvPr/>
        </p:nvSpPr>
        <p:spPr>
          <a:xfrm xmlns:a="http://schemas.openxmlformats.org/drawingml/2006/main">
            <a:off x="11384280" y="6492240"/>
            <a:ext cx="438480" cy="2743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spAutoFit/>
          </a:bodyPr>
          <a:lstStyle xmlns:a="http://schemas.openxmlformats.org/drawingml/2006/main"/>
          <a:p xmlns:a="http://schemas.openxmlformats.org/drawingml/2006/main">
            <a:pPr algn="r" defTabSz="914400">
              <a:lnSpc>
                <a:spcPct val="100000"/>
              </a:lnSpc>
              <a:buNone/>
            </a:pPr>
            <a:r>
              <a:rPr sz="1800" b="1" u="none" strike="noStrike">
                <a:solidFill>
                  <a:srgbClr val="044F9E"/>
                </a:solidFill>
                <a:latin typeface="Times New Roman"/>
                <a:ea typeface="Times New Roman"/>
                <a:cs typeface="Times New Roman"/>
              </a:rPr>
              <a:t>4</a:t>
            </a:r>
            <a:endParaRPr sz="1800" b="0" u="none" strike="noStrike">
              <a:solidFill>
                <a:srgbClr val="000000"/>
              </a:solidFill>
              <a:latin typeface="Times New Roman"/>
              <a:ea typeface="Times New Roman"/>
              <a:cs typeface="Times New Roman"/>
            </a:endParaRPr>
          </a:p>
        </p:txBody>
      </p:sp>
      <p:sp>
        <p:nvSpPr>
          <p:cNvPr id="129" name="TextBox 7">
            <a:extLst xmlns:a="http://schemas.openxmlformats.org/drawingml/2006/main">
              <a:ext uri="{FF2B5EF4-FFF2-40B4-BE49-F238E27FC236}">
                <a16:creationId xmlns:a16="http://schemas.microsoft.com/office/drawing/2014/main" id="{ABA2FD8A-B98F-439D-A8A9-92199F01D06C}"/>
              </a:ext>
            </a:extLst>
          </p:cNvPr>
          <p:cNvSpPr>
            <a:spLocks xmlns:a="http://schemas.openxmlformats.org/drawingml/2006/main" noGrp="1"/>
          </p:cNvSpPr>
          <p:nvPr/>
        </p:nvSpPr>
        <p:spPr>
          <a:xfrm xmlns:a="http://schemas.openxmlformats.org/drawingml/2006/main">
            <a:off x="1005840" y="3154680"/>
            <a:ext cx="9875160" cy="9597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300" b="0" u="none" strike="noStrike">
                <a:solidFill>
                  <a:srgbClr val="FFFFFF"/>
                </a:solidFill>
                <a:latin typeface="Times New Roman"/>
                <a:ea typeface="Times New Roman"/>
                <a:cs typeface="Times New Roman"/>
              </a:rPr>
              <a:t>Từ tín hiệu thiên văn đến bài toán phân loại dữ liệu</a:t>
            </a:r>
            <a:endParaRPr sz="2300" b="0" u="none" strike="noStrike">
              <a:solidFill>
                <a:srgbClr val="000000"/>
              </a:solidFill>
              <a:latin typeface="Times New Roman"/>
              <a:ea typeface="Times New Roman"/>
              <a:cs typeface="Times New Roman"/>
            </a:endParaRPr>
          </a:p>
        </p:txBody>
      </p:sp>
    </p:spTree>
    <p:extLst>
      <p:ext uri="{BB962C8B-B14F-4D97-AF65-F5344CB8AC3E}">
        <p14:creationId xmlns:p14="http://schemas.microsoft.com/office/powerpoint/2010/main" val="1644191783"/>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131" name="PlaceHolder 2">
            <a:extLst xmlns:a="http://schemas.openxmlformats.org/drawingml/2006/main">
              <a:ext uri="{FF2B5EF4-FFF2-40B4-BE49-F238E27FC236}">
                <a16:creationId xmlns:a16="http://schemas.microsoft.com/office/drawing/2014/main" id="{812CD0C7-00D5-4850-A518-82BD6BD48D96}"/>
              </a:ext>
            </a:extLst>
          </p:cNvPr>
          <p:cNvSpPr>
            <a:spLocks xmlns:a="http://schemas.openxmlformats.org/drawingml/2006/main" noGrp="1"/>
          </p:cNvSpPr>
          <p:nvPr>
            <p:ph idx="0"/>
          </p:nvPr>
        </p:nvSpPr>
        <p:spPr>
          <a:xfrm xmlns:a="http://schemas.openxmlformats.org/drawingml/2006/main">
            <a:off x="839880" y="2057400"/>
            <a:ext cx="3931920" cy="38113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91440" tIns="45720" rIns="91440" bIns="45720" anchor="t">
            <a:noAutofit/>
          </a:bodyPr>
          <a:lstStyle xmlns:a="http://schemas.openxmlformats.org/drawingml/2006/main"/>
          <a:p xmlns:a="http://schemas.openxmlformats.org/drawingml/2006/main">
            <a:pPr indent="0">
              <a:lnSpc>
                <a:spcPct val="90000"/>
              </a:lnSpc>
              <a:spcBef>
                <a:spcPts val="1417"/>
              </a:spcBef>
              <a:buNone/>
            </a:pPr>
            <a:endParaRPr sz="1800" b="0" u="none" strike="noStrike">
              <a:solidFill>
                <a:schemeClr val="dk1"/>
              </a:solidFill>
              <a:latin typeface="Times New Roman"/>
              <a:ea typeface="Times New Roman"/>
              <a:cs typeface="Times New Roman"/>
            </a:endParaRPr>
          </a:p>
        </p:txBody>
      </p:sp>
      <p:sp>
        <p:nvSpPr>
          <p:cNvPr id="133" name="TextBox 4">
            <a:extLst xmlns:a="http://schemas.openxmlformats.org/drawingml/2006/main">
              <a:ext uri="{FF2B5EF4-FFF2-40B4-BE49-F238E27FC236}">
                <a16:creationId xmlns:a16="http://schemas.microsoft.com/office/drawing/2014/main" id="{871EB5CD-9ED6-4209-A362-7BB666C8BD59}"/>
              </a:ext>
            </a:extLst>
          </p:cNvPr>
          <p:cNvSpPr>
            <a:spLocks xmlns:a="http://schemas.openxmlformats.org/drawingml/2006/main" noGrp="1"/>
          </p:cNvSpPr>
          <p:nvPr/>
        </p:nvSpPr>
        <p:spPr>
          <a:xfrm xmlns:a="http://schemas.openxmlformats.org/drawingml/2006/main">
            <a:off x="713160" y="603360"/>
            <a:ext cx="10881000" cy="6030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defTabSz="914400">
              <a:lnSpc>
                <a:spcPct val="100000"/>
              </a:lnSpc>
              <a:buNone/>
            </a:pPr>
            <a:r>
              <a:rPr sz="2900" b="1" u="none" strike="noStrike">
                <a:solidFill>
                  <a:srgbClr val="044F9E"/>
                </a:solidFill>
                <a:latin typeface="Times New Roman"/>
                <a:ea typeface="Times New Roman"/>
                <a:cs typeface="Times New Roman"/>
              </a:rPr>
              <a:t>Transit tạo ra biến thiên độ sáng có thể đo được</a:t>
            </a:r>
            <a:endParaRPr sz="2900" b="0" u="none" strike="noStrike">
              <a:solidFill>
                <a:srgbClr val="000000"/>
              </a:solidFill>
              <a:latin typeface="Times New Roman"/>
              <a:ea typeface="Times New Roman"/>
              <a:cs typeface="Times New Roman"/>
            </a:endParaRPr>
          </a:p>
        </p:txBody>
      </p:sp>
      <p:sp>
        <p:nvSpPr>
          <p:cNvPr id="134" name="Rectangle 5">
            <a:extLst xmlns:a="http://schemas.openxmlformats.org/drawingml/2006/main">
              <a:ext uri="{FF2B5EF4-FFF2-40B4-BE49-F238E27FC236}">
                <a16:creationId xmlns:a16="http://schemas.microsoft.com/office/drawing/2014/main" id="{77E653FF-67FB-4D15-9D81-ABCF65404032}"/>
              </a:ext>
            </a:extLst>
          </p:cNvPr>
          <p:cNvSpPr>
            <a:spLocks xmlns:a="http://schemas.openxmlformats.org/drawingml/2006/main" noGrp="1"/>
          </p:cNvSpPr>
          <p:nvPr/>
        </p:nvSpPr>
        <p:spPr>
          <a:xfrm xmlns:a="http://schemas.openxmlformats.org/drawingml/2006/main">
            <a:off x="731520" y="1243440"/>
            <a:ext cx="822600" cy="5004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5400" rIns="90000" bIns="54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135" name="TextBox 6">
            <a:extLst xmlns:a="http://schemas.openxmlformats.org/drawingml/2006/main">
              <a:ext uri="{FF2B5EF4-FFF2-40B4-BE49-F238E27FC236}">
                <a16:creationId xmlns:a16="http://schemas.microsoft.com/office/drawing/2014/main" id="{2927863C-DC28-4827-A7D9-0A6F6BBB5F1D}"/>
              </a:ext>
            </a:extLst>
          </p:cNvPr>
          <p:cNvSpPr>
            <a:spLocks xmlns:a="http://schemas.openxmlformats.org/drawingml/2006/main" noGrp="1"/>
          </p:cNvSpPr>
          <p:nvPr/>
        </p:nvSpPr>
        <p:spPr>
          <a:xfrm xmlns:a="http://schemas.openxmlformats.org/drawingml/2006/main">
            <a:off x="11384280" y="6492240"/>
            <a:ext cx="438480" cy="2743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spAutoFit/>
          </a:bodyPr>
          <a:lstStyle xmlns:a="http://schemas.openxmlformats.org/drawingml/2006/main"/>
          <a:p xmlns:a="http://schemas.openxmlformats.org/drawingml/2006/main">
            <a:pPr algn="r" defTabSz="914400">
              <a:lnSpc>
                <a:spcPct val="100000"/>
              </a:lnSpc>
              <a:buNone/>
            </a:pPr>
            <a:r>
              <a:rPr sz="1800" b="1" u="none" strike="noStrike">
                <a:solidFill>
                  <a:srgbClr val="044F9E"/>
                </a:solidFill>
                <a:latin typeface="Times New Roman"/>
                <a:ea typeface="Times New Roman"/>
                <a:cs typeface="Times New Roman"/>
              </a:rPr>
              <a:t>5</a:t>
            </a:r>
            <a:endParaRPr sz="1800" b="0" u="none" strike="noStrike">
              <a:solidFill>
                <a:srgbClr val="000000"/>
              </a:solidFill>
              <a:latin typeface="Times New Roman"/>
              <a:ea typeface="Times New Roman"/>
              <a:cs typeface="Times New Roman"/>
            </a:endParaRPr>
          </a:p>
        </p:txBody>
      </p:sp>
      <p:sp>
        <p:nvSpPr>
          <p:cNvPr id="136" name="Rounded Rectangle 7">
            <a:extLst xmlns:a="http://schemas.openxmlformats.org/drawingml/2006/main">
              <a:ext uri="{FF2B5EF4-FFF2-40B4-BE49-F238E27FC236}">
                <a16:creationId xmlns:a16="http://schemas.microsoft.com/office/drawing/2014/main" id="{FE335AF2-F11C-4294-939E-D6AB3CD7D976}"/>
              </a:ext>
            </a:extLst>
          </p:cNvPr>
          <p:cNvSpPr>
            <a:spLocks xmlns:a="http://schemas.openxmlformats.org/drawingml/2006/main" noGrp="1"/>
          </p:cNvSpPr>
          <p:nvPr/>
        </p:nvSpPr>
        <p:spPr>
          <a:xfrm xmlns:a="http://schemas.openxmlformats.org/drawingml/2006/main">
            <a:off x="658440" y="1536120"/>
            <a:ext cx="5486040" cy="452592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137" name="Oval 8">
            <a:extLst xmlns:a="http://schemas.openxmlformats.org/drawingml/2006/main">
              <a:ext uri="{FF2B5EF4-FFF2-40B4-BE49-F238E27FC236}">
                <a16:creationId xmlns:a16="http://schemas.microsoft.com/office/drawing/2014/main" id="{B904AC18-CAC2-4F5D-B303-B08B2AE126DF}"/>
              </a:ext>
            </a:extLst>
          </p:cNvPr>
          <p:cNvSpPr>
            <a:spLocks xmlns:a="http://schemas.openxmlformats.org/drawingml/2006/main" noGrp="1"/>
          </p:cNvSpPr>
          <p:nvPr/>
        </p:nvSpPr>
        <p:spPr>
          <a:xfrm xmlns:a="http://schemas.openxmlformats.org/drawingml/2006/main">
            <a:off x="1143000" y="2057400"/>
            <a:ext cx="4297320" cy="2742840"/>
          </a:xfrm>
          <a:prstGeom xmlns:a="http://schemas.openxmlformats.org/drawingml/2006/main" prst="ellipse">
            <a:avLst/>
          </a:prstGeom>
          <a:noFill xmlns:a="http://schemas.openxmlformats.org/drawingml/2006/main"/>
          <a:ln xmlns:a="http://schemas.openxmlformats.org/drawingml/2006/main" w="25400">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138" name="Oval 9">
            <a:extLst xmlns:a="http://schemas.openxmlformats.org/drawingml/2006/main">
              <a:ext uri="{FF2B5EF4-FFF2-40B4-BE49-F238E27FC236}">
                <a16:creationId xmlns:a16="http://schemas.microsoft.com/office/drawing/2014/main" id="{67497D2C-44A3-4076-8758-69050ADF2301}"/>
              </a:ext>
            </a:extLst>
          </p:cNvPr>
          <p:cNvSpPr>
            <a:spLocks xmlns:a="http://schemas.openxmlformats.org/drawingml/2006/main" noGrp="1"/>
          </p:cNvSpPr>
          <p:nvPr/>
        </p:nvSpPr>
        <p:spPr>
          <a:xfrm xmlns:a="http://schemas.openxmlformats.org/drawingml/2006/main">
            <a:off x="2743200" y="2853000"/>
            <a:ext cx="1005480" cy="1005480"/>
          </a:xfrm>
          <a:prstGeom xmlns:a="http://schemas.openxmlformats.org/drawingml/2006/main" prst="ellipse">
            <a:avLst/>
          </a:prstGeom>
          <a:solidFill xmlns:a="http://schemas.openxmlformats.org/drawingml/2006/main">
            <a:srgbClr val="FEC01D"/>
          </a:solidFill>
          <a:ln xmlns:a="http://schemas.openxmlformats.org/drawingml/2006/main" w="12700">
            <a:solidFill>
              <a:srgbClr val="FEC01D"/>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 tIns="9000" rIns="9000" bIns="9000" anchor="ctr">
            <a:noAutofit/>
          </a:bodyPr>
          <a:lstStyle xmlns:a="http://schemas.openxmlformats.org/drawingml/2006/main"/>
          <a:p xmlns:a="http://schemas.openxmlformats.org/drawingml/2006/main">
            <a:pPr algn="ctr" defTabSz="914400">
              <a:lnSpc>
                <a:spcPct val="100000"/>
              </a:lnSpc>
              <a:buNone/>
            </a:pPr>
            <a:r>
              <a:rPr sz="1800" b="1" u="none" strike="noStrike">
                <a:solidFill>
                  <a:srgbClr val="18324B"/>
                </a:solidFill>
                <a:latin typeface="Times New Roman"/>
                <a:ea typeface="Times New Roman"/>
                <a:cs typeface="Times New Roman"/>
              </a:rPr>
              <a:t>SAO</a:t>
            </a:r>
            <a:endParaRPr sz="1800" b="0" u="none" strike="noStrike">
              <a:solidFill>
                <a:srgbClr val="000000"/>
              </a:solidFill>
              <a:latin typeface="Times New Roman"/>
              <a:ea typeface="Times New Roman"/>
              <a:cs typeface="Times New Roman"/>
            </a:endParaRPr>
          </a:p>
        </p:txBody>
      </p:sp>
      <p:sp>
        <p:nvSpPr>
          <p:cNvPr id="139" name="Oval 10">
            <a:extLst xmlns:a="http://schemas.openxmlformats.org/drawingml/2006/main">
              <a:ext uri="{FF2B5EF4-FFF2-40B4-BE49-F238E27FC236}">
                <a16:creationId xmlns:a16="http://schemas.microsoft.com/office/drawing/2014/main" id="{FA2A785F-28BE-4A88-BD36-66DB66CF9ADA}"/>
              </a:ext>
            </a:extLst>
          </p:cNvPr>
          <p:cNvSpPr>
            <a:spLocks xmlns:a="http://schemas.openxmlformats.org/drawingml/2006/main" noGrp="1"/>
          </p:cNvSpPr>
          <p:nvPr/>
        </p:nvSpPr>
        <p:spPr>
          <a:xfrm xmlns:a="http://schemas.openxmlformats.org/drawingml/2006/main">
            <a:off x="4498920" y="3886200"/>
            <a:ext cx="402120" cy="402120"/>
          </a:xfrm>
          <a:prstGeom xmlns:a="http://schemas.openxmlformats.org/drawingml/2006/main" prst="ellipse">
            <a:avLst/>
          </a:prstGeom>
          <a:solidFill xmlns:a="http://schemas.openxmlformats.org/drawingml/2006/main">
            <a:srgbClr val="044F9E"/>
          </a:solidFill>
          <a:ln xmlns:a="http://schemas.openxmlformats.org/drawingml/2006/main" w="12700">
            <a:solidFill>
              <a:srgbClr val="044F9E"/>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cxnSp>
        <p:nvCxnSpPr>
          <p:cNvPr id="140" name="Connector 11">
            <a:extLst xmlns:a="http://schemas.openxmlformats.org/drawingml/2006/main">
              <a:ext uri="{FF2B5EF4-FFF2-40B4-BE49-F238E27FC236}">
                <a16:creationId xmlns:a16="http://schemas.microsoft.com/office/drawing/2014/main" id="{726F8B3F-5B37-40BB-A95E-D5BC2A543DF0}"/>
              </a:ext>
            </a:extLst>
          </p:cNvPr>
          <p:cNvCxnSpPr/>
          <p:nvPr/>
        </p:nvCxnSpPr>
        <p:spPr>
          <a:xfrm xmlns:a="http://schemas.openxmlformats.org/drawingml/2006/main">
            <a:off x="1325880" y="4078080"/>
            <a:ext cx="3904560" cy="360"/>
          </a:xfrm>
          <a:prstGeom xmlns:a="http://schemas.openxmlformats.org/drawingml/2006/main" prst="straightConnector1">
            <a:avLst/>
          </a:prstGeom>
          <a:ln xmlns:a="http://schemas.openxmlformats.org/drawingml/2006/main" w="22860">
            <a:solidFill>
              <a:srgbClr val="E81F26"/>
            </a:solidFill>
          </a:ln>
        </p:spPr>
      </p:cxnSp>
      <p:sp>
        <p:nvSpPr>
          <p:cNvPr id="141" name="TextBox 12">
            <a:extLst xmlns:a="http://schemas.openxmlformats.org/drawingml/2006/main">
              <a:ext uri="{FF2B5EF4-FFF2-40B4-BE49-F238E27FC236}">
                <a16:creationId xmlns:a16="http://schemas.microsoft.com/office/drawing/2014/main" id="{48B071DD-392D-4746-BC81-3895C3D36F1B}"/>
              </a:ext>
            </a:extLst>
          </p:cNvPr>
          <p:cNvSpPr>
            <a:spLocks xmlns:a="http://schemas.openxmlformats.org/drawingml/2006/main" noGrp="1"/>
          </p:cNvSpPr>
          <p:nvPr/>
        </p:nvSpPr>
        <p:spPr>
          <a:xfrm xmlns:a="http://schemas.openxmlformats.org/drawingml/2006/main">
            <a:off x="1143000" y="5139000"/>
            <a:ext cx="4525920" cy="5299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algn="ctr" defTabSz="914400">
              <a:lnSpc>
                <a:spcPct val="100000"/>
              </a:lnSpc>
              <a:buNone/>
            </a:pPr>
            <a:r>
              <a:rPr sz="1800" b="1" u="none" strike="noStrike">
                <a:solidFill>
                  <a:srgbClr val="044F9E"/>
                </a:solidFill>
                <a:latin typeface="Times New Roman"/>
                <a:ea typeface="Times New Roman"/>
                <a:cs typeface="Times New Roman"/>
              </a:rPr>
              <a:t>Hành tinh đi qua phía trước sao</a:t>
            </a:r>
            <a:endParaRPr sz="1800" b="0" u="none" strike="noStrike">
              <a:solidFill>
                <a:srgbClr val="000000"/>
              </a:solidFill>
              <a:latin typeface="Times New Roman"/>
              <a:ea typeface="Times New Roman"/>
              <a:cs typeface="Times New Roman"/>
            </a:endParaRPr>
          </a:p>
        </p:txBody>
      </p:sp>
      <p:sp>
        <p:nvSpPr>
          <p:cNvPr id="142" name="Rounded Rectangle 13">
            <a:extLst xmlns:a="http://schemas.openxmlformats.org/drawingml/2006/main">
              <a:ext uri="{FF2B5EF4-FFF2-40B4-BE49-F238E27FC236}">
                <a16:creationId xmlns:a16="http://schemas.microsoft.com/office/drawing/2014/main" id="{103832F8-F4D9-433C-BE9D-072F493DDF9C}"/>
              </a:ext>
            </a:extLst>
          </p:cNvPr>
          <p:cNvSpPr>
            <a:spLocks xmlns:a="http://schemas.openxmlformats.org/drawingml/2006/main" noGrp="1"/>
          </p:cNvSpPr>
          <p:nvPr/>
        </p:nvSpPr>
        <p:spPr>
          <a:xfrm xmlns:a="http://schemas.openxmlformats.org/drawingml/2006/main">
            <a:off x="6419160" y="1536120"/>
            <a:ext cx="5047200" cy="452592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143" name="TextBox 14">
            <a:extLst xmlns:a="http://schemas.openxmlformats.org/drawingml/2006/main">
              <a:ext uri="{FF2B5EF4-FFF2-40B4-BE49-F238E27FC236}">
                <a16:creationId xmlns:a16="http://schemas.microsoft.com/office/drawing/2014/main" id="{6CC9203B-B7C8-4A3C-B339-B32005FB4CCB}"/>
              </a:ext>
            </a:extLst>
          </p:cNvPr>
          <p:cNvSpPr>
            <a:spLocks xmlns:a="http://schemas.openxmlformats.org/drawingml/2006/main" noGrp="1"/>
          </p:cNvSpPr>
          <p:nvPr/>
        </p:nvSpPr>
        <p:spPr>
          <a:xfrm xmlns:a="http://schemas.openxmlformats.org/drawingml/2006/main">
            <a:off x="6693480" y="1755720"/>
            <a:ext cx="4525920" cy="3837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algn="ctr" defTabSz="914400">
              <a:lnSpc>
                <a:spcPct val="100000"/>
              </a:lnSpc>
              <a:buNone/>
            </a:pPr>
            <a:r>
              <a:rPr sz="2100" b="1" u="none" strike="noStrike">
                <a:solidFill>
                  <a:srgbClr val="044F9E"/>
                </a:solidFill>
                <a:latin typeface="Times New Roman"/>
                <a:ea typeface="Times New Roman"/>
                <a:cs typeface="Times New Roman"/>
              </a:rPr>
              <a:t>Độ sáng theo thời gian</a:t>
            </a:r>
            <a:endParaRPr sz="2100" b="0" u="none" strike="noStrike">
              <a:solidFill>
                <a:srgbClr val="000000"/>
              </a:solidFill>
              <a:latin typeface="Times New Roman"/>
              <a:ea typeface="Times New Roman"/>
              <a:cs typeface="Times New Roman"/>
            </a:endParaRPr>
          </a:p>
        </p:txBody>
      </p:sp>
      <p:cxnSp>
        <p:nvCxnSpPr>
          <p:cNvPr id="144" name="Connector 15">
            <a:extLst xmlns:a="http://schemas.openxmlformats.org/drawingml/2006/main">
              <a:ext uri="{FF2B5EF4-FFF2-40B4-BE49-F238E27FC236}">
                <a16:creationId xmlns:a16="http://schemas.microsoft.com/office/drawing/2014/main" id="{828C7F84-30EB-4D4F-93D2-24559859D34A}"/>
              </a:ext>
            </a:extLst>
          </p:cNvPr>
          <p:cNvCxnSpPr/>
          <p:nvPr/>
        </p:nvCxnSpPr>
        <p:spPr>
          <a:xfrm xmlns:a="http://schemas.openxmlformats.org/drawingml/2006/main">
            <a:off x="6903720" y="5230080"/>
            <a:ext cx="4115160" cy="360"/>
          </a:xfrm>
          <a:prstGeom xmlns:a="http://schemas.openxmlformats.org/drawingml/2006/main" prst="straightConnector1">
            <a:avLst/>
          </a:prstGeom>
          <a:ln xmlns:a="http://schemas.openxmlformats.org/drawingml/2006/main" w="17780">
            <a:solidFill>
              <a:srgbClr val="18324B"/>
            </a:solidFill>
          </a:ln>
        </p:spPr>
      </p:cxnSp>
      <p:cxnSp>
        <p:nvCxnSpPr>
          <p:cNvPr id="145" name="Connector 16">
            <a:extLst xmlns:a="http://schemas.openxmlformats.org/drawingml/2006/main">
              <a:ext uri="{FF2B5EF4-FFF2-40B4-BE49-F238E27FC236}">
                <a16:creationId xmlns:a16="http://schemas.microsoft.com/office/drawing/2014/main" id="{15679BBB-7B02-4BD5-AF76-7B87007A22DC}"/>
              </a:ext>
            </a:extLst>
          </p:cNvPr>
          <p:cNvCxnSpPr/>
          <p:nvPr/>
        </p:nvCxnSpPr>
        <p:spPr>
          <a:xfrm xmlns:a="http://schemas.openxmlformats.org/drawingml/2006/main">
            <a:off x="6903720" y="2486880"/>
            <a:ext cx="360" cy="2743560"/>
          </a:xfrm>
          <a:prstGeom xmlns:a="http://schemas.openxmlformats.org/drawingml/2006/main" prst="straightConnector1">
            <a:avLst/>
          </a:prstGeom>
          <a:ln xmlns:a="http://schemas.openxmlformats.org/drawingml/2006/main" w="17780">
            <a:solidFill>
              <a:srgbClr val="18324B"/>
            </a:solidFill>
          </a:ln>
        </p:spPr>
      </p:cxnSp>
      <p:cxnSp>
        <p:nvCxnSpPr>
          <p:cNvPr id="146" name="Connector 17">
            <a:extLst xmlns:a="http://schemas.openxmlformats.org/drawingml/2006/main">
              <a:ext uri="{FF2B5EF4-FFF2-40B4-BE49-F238E27FC236}">
                <a16:creationId xmlns:a16="http://schemas.microsoft.com/office/drawing/2014/main" id="{B9676BAA-C076-40E4-9D24-955788279EED}"/>
              </a:ext>
            </a:extLst>
          </p:cNvPr>
          <p:cNvCxnSpPr/>
          <p:nvPr/>
        </p:nvCxnSpPr>
        <p:spPr>
          <a:xfrm xmlns:a="http://schemas.openxmlformats.org/drawingml/2006/main">
            <a:off x="7086600" y="3246120"/>
            <a:ext cx="1097280" cy="360"/>
          </a:xfrm>
          <a:prstGeom xmlns:a="http://schemas.openxmlformats.org/drawingml/2006/main" prst="straightConnector1">
            <a:avLst/>
          </a:prstGeom>
          <a:ln xmlns:a="http://schemas.openxmlformats.org/drawingml/2006/main" w="30480">
            <a:solidFill>
              <a:srgbClr val="2072B7"/>
            </a:solidFill>
          </a:ln>
        </p:spPr>
      </p:cxnSp>
      <p:cxnSp>
        <p:nvCxnSpPr>
          <p:cNvPr id="147" name="Connector 18">
            <a:extLst xmlns:a="http://schemas.openxmlformats.org/drawingml/2006/main">
              <a:ext uri="{FF2B5EF4-FFF2-40B4-BE49-F238E27FC236}">
                <a16:creationId xmlns:a16="http://schemas.microsoft.com/office/drawing/2014/main" id="{3D80423A-D722-4958-8C22-BF09CFE485AD}"/>
              </a:ext>
            </a:extLst>
          </p:cNvPr>
          <p:cNvCxnSpPr/>
          <p:nvPr/>
        </p:nvCxnSpPr>
        <p:spPr>
          <a:xfrm xmlns:a="http://schemas.openxmlformats.org/drawingml/2006/main">
            <a:off x="8183520" y="3246120"/>
            <a:ext cx="457920" cy="978480"/>
          </a:xfrm>
          <a:prstGeom xmlns:a="http://schemas.openxmlformats.org/drawingml/2006/main" prst="straightConnector1">
            <a:avLst/>
          </a:prstGeom>
          <a:ln xmlns:a="http://schemas.openxmlformats.org/drawingml/2006/main" w="30480">
            <a:solidFill>
              <a:srgbClr val="E81F26"/>
            </a:solidFill>
          </a:ln>
        </p:spPr>
      </p:cxnSp>
      <p:cxnSp>
        <p:nvCxnSpPr>
          <p:cNvPr id="148" name="Connector 19">
            <a:extLst xmlns:a="http://schemas.openxmlformats.org/drawingml/2006/main">
              <a:ext uri="{FF2B5EF4-FFF2-40B4-BE49-F238E27FC236}">
                <a16:creationId xmlns:a16="http://schemas.microsoft.com/office/drawing/2014/main" id="{C5BEA28C-5C42-403A-BFDF-CC70D01D26C4}"/>
              </a:ext>
            </a:extLst>
          </p:cNvPr>
          <p:cNvCxnSpPr/>
          <p:nvPr/>
        </p:nvCxnSpPr>
        <p:spPr>
          <a:xfrm xmlns:a="http://schemas.openxmlformats.org/drawingml/2006/main">
            <a:off x="8641080" y="4224240"/>
            <a:ext cx="640440" cy="360"/>
          </a:xfrm>
          <a:prstGeom xmlns:a="http://schemas.openxmlformats.org/drawingml/2006/main" prst="straightConnector1">
            <a:avLst/>
          </a:prstGeom>
          <a:ln xmlns:a="http://schemas.openxmlformats.org/drawingml/2006/main" w="30480">
            <a:solidFill>
              <a:srgbClr val="E81F26"/>
            </a:solidFill>
          </a:ln>
        </p:spPr>
      </p:cxnSp>
      <p:cxnSp>
        <p:nvCxnSpPr>
          <p:cNvPr id="149" name="Connector 20">
            <a:extLst xmlns:a="http://schemas.openxmlformats.org/drawingml/2006/main">
              <a:ext uri="{FF2B5EF4-FFF2-40B4-BE49-F238E27FC236}">
                <a16:creationId xmlns:a16="http://schemas.microsoft.com/office/drawing/2014/main" id="{0E442DE0-4E73-4EDD-9355-D86829C4234B}"/>
              </a:ext>
            </a:extLst>
          </p:cNvPr>
          <p:cNvCxnSpPr/>
          <p:nvPr/>
        </p:nvCxnSpPr>
        <p:spPr>
          <a:xfrm xmlns:a="http://schemas.openxmlformats.org/drawingml/2006/main" flipV="1">
            <a:off x="9281160" y="3246120"/>
            <a:ext cx="457560" cy="978480"/>
          </a:xfrm>
          <a:prstGeom xmlns:a="http://schemas.openxmlformats.org/drawingml/2006/main" prst="straightConnector1">
            <a:avLst/>
          </a:prstGeom>
          <a:ln xmlns:a="http://schemas.openxmlformats.org/drawingml/2006/main" w="30480">
            <a:solidFill>
              <a:srgbClr val="E81F26"/>
            </a:solidFill>
          </a:ln>
        </p:spPr>
      </p:cxnSp>
      <p:cxnSp>
        <p:nvCxnSpPr>
          <p:cNvPr id="150" name="Connector 21">
            <a:extLst xmlns:a="http://schemas.openxmlformats.org/drawingml/2006/main">
              <a:ext uri="{FF2B5EF4-FFF2-40B4-BE49-F238E27FC236}">
                <a16:creationId xmlns:a16="http://schemas.microsoft.com/office/drawing/2014/main" id="{DD9F4924-DA53-4A8F-B0EB-8DCFC2D8A11B}"/>
              </a:ext>
            </a:extLst>
          </p:cNvPr>
          <p:cNvCxnSpPr/>
          <p:nvPr/>
        </p:nvCxnSpPr>
        <p:spPr>
          <a:xfrm xmlns:a="http://schemas.openxmlformats.org/drawingml/2006/main">
            <a:off x="9738360" y="3246120"/>
            <a:ext cx="1097640" cy="360"/>
          </a:xfrm>
          <a:prstGeom xmlns:a="http://schemas.openxmlformats.org/drawingml/2006/main" prst="straightConnector1">
            <a:avLst/>
          </a:prstGeom>
          <a:ln xmlns:a="http://schemas.openxmlformats.org/drawingml/2006/main" w="30480">
            <a:solidFill>
              <a:srgbClr val="2072B7"/>
            </a:solidFill>
          </a:ln>
        </p:spPr>
      </p:cxnSp>
      <p:sp>
        <p:nvSpPr>
          <p:cNvPr id="151" name="TextBox 22">
            <a:extLst xmlns:a="http://schemas.openxmlformats.org/drawingml/2006/main">
              <a:ext uri="{FF2B5EF4-FFF2-40B4-BE49-F238E27FC236}">
                <a16:creationId xmlns:a16="http://schemas.microsoft.com/office/drawing/2014/main" id="{F2B16DCA-CEA8-4864-B8E1-37728917898C}"/>
              </a:ext>
            </a:extLst>
          </p:cNvPr>
          <p:cNvSpPr>
            <a:spLocks xmlns:a="http://schemas.openxmlformats.org/drawingml/2006/main" noGrp="1"/>
          </p:cNvSpPr>
          <p:nvPr/>
        </p:nvSpPr>
        <p:spPr>
          <a:xfrm xmlns:a="http://schemas.openxmlformats.org/drawingml/2006/main">
            <a:off x="7315200" y="5486400"/>
            <a:ext cx="3748680" cy="3106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algn="ctr" defTabSz="914400">
              <a:lnSpc>
                <a:spcPct val="100000"/>
              </a:lnSpc>
              <a:buNone/>
            </a:pPr>
            <a:r>
              <a:rPr sz="1800" b="0" u="none" strike="noStrike">
                <a:solidFill>
                  <a:srgbClr val="18324B"/>
                </a:solidFill>
                <a:latin typeface="Times New Roman"/>
                <a:ea typeface="Times New Roman"/>
                <a:cs typeface="Times New Roman"/>
              </a:rPr>
              <a:t>Độ sáng giảm trong thời gian transit</a:t>
            </a:r>
            <a:endParaRPr sz="1800" b="0" u="none" strike="noStrike">
              <a:solidFill>
                <a:srgbClr val="000000"/>
              </a:solidFill>
              <a:latin typeface="Times New Roman"/>
              <a:ea typeface="Times New Roman"/>
              <a:cs typeface="Times New Roman"/>
            </a:endParaRPr>
          </a:p>
        </p:txBody>
      </p:sp>
    </p:spTree>
    <p:extLst>
      <p:ext uri="{BB962C8B-B14F-4D97-AF65-F5344CB8AC3E}">
        <p14:creationId xmlns:p14="http://schemas.microsoft.com/office/powerpoint/2010/main" val="1040028650"/>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198" name="TextBox 4">
            <a:extLst xmlns:a="http://schemas.openxmlformats.org/drawingml/2006/main">
              <a:ext uri="{FF2B5EF4-FFF2-40B4-BE49-F238E27FC236}">
                <a16:creationId xmlns:a16="http://schemas.microsoft.com/office/drawing/2014/main" id="{D529FBB4-5127-495D-975E-F02F34EF5B98}"/>
              </a:ext>
            </a:extLst>
          </p:cNvPr>
          <p:cNvSpPr>
            <a:spLocks xmlns:a="http://schemas.openxmlformats.org/drawingml/2006/main" noGrp="1"/>
          </p:cNvSpPr>
          <p:nvPr/>
        </p:nvSpPr>
        <p:spPr>
          <a:xfrm xmlns:a="http://schemas.openxmlformats.org/drawingml/2006/main">
            <a:off x="713160" y="603360"/>
            <a:ext cx="10881000" cy="4599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defTabSz="914400">
              <a:lnSpc>
                <a:spcPct val="100000"/>
              </a:lnSpc>
              <a:buNone/>
            </a:pPr>
            <a:r>
              <a:rPr sz="2900" b="1" u="none" strike="noStrike">
                <a:solidFill>
                  <a:srgbClr val="044F9E"/>
                </a:solidFill>
                <a:latin typeface="Times New Roman"/>
                <a:ea typeface="Times New Roman"/>
                <a:cs typeface="Times New Roman"/>
              </a:rPr>
              <a:t>Ứng viên, hành tinh đã xác nhận và tín hiệu giả</a:t>
            </a:r>
            <a:endParaRPr sz="2900" b="0" u="none" strike="noStrike">
              <a:solidFill>
                <a:srgbClr val="000000"/>
              </a:solidFill>
              <a:latin typeface="Times New Roman"/>
              <a:ea typeface="Times New Roman"/>
              <a:cs typeface="Times New Roman"/>
            </a:endParaRPr>
          </a:p>
        </p:txBody>
      </p:sp>
      <p:sp>
        <p:nvSpPr>
          <p:cNvPr id="199" name="Rectangle 5">
            <a:extLst xmlns:a="http://schemas.openxmlformats.org/drawingml/2006/main">
              <a:ext uri="{FF2B5EF4-FFF2-40B4-BE49-F238E27FC236}">
                <a16:creationId xmlns:a16="http://schemas.microsoft.com/office/drawing/2014/main" id="{C31F22E5-2C2C-4D71-ABCC-68996E0AF979}"/>
              </a:ext>
            </a:extLst>
          </p:cNvPr>
          <p:cNvSpPr>
            <a:spLocks xmlns:a="http://schemas.openxmlformats.org/drawingml/2006/main" noGrp="1"/>
          </p:cNvSpPr>
          <p:nvPr/>
        </p:nvSpPr>
        <p:spPr>
          <a:xfrm xmlns:a="http://schemas.openxmlformats.org/drawingml/2006/main">
            <a:off x="731520" y="1243440"/>
            <a:ext cx="822600" cy="5004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5400" rIns="90000" bIns="54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200" name="TextBox 6">
            <a:extLst xmlns:a="http://schemas.openxmlformats.org/drawingml/2006/main">
              <a:ext uri="{FF2B5EF4-FFF2-40B4-BE49-F238E27FC236}">
                <a16:creationId xmlns:a16="http://schemas.microsoft.com/office/drawing/2014/main" id="{B22983B8-F958-4566-A34E-38C58316E9B0}"/>
              </a:ext>
            </a:extLst>
          </p:cNvPr>
          <p:cNvSpPr>
            <a:spLocks xmlns:a="http://schemas.openxmlformats.org/drawingml/2006/main" noGrp="1"/>
          </p:cNvSpPr>
          <p:nvPr/>
        </p:nvSpPr>
        <p:spPr>
          <a:xfrm xmlns:a="http://schemas.openxmlformats.org/drawingml/2006/main">
            <a:off x="11384280" y="6492240"/>
            <a:ext cx="438480" cy="2743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spAutoFit/>
          </a:bodyPr>
          <a:lstStyle xmlns:a="http://schemas.openxmlformats.org/drawingml/2006/main"/>
          <a:p xmlns:a="http://schemas.openxmlformats.org/drawingml/2006/main">
            <a:pPr algn="r" defTabSz="914400">
              <a:lnSpc>
                <a:spcPct val="100000"/>
              </a:lnSpc>
              <a:buNone/>
            </a:pPr>
            <a:r>
              <a:rPr b="1" u="none" strike="noStrike">
                <a:solidFill>
                  <a:srgbClr val="044F9E"/>
                </a:solidFill>
                <a:latin typeface="Times New Roman"/>
                <a:ea typeface="Times New Roman"/>
                <a:cs typeface="Times New Roman"/>
              </a:rPr>
              <a:t>6</a:t>
            </a:r>
            <a:endParaRPr b="0" u="none" strike="noStrike">
              <a:solidFill>
                <a:srgbClr val="000000"/>
              </a:solidFill>
              <a:latin typeface="Times New Roman"/>
              <a:ea typeface="Times New Roman"/>
              <a:cs typeface="Times New Roman"/>
            </a:endParaRPr>
          </a:p>
        </p:txBody>
      </p:sp>
      <p:sp>
        <p:nvSpPr>
          <p:cNvPr id="201" name="Rounded Rectangle 7">
            <a:extLst xmlns:a="http://schemas.openxmlformats.org/drawingml/2006/main">
              <a:ext uri="{FF2B5EF4-FFF2-40B4-BE49-F238E27FC236}">
                <a16:creationId xmlns:a16="http://schemas.microsoft.com/office/drawing/2014/main" id="{3D1DE98F-1928-4C96-B377-6606D8C7611D}"/>
              </a:ext>
            </a:extLst>
          </p:cNvPr>
          <p:cNvSpPr>
            <a:spLocks xmlns:a="http://schemas.openxmlformats.org/drawingml/2006/main" noGrp="1"/>
          </p:cNvSpPr>
          <p:nvPr/>
        </p:nvSpPr>
        <p:spPr>
          <a:xfrm xmlns:a="http://schemas.openxmlformats.org/drawingml/2006/main">
            <a:off x="749880" y="1600200"/>
            <a:ext cx="3401280" cy="434304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202" name="Rectangle 8">
            <a:extLst xmlns:a="http://schemas.openxmlformats.org/drawingml/2006/main">
              <a:ext uri="{FF2B5EF4-FFF2-40B4-BE49-F238E27FC236}">
                <a16:creationId xmlns:a16="http://schemas.microsoft.com/office/drawing/2014/main" id="{9DB36E0D-7C03-4E87-B513-7CDEB18F6587}"/>
              </a:ext>
            </a:extLst>
          </p:cNvPr>
          <p:cNvSpPr>
            <a:spLocks xmlns:a="http://schemas.openxmlformats.org/drawingml/2006/main" noGrp="1"/>
          </p:cNvSpPr>
          <p:nvPr/>
        </p:nvSpPr>
        <p:spPr>
          <a:xfrm xmlns:a="http://schemas.openxmlformats.org/drawingml/2006/main">
            <a:off x="749880" y="1600200"/>
            <a:ext cx="91080" cy="4343040"/>
          </a:xfrm>
          <a:prstGeom xmlns:a="http://schemas.openxmlformats.org/drawingml/2006/main" prst="rect">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203" name="TextBox 9">
            <a:extLst xmlns:a="http://schemas.openxmlformats.org/drawingml/2006/main">
              <a:ext uri="{FF2B5EF4-FFF2-40B4-BE49-F238E27FC236}">
                <a16:creationId xmlns:a16="http://schemas.microsoft.com/office/drawing/2014/main" id="{B96FE300-B55D-430B-A5D3-921D16922E90}"/>
              </a:ext>
            </a:extLst>
          </p:cNvPr>
          <p:cNvSpPr>
            <a:spLocks xmlns:a="http://schemas.openxmlformats.org/drawingml/2006/main" noGrp="1"/>
          </p:cNvSpPr>
          <p:nvPr/>
        </p:nvSpPr>
        <p:spPr>
          <a:xfrm xmlns:a="http://schemas.openxmlformats.org/drawingml/2006/main">
            <a:off x="1036680" y="1670804"/>
            <a:ext cx="3126960" cy="4024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400" b="1" u="none" strike="noStrike">
                <a:solidFill>
                  <a:srgbClr val="044F9E"/>
                </a:solidFill>
                <a:latin typeface="Times New Roman"/>
                <a:ea typeface="Times New Roman"/>
                <a:cs typeface="Times New Roman"/>
              </a:rPr>
              <a:t>Ứng viên</a:t>
            </a:r>
            <a:endParaRPr sz="2400" b="0" u="none" strike="noStrike">
              <a:solidFill>
                <a:srgbClr val="000000"/>
              </a:solidFill>
              <a:latin typeface="Times New Roman"/>
              <a:ea typeface="Times New Roman"/>
              <a:cs typeface="Times New Roman"/>
            </a:endParaRPr>
          </a:p>
        </p:txBody>
      </p:sp>
      <p:sp>
        <p:nvSpPr>
          <p:cNvPr id="204" name="TextBox 10">
            <a:extLst xmlns:a="http://schemas.openxmlformats.org/drawingml/2006/main">
              <a:ext uri="{FF2B5EF4-FFF2-40B4-BE49-F238E27FC236}">
                <a16:creationId xmlns:a16="http://schemas.microsoft.com/office/drawing/2014/main" id="{377C54B2-001B-43FC-824B-7FD6A9B31E81}"/>
              </a:ext>
            </a:extLst>
          </p:cNvPr>
          <p:cNvSpPr>
            <a:spLocks xmlns:a="http://schemas.openxmlformats.org/drawingml/2006/main" noGrp="1"/>
          </p:cNvSpPr>
          <p:nvPr/>
        </p:nvSpPr>
        <p:spPr>
          <a:xfrm xmlns:a="http://schemas.openxmlformats.org/drawingml/2006/main">
            <a:off x="932760" y="2112120"/>
            <a:ext cx="3126960" cy="18655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Sự kiện giống transit cần được kiểm chứng thêm. Mô hình chỉ hỗ trợ sàng lọc, không xác nhận hành tinh.</a:t>
            </a:r>
            <a:endParaRPr sz="2400" b="0" u="none" strike="noStrike">
              <a:solidFill>
                <a:srgbClr val="000000"/>
              </a:solidFill>
              <a:latin typeface="Times New Roman"/>
              <a:ea typeface="Times New Roman"/>
              <a:cs typeface="Times New Roman"/>
            </a:endParaRPr>
          </a:p>
        </p:txBody>
      </p:sp>
      <p:sp>
        <p:nvSpPr>
          <p:cNvPr id="205" name="Rounded Rectangle 11">
            <a:extLst xmlns:a="http://schemas.openxmlformats.org/drawingml/2006/main">
              <a:ext uri="{FF2B5EF4-FFF2-40B4-BE49-F238E27FC236}">
                <a16:creationId xmlns:a16="http://schemas.microsoft.com/office/drawing/2014/main" id="{EF9F8EFB-BBCD-4D51-86D0-19FB5C2E5D35}"/>
              </a:ext>
            </a:extLst>
          </p:cNvPr>
          <p:cNvSpPr>
            <a:spLocks xmlns:a="http://schemas.openxmlformats.org/drawingml/2006/main" noGrp="1"/>
          </p:cNvSpPr>
          <p:nvPr/>
        </p:nvSpPr>
        <p:spPr>
          <a:xfrm xmlns:a="http://schemas.openxmlformats.org/drawingml/2006/main">
            <a:off x="4389120" y="1600200"/>
            <a:ext cx="3401280" cy="434304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206" name="Rectangle 12">
            <a:extLst xmlns:a="http://schemas.openxmlformats.org/drawingml/2006/main">
              <a:ext uri="{FF2B5EF4-FFF2-40B4-BE49-F238E27FC236}">
                <a16:creationId xmlns:a16="http://schemas.microsoft.com/office/drawing/2014/main" id="{1CD1C952-9B34-4C8B-A143-219B10CD0CC5}"/>
              </a:ext>
            </a:extLst>
          </p:cNvPr>
          <p:cNvSpPr>
            <a:spLocks xmlns:a="http://schemas.openxmlformats.org/drawingml/2006/main" noGrp="1"/>
          </p:cNvSpPr>
          <p:nvPr/>
        </p:nvSpPr>
        <p:spPr>
          <a:xfrm xmlns:a="http://schemas.openxmlformats.org/drawingml/2006/main">
            <a:off x="4389120" y="1600200"/>
            <a:ext cx="91080" cy="434304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207" name="TextBox 13">
            <a:extLst xmlns:a="http://schemas.openxmlformats.org/drawingml/2006/main">
              <a:ext uri="{FF2B5EF4-FFF2-40B4-BE49-F238E27FC236}">
                <a16:creationId xmlns:a16="http://schemas.microsoft.com/office/drawing/2014/main" id="{0C247EA1-0EA3-4B4F-9643-5FE21781E9D9}"/>
              </a:ext>
            </a:extLst>
          </p:cNvPr>
          <p:cNvSpPr>
            <a:spLocks xmlns:a="http://schemas.openxmlformats.org/drawingml/2006/main" noGrp="1"/>
          </p:cNvSpPr>
          <p:nvPr/>
        </p:nvSpPr>
        <p:spPr>
          <a:xfrm xmlns:a="http://schemas.openxmlformats.org/drawingml/2006/main">
            <a:off x="4675920" y="1670804"/>
            <a:ext cx="3126960" cy="4024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400" b="1" u="none" strike="noStrike">
                <a:solidFill>
                  <a:srgbClr val="044F9E"/>
                </a:solidFill>
                <a:latin typeface="Times New Roman"/>
                <a:ea typeface="Times New Roman"/>
                <a:cs typeface="Times New Roman"/>
              </a:rPr>
              <a:t>Hành tinh đã xác nhận</a:t>
            </a:r>
            <a:endParaRPr sz="2400" b="0" u="none" strike="noStrike">
              <a:solidFill>
                <a:srgbClr val="000000"/>
              </a:solidFill>
              <a:latin typeface="Times New Roman"/>
              <a:ea typeface="Times New Roman"/>
              <a:cs typeface="Times New Roman"/>
            </a:endParaRPr>
          </a:p>
        </p:txBody>
      </p:sp>
      <p:sp>
        <p:nvSpPr>
          <p:cNvPr id="208" name="TextBox 14">
            <a:extLst xmlns:a="http://schemas.openxmlformats.org/drawingml/2006/main">
              <a:ext uri="{FF2B5EF4-FFF2-40B4-BE49-F238E27FC236}">
                <a16:creationId xmlns:a16="http://schemas.microsoft.com/office/drawing/2014/main" id="{20AFA7C9-FEAE-4451-A175-906FBAA72447}"/>
              </a:ext>
            </a:extLst>
          </p:cNvPr>
          <p:cNvSpPr>
            <a:spLocks xmlns:a="http://schemas.openxmlformats.org/drawingml/2006/main" noGrp="1"/>
          </p:cNvSpPr>
          <p:nvPr/>
        </p:nvSpPr>
        <p:spPr>
          <a:xfrm xmlns:a="http://schemas.openxmlformats.org/drawingml/2006/main">
            <a:off x="4572000" y="2112120"/>
            <a:ext cx="3126960" cy="22312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Catalog khoa học ghi nhận hành tinh khi bằng chứng đáp ứng tiêu chí và được công bố, không chỉ vì có một tín hiệu giảm sáng.</a:t>
            </a:r>
            <a:endParaRPr sz="2400" b="0" u="none" strike="noStrike">
              <a:solidFill>
                <a:srgbClr val="000000"/>
              </a:solidFill>
              <a:latin typeface="Times New Roman"/>
              <a:ea typeface="Times New Roman"/>
              <a:cs typeface="Times New Roman"/>
            </a:endParaRPr>
          </a:p>
        </p:txBody>
      </p:sp>
      <p:sp>
        <p:nvSpPr>
          <p:cNvPr id="209" name="Rounded Rectangle 15">
            <a:extLst xmlns:a="http://schemas.openxmlformats.org/drawingml/2006/main">
              <a:ext uri="{FF2B5EF4-FFF2-40B4-BE49-F238E27FC236}">
                <a16:creationId xmlns:a16="http://schemas.microsoft.com/office/drawing/2014/main" id="{258E040A-A189-4423-B8E8-05DF5E7ED52C}"/>
              </a:ext>
            </a:extLst>
          </p:cNvPr>
          <p:cNvSpPr>
            <a:spLocks xmlns:a="http://schemas.openxmlformats.org/drawingml/2006/main" noGrp="1"/>
          </p:cNvSpPr>
          <p:nvPr/>
        </p:nvSpPr>
        <p:spPr>
          <a:xfrm xmlns:a="http://schemas.openxmlformats.org/drawingml/2006/main">
            <a:off x="8028360" y="1600200"/>
            <a:ext cx="3401280" cy="434304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210" name="Rectangle 16">
            <a:extLst xmlns:a="http://schemas.openxmlformats.org/drawingml/2006/main">
              <a:ext uri="{FF2B5EF4-FFF2-40B4-BE49-F238E27FC236}">
                <a16:creationId xmlns:a16="http://schemas.microsoft.com/office/drawing/2014/main" id="{5B0D012A-678D-4FFA-A892-814649A0BCA6}"/>
              </a:ext>
            </a:extLst>
          </p:cNvPr>
          <p:cNvSpPr>
            <a:spLocks xmlns:a="http://schemas.openxmlformats.org/drawingml/2006/main" noGrp="1"/>
          </p:cNvSpPr>
          <p:nvPr/>
        </p:nvSpPr>
        <p:spPr>
          <a:xfrm xmlns:a="http://schemas.openxmlformats.org/drawingml/2006/main">
            <a:off x="8028360" y="1600200"/>
            <a:ext cx="91080" cy="4343040"/>
          </a:xfrm>
          <a:prstGeom xmlns:a="http://schemas.openxmlformats.org/drawingml/2006/main" prst="rect">
            <a:avLst/>
          </a:prstGeom>
          <a:solidFill xmlns:a="http://schemas.openxmlformats.org/drawingml/2006/main">
            <a:srgbClr val="E81F26"/>
          </a:solidFill>
          <a:ln xmlns:a="http://schemas.openxmlformats.org/drawingml/2006/main">
            <a:solidFill>
              <a:srgbClr val="E81F2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211" name="TextBox 17">
            <a:extLst xmlns:a="http://schemas.openxmlformats.org/drawingml/2006/main">
              <a:ext uri="{FF2B5EF4-FFF2-40B4-BE49-F238E27FC236}">
                <a16:creationId xmlns:a16="http://schemas.microsoft.com/office/drawing/2014/main" id="{B7511D84-61E3-4F90-B4F3-00E2FDA74456}"/>
              </a:ext>
            </a:extLst>
          </p:cNvPr>
          <p:cNvSpPr>
            <a:spLocks xmlns:a="http://schemas.openxmlformats.org/drawingml/2006/main" noGrp="1"/>
          </p:cNvSpPr>
          <p:nvPr/>
        </p:nvSpPr>
        <p:spPr>
          <a:xfrm xmlns:a="http://schemas.openxmlformats.org/drawingml/2006/main">
            <a:off x="8315160" y="1670804"/>
            <a:ext cx="3126960" cy="4024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400" b="1" u="none" strike="noStrike">
                <a:solidFill>
                  <a:srgbClr val="044F9E"/>
                </a:solidFill>
                <a:latin typeface="Times New Roman"/>
                <a:ea typeface="Times New Roman"/>
                <a:cs typeface="Times New Roman"/>
              </a:rPr>
              <a:t>Tín hiệu giả</a:t>
            </a:r>
            <a:endParaRPr sz="2400" b="0" u="none" strike="noStrike">
              <a:solidFill>
                <a:srgbClr val="000000"/>
              </a:solidFill>
              <a:latin typeface="Times New Roman"/>
              <a:ea typeface="Times New Roman"/>
              <a:cs typeface="Times New Roman"/>
            </a:endParaRPr>
          </a:p>
        </p:txBody>
      </p:sp>
      <p:sp>
        <p:nvSpPr>
          <p:cNvPr id="212" name="TextBox 18">
            <a:extLst xmlns:a="http://schemas.openxmlformats.org/drawingml/2006/main">
              <a:ext uri="{FF2B5EF4-FFF2-40B4-BE49-F238E27FC236}">
                <a16:creationId xmlns:a16="http://schemas.microsoft.com/office/drawing/2014/main" id="{8AABA60D-3869-4567-B620-76A950B75F33}"/>
              </a:ext>
            </a:extLst>
          </p:cNvPr>
          <p:cNvSpPr>
            <a:spLocks xmlns:a="http://schemas.openxmlformats.org/drawingml/2006/main" noGrp="1"/>
          </p:cNvSpPr>
          <p:nvPr/>
        </p:nvSpPr>
        <p:spPr>
          <a:xfrm xmlns:a="http://schemas.openxmlformats.org/drawingml/2006/main">
            <a:off x="8211240" y="2112120"/>
            <a:ext cx="3126960" cy="18655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Sao đôi, nhiễu quan sát hoặc hiện tượng thiên văn khác có thể tạo tín hiệu giống transit và dẫn đến false positive.</a:t>
            </a:r>
            <a:endParaRPr sz="2400" b="0" u="none" strike="noStrike">
              <a:solidFill>
                <a:srgbClr val="000000"/>
              </a:solidFill>
              <a:latin typeface="Times New Roman"/>
              <a:ea typeface="Times New Roman"/>
              <a:cs typeface="Times New Roman"/>
            </a:endParaRPr>
          </a:p>
        </p:txBody>
      </p:sp>
    </p:spTree>
    <p:extLst>
      <p:ext uri="{BB962C8B-B14F-4D97-AF65-F5344CB8AC3E}">
        <p14:creationId xmlns:p14="http://schemas.microsoft.com/office/powerpoint/2010/main" val="711726047"/>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157" name="TextBox 6">
            <a:extLst xmlns:a="http://schemas.openxmlformats.org/drawingml/2006/main">
              <a:ext uri="{FF2B5EF4-FFF2-40B4-BE49-F238E27FC236}">
                <a16:creationId xmlns:a16="http://schemas.microsoft.com/office/drawing/2014/main" id="{A59FE2D8-C805-4497-8EEA-14FDCA313C27}"/>
              </a:ext>
            </a:extLst>
          </p:cNvPr>
          <p:cNvSpPr>
            <a:spLocks xmlns:a="http://schemas.openxmlformats.org/drawingml/2006/main" noGrp="1"/>
          </p:cNvSpPr>
          <p:nvPr/>
        </p:nvSpPr>
        <p:spPr>
          <a:xfrm xmlns:a="http://schemas.openxmlformats.org/drawingml/2006/main">
            <a:off x="713160" y="603360"/>
            <a:ext cx="10881000" cy="6030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defTabSz="914400">
              <a:lnSpc>
                <a:spcPct val="100000"/>
              </a:lnSpc>
              <a:buNone/>
            </a:pPr>
            <a:r>
              <a:rPr sz="2900" b="1" u="none" strike="noStrike">
                <a:solidFill>
                  <a:srgbClr val="044F9E"/>
                </a:solidFill>
                <a:latin typeface="Times New Roman"/>
                <a:ea typeface="Times New Roman"/>
                <a:cs typeface="Times New Roman"/>
              </a:rPr>
              <a:t>Dữ liệu thiên văn đặt ra yêu cầu xử lý ở quy mô lớn</a:t>
            </a:r>
            <a:endParaRPr sz="2900" b="0" u="none" strike="noStrike">
              <a:solidFill>
                <a:srgbClr val="000000"/>
              </a:solidFill>
              <a:latin typeface="Times New Roman"/>
              <a:ea typeface="Times New Roman"/>
              <a:cs typeface="Times New Roman"/>
            </a:endParaRPr>
          </a:p>
        </p:txBody>
      </p:sp>
      <p:sp>
        <p:nvSpPr>
          <p:cNvPr id="158" name="Rectangle 7">
            <a:extLst xmlns:a="http://schemas.openxmlformats.org/drawingml/2006/main">
              <a:ext uri="{FF2B5EF4-FFF2-40B4-BE49-F238E27FC236}">
                <a16:creationId xmlns:a16="http://schemas.microsoft.com/office/drawing/2014/main" id="{EC44B7C1-0E91-444F-85F4-33249F88295D}"/>
              </a:ext>
            </a:extLst>
          </p:cNvPr>
          <p:cNvSpPr>
            <a:spLocks xmlns:a="http://schemas.openxmlformats.org/drawingml/2006/main" noGrp="1"/>
          </p:cNvSpPr>
          <p:nvPr/>
        </p:nvSpPr>
        <p:spPr>
          <a:xfrm xmlns:a="http://schemas.openxmlformats.org/drawingml/2006/main">
            <a:off x="731520" y="1243440"/>
            <a:ext cx="822600" cy="5004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5400" rIns="90000" bIns="54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159" name="TextBox 8">
            <a:extLst xmlns:a="http://schemas.openxmlformats.org/drawingml/2006/main">
              <a:ext uri="{FF2B5EF4-FFF2-40B4-BE49-F238E27FC236}">
                <a16:creationId xmlns:a16="http://schemas.microsoft.com/office/drawing/2014/main" id="{152BDB2C-E259-4F2F-8222-5AB5D0A7FA6D}"/>
              </a:ext>
            </a:extLst>
          </p:cNvPr>
          <p:cNvSpPr>
            <a:spLocks xmlns:a="http://schemas.openxmlformats.org/drawingml/2006/main" noGrp="1"/>
          </p:cNvSpPr>
          <p:nvPr/>
        </p:nvSpPr>
        <p:spPr>
          <a:xfrm xmlns:a="http://schemas.openxmlformats.org/drawingml/2006/main">
            <a:off x="11384280" y="6492240"/>
            <a:ext cx="438480" cy="2743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spAutoFit/>
          </a:bodyPr>
          <a:lstStyle xmlns:a="http://schemas.openxmlformats.org/drawingml/2006/main"/>
          <a:p xmlns:a="http://schemas.openxmlformats.org/drawingml/2006/main">
            <a:pPr algn="r" defTabSz="914400">
              <a:lnSpc>
                <a:spcPct val="100000"/>
              </a:lnSpc>
              <a:buNone/>
            </a:pPr>
            <a:r>
              <a:rPr sz="1800" b="1" u="none" strike="noStrike">
                <a:solidFill>
                  <a:srgbClr val="044F9E"/>
                </a:solidFill>
                <a:latin typeface="Times New Roman"/>
                <a:ea typeface="Times New Roman"/>
                <a:cs typeface="Times New Roman"/>
              </a:rPr>
              <a:t>7</a:t>
            </a:r>
            <a:endParaRPr sz="1800" b="0" u="none" strike="noStrike">
              <a:solidFill>
                <a:srgbClr val="000000"/>
              </a:solidFill>
              <a:latin typeface="Times New Roman"/>
              <a:ea typeface="Times New Roman"/>
              <a:cs typeface="Times New Roman"/>
            </a:endParaRPr>
          </a:p>
        </p:txBody>
      </p:sp>
      <p:sp>
        <p:nvSpPr>
          <p:cNvPr id="160" name="Rounded Rectangle 9">
            <a:extLst xmlns:a="http://schemas.openxmlformats.org/drawingml/2006/main">
              <a:ext uri="{FF2B5EF4-FFF2-40B4-BE49-F238E27FC236}">
                <a16:creationId xmlns:a16="http://schemas.microsoft.com/office/drawing/2014/main" id="{51A1AA98-69DB-4A5C-812D-B52E975CE33B}"/>
              </a:ext>
            </a:extLst>
          </p:cNvPr>
          <p:cNvSpPr>
            <a:spLocks xmlns:a="http://schemas.openxmlformats.org/drawingml/2006/main" noGrp="1"/>
          </p:cNvSpPr>
          <p:nvPr/>
        </p:nvSpPr>
        <p:spPr>
          <a:xfrm xmlns:a="http://schemas.openxmlformats.org/drawingml/2006/main">
            <a:off x="777240" y="1847160"/>
            <a:ext cx="3355560" cy="201132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161" name="Rectangle 10">
            <a:extLst xmlns:a="http://schemas.openxmlformats.org/drawingml/2006/main">
              <a:ext uri="{FF2B5EF4-FFF2-40B4-BE49-F238E27FC236}">
                <a16:creationId xmlns:a16="http://schemas.microsoft.com/office/drawing/2014/main" id="{60978CA6-C742-4F29-86AD-43F071471946}"/>
              </a:ext>
            </a:extLst>
          </p:cNvPr>
          <p:cNvSpPr>
            <a:spLocks xmlns:a="http://schemas.openxmlformats.org/drawingml/2006/main" noGrp="1"/>
          </p:cNvSpPr>
          <p:nvPr/>
        </p:nvSpPr>
        <p:spPr>
          <a:xfrm xmlns:a="http://schemas.openxmlformats.org/drawingml/2006/main">
            <a:off x="777240" y="1847160"/>
            <a:ext cx="91080" cy="2011320"/>
          </a:xfrm>
          <a:prstGeom xmlns:a="http://schemas.openxmlformats.org/drawingml/2006/main" prst="rect">
            <a:avLst/>
          </a:prstGeom>
          <a:solidFill xmlns:a="http://schemas.openxmlformats.org/drawingml/2006/main">
            <a:srgbClr val="044F9E"/>
          </a:solidFill>
          <a:ln xmlns:a="http://schemas.openxmlformats.org/drawingml/2006/main">
            <a:solidFill>
              <a:srgbClr val="044F9E"/>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162" name="TextBox 11">
            <a:extLst xmlns:a="http://schemas.openxmlformats.org/drawingml/2006/main">
              <a:ext uri="{FF2B5EF4-FFF2-40B4-BE49-F238E27FC236}">
                <a16:creationId xmlns:a16="http://schemas.microsoft.com/office/drawing/2014/main" id="{0ED0F7DA-6F3F-4E51-8C1F-08C798AF547D}"/>
              </a:ext>
            </a:extLst>
          </p:cNvPr>
          <p:cNvSpPr>
            <a:spLocks xmlns:a="http://schemas.openxmlformats.org/drawingml/2006/main" noGrp="1"/>
          </p:cNvSpPr>
          <p:nvPr/>
        </p:nvSpPr>
        <p:spPr>
          <a:xfrm xmlns:a="http://schemas.openxmlformats.org/drawingml/2006/main">
            <a:off x="960120" y="1938600"/>
            <a:ext cx="3081240" cy="3927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200" b="1" u="none" strike="noStrike">
                <a:solidFill>
                  <a:srgbClr val="044F9E"/>
                </a:solidFill>
                <a:latin typeface="Times New Roman"/>
                <a:ea typeface="Times New Roman"/>
                <a:cs typeface="Times New Roman"/>
              </a:rPr>
              <a:t>VOLUME</a:t>
            </a:r>
            <a:endParaRPr sz="2200" b="0" u="none" strike="noStrike">
              <a:solidFill>
                <a:srgbClr val="000000"/>
              </a:solidFill>
              <a:latin typeface="Times New Roman"/>
              <a:ea typeface="Times New Roman"/>
              <a:cs typeface="Times New Roman"/>
            </a:endParaRPr>
          </a:p>
        </p:txBody>
      </p:sp>
      <p:sp>
        <p:nvSpPr>
          <p:cNvPr id="163" name="TextBox 12">
            <a:extLst xmlns:a="http://schemas.openxmlformats.org/drawingml/2006/main">
              <a:ext uri="{FF2B5EF4-FFF2-40B4-BE49-F238E27FC236}">
                <a16:creationId xmlns:a16="http://schemas.microsoft.com/office/drawing/2014/main" id="{B3BF193C-3FAE-406B-8272-22886665CB3F}"/>
              </a:ext>
            </a:extLst>
          </p:cNvPr>
          <p:cNvSpPr>
            <a:spLocks xmlns:a="http://schemas.openxmlformats.org/drawingml/2006/main" noGrp="1"/>
          </p:cNvSpPr>
          <p:nvPr/>
        </p:nvSpPr>
        <p:spPr>
          <a:xfrm xmlns:a="http://schemas.openxmlformats.org/drawingml/2006/main">
            <a:off x="960120" y="2359080"/>
            <a:ext cx="3081240" cy="14169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defTabSz="914400">
              <a:lnSpc>
                <a:spcPct val="100000"/>
              </a:lnSpc>
              <a:buNone/>
            </a:pPr>
            <a:r>
              <a:rPr sz="1900" b="0" u="none" strike="noStrike">
                <a:solidFill>
                  <a:srgbClr val="18324B"/>
                </a:solidFill>
                <a:latin typeface="Times New Roman"/>
                <a:ea typeface="Times New Roman"/>
                <a:cs typeface="Times New Roman"/>
              </a:rPr>
              <a:t>Nhiều quan sát và chuỗi thời gian</a:t>
            </a:r>
            <a:endParaRPr sz="1900" b="0" u="none" strike="noStrike">
              <a:solidFill>
                <a:srgbClr val="000000"/>
              </a:solidFill>
              <a:latin typeface="Times New Roman"/>
              <a:ea typeface="Times New Roman"/>
              <a:cs typeface="Times New Roman"/>
            </a:endParaRPr>
          </a:p>
        </p:txBody>
      </p:sp>
      <p:sp>
        <p:nvSpPr>
          <p:cNvPr id="164" name="Rounded Rectangle 13">
            <a:extLst xmlns:a="http://schemas.openxmlformats.org/drawingml/2006/main">
              <a:ext uri="{FF2B5EF4-FFF2-40B4-BE49-F238E27FC236}">
                <a16:creationId xmlns:a16="http://schemas.microsoft.com/office/drawing/2014/main" id="{0D943AA8-ABFE-4E9C-B256-6DBD335F53E5}"/>
              </a:ext>
            </a:extLst>
          </p:cNvPr>
          <p:cNvSpPr>
            <a:spLocks xmlns:a="http://schemas.openxmlformats.org/drawingml/2006/main" noGrp="1"/>
          </p:cNvSpPr>
          <p:nvPr/>
        </p:nvSpPr>
        <p:spPr>
          <a:xfrm xmlns:a="http://schemas.openxmlformats.org/drawingml/2006/main">
            <a:off x="4526280" y="1847160"/>
            <a:ext cx="3355560" cy="201132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165" name="Rectangle 14">
            <a:extLst xmlns:a="http://schemas.openxmlformats.org/drawingml/2006/main">
              <a:ext uri="{FF2B5EF4-FFF2-40B4-BE49-F238E27FC236}">
                <a16:creationId xmlns:a16="http://schemas.microsoft.com/office/drawing/2014/main" id="{04F0578A-F841-4387-9C64-EC3DC279A09A}"/>
              </a:ext>
            </a:extLst>
          </p:cNvPr>
          <p:cNvSpPr>
            <a:spLocks xmlns:a="http://schemas.openxmlformats.org/drawingml/2006/main" noGrp="1"/>
          </p:cNvSpPr>
          <p:nvPr/>
        </p:nvSpPr>
        <p:spPr>
          <a:xfrm xmlns:a="http://schemas.openxmlformats.org/drawingml/2006/main">
            <a:off x="4526280" y="1847160"/>
            <a:ext cx="91080" cy="2011320"/>
          </a:xfrm>
          <a:prstGeom xmlns:a="http://schemas.openxmlformats.org/drawingml/2006/main" prst="rect">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166" name="TextBox 15">
            <a:extLst xmlns:a="http://schemas.openxmlformats.org/drawingml/2006/main">
              <a:ext uri="{FF2B5EF4-FFF2-40B4-BE49-F238E27FC236}">
                <a16:creationId xmlns:a16="http://schemas.microsoft.com/office/drawing/2014/main" id="{EDE132D0-D753-4AD7-A806-148851019345}"/>
              </a:ext>
            </a:extLst>
          </p:cNvPr>
          <p:cNvSpPr>
            <a:spLocks xmlns:a="http://schemas.openxmlformats.org/drawingml/2006/main" noGrp="1"/>
          </p:cNvSpPr>
          <p:nvPr/>
        </p:nvSpPr>
        <p:spPr>
          <a:xfrm xmlns:a="http://schemas.openxmlformats.org/drawingml/2006/main">
            <a:off x="4709160" y="1938600"/>
            <a:ext cx="3081240" cy="3927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200" b="1" u="none" strike="noStrike">
                <a:solidFill>
                  <a:srgbClr val="044F9E"/>
                </a:solidFill>
                <a:latin typeface="Times New Roman"/>
                <a:ea typeface="Times New Roman"/>
                <a:cs typeface="Times New Roman"/>
              </a:rPr>
              <a:t>VARIETY</a:t>
            </a:r>
            <a:endParaRPr sz="2200" b="0" u="none" strike="noStrike">
              <a:solidFill>
                <a:srgbClr val="000000"/>
              </a:solidFill>
              <a:latin typeface="Times New Roman"/>
              <a:ea typeface="Times New Roman"/>
              <a:cs typeface="Times New Roman"/>
            </a:endParaRPr>
          </a:p>
        </p:txBody>
      </p:sp>
      <p:sp>
        <p:nvSpPr>
          <p:cNvPr id="167" name="TextBox 16">
            <a:extLst xmlns:a="http://schemas.openxmlformats.org/drawingml/2006/main">
              <a:ext uri="{FF2B5EF4-FFF2-40B4-BE49-F238E27FC236}">
                <a16:creationId xmlns:a16="http://schemas.microsoft.com/office/drawing/2014/main" id="{2ED4AFA8-77A9-49F3-B294-5037ED17AF26}"/>
              </a:ext>
            </a:extLst>
          </p:cNvPr>
          <p:cNvSpPr>
            <a:spLocks xmlns:a="http://schemas.openxmlformats.org/drawingml/2006/main" noGrp="1"/>
          </p:cNvSpPr>
          <p:nvPr/>
        </p:nvSpPr>
        <p:spPr>
          <a:xfrm xmlns:a="http://schemas.openxmlformats.org/drawingml/2006/main">
            <a:off x="4709160" y="2359080"/>
            <a:ext cx="3081240" cy="14169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defTabSz="914400">
              <a:lnSpc>
                <a:spcPct val="100000"/>
              </a:lnSpc>
              <a:buNone/>
            </a:pPr>
            <a:r>
              <a:rPr sz="1900" b="0" u="none" strike="noStrike">
                <a:solidFill>
                  <a:srgbClr val="18324B"/>
                </a:solidFill>
                <a:latin typeface="Times New Roman"/>
                <a:ea typeface="Times New Roman"/>
                <a:cs typeface="Times New Roman"/>
              </a:rPr>
              <a:t>Nhiều đại lượng vật lý và ngữ cảnh</a:t>
            </a:r>
            <a:endParaRPr sz="1900" b="0" u="none" strike="noStrike">
              <a:solidFill>
                <a:srgbClr val="000000"/>
              </a:solidFill>
              <a:latin typeface="Times New Roman"/>
              <a:ea typeface="Times New Roman"/>
              <a:cs typeface="Times New Roman"/>
            </a:endParaRPr>
          </a:p>
        </p:txBody>
      </p:sp>
      <p:sp>
        <p:nvSpPr>
          <p:cNvPr id="168" name="Rounded Rectangle 17">
            <a:extLst xmlns:a="http://schemas.openxmlformats.org/drawingml/2006/main">
              <a:ext uri="{FF2B5EF4-FFF2-40B4-BE49-F238E27FC236}">
                <a16:creationId xmlns:a16="http://schemas.microsoft.com/office/drawing/2014/main" id="{44F65716-E3F0-43C5-B264-7582A3E08DE5}"/>
              </a:ext>
            </a:extLst>
          </p:cNvPr>
          <p:cNvSpPr>
            <a:spLocks xmlns:a="http://schemas.openxmlformats.org/drawingml/2006/main" noGrp="1"/>
          </p:cNvSpPr>
          <p:nvPr/>
        </p:nvSpPr>
        <p:spPr>
          <a:xfrm xmlns:a="http://schemas.openxmlformats.org/drawingml/2006/main">
            <a:off x="8275320" y="1847160"/>
            <a:ext cx="3355560" cy="201132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169" name="Rectangle 18">
            <a:extLst xmlns:a="http://schemas.openxmlformats.org/drawingml/2006/main">
              <a:ext uri="{FF2B5EF4-FFF2-40B4-BE49-F238E27FC236}">
                <a16:creationId xmlns:a16="http://schemas.microsoft.com/office/drawing/2014/main" id="{23D0753F-89AF-43CE-B583-74F0359A8973}"/>
              </a:ext>
            </a:extLst>
          </p:cNvPr>
          <p:cNvSpPr>
            <a:spLocks xmlns:a="http://schemas.openxmlformats.org/drawingml/2006/main" noGrp="1"/>
          </p:cNvSpPr>
          <p:nvPr/>
        </p:nvSpPr>
        <p:spPr>
          <a:xfrm xmlns:a="http://schemas.openxmlformats.org/drawingml/2006/main">
            <a:off x="8275320" y="1847160"/>
            <a:ext cx="91080" cy="201132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170" name="TextBox 19">
            <a:extLst xmlns:a="http://schemas.openxmlformats.org/drawingml/2006/main">
              <a:ext uri="{FF2B5EF4-FFF2-40B4-BE49-F238E27FC236}">
                <a16:creationId xmlns:a16="http://schemas.microsoft.com/office/drawing/2014/main" id="{664C41AD-C2F5-4B34-B8EE-487C45CF537A}"/>
              </a:ext>
            </a:extLst>
          </p:cNvPr>
          <p:cNvSpPr>
            <a:spLocks xmlns:a="http://schemas.openxmlformats.org/drawingml/2006/main" noGrp="1"/>
          </p:cNvSpPr>
          <p:nvPr/>
        </p:nvSpPr>
        <p:spPr>
          <a:xfrm xmlns:a="http://schemas.openxmlformats.org/drawingml/2006/main">
            <a:off x="8458200" y="1938600"/>
            <a:ext cx="3081240" cy="3927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200" b="1" u="none" strike="noStrike">
                <a:solidFill>
                  <a:srgbClr val="044F9E"/>
                </a:solidFill>
                <a:latin typeface="Times New Roman"/>
                <a:ea typeface="Times New Roman"/>
                <a:cs typeface="Times New Roman"/>
              </a:rPr>
              <a:t>VELOCITY</a:t>
            </a:r>
            <a:endParaRPr sz="2200" b="0" u="none" strike="noStrike">
              <a:solidFill>
                <a:srgbClr val="000000"/>
              </a:solidFill>
              <a:latin typeface="Times New Roman"/>
              <a:ea typeface="Times New Roman"/>
              <a:cs typeface="Times New Roman"/>
            </a:endParaRPr>
          </a:p>
        </p:txBody>
      </p:sp>
      <p:sp>
        <p:nvSpPr>
          <p:cNvPr id="171" name="TextBox 20">
            <a:extLst xmlns:a="http://schemas.openxmlformats.org/drawingml/2006/main">
              <a:ext uri="{FF2B5EF4-FFF2-40B4-BE49-F238E27FC236}">
                <a16:creationId xmlns:a16="http://schemas.microsoft.com/office/drawing/2014/main" id="{48F80F04-1518-4416-9865-BE51EF5DF88E}"/>
              </a:ext>
            </a:extLst>
          </p:cNvPr>
          <p:cNvSpPr>
            <a:spLocks xmlns:a="http://schemas.openxmlformats.org/drawingml/2006/main" noGrp="1"/>
          </p:cNvSpPr>
          <p:nvPr/>
        </p:nvSpPr>
        <p:spPr>
          <a:xfrm xmlns:a="http://schemas.openxmlformats.org/drawingml/2006/main">
            <a:off x="8458200" y="2359080"/>
            <a:ext cx="3081240" cy="14169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defTabSz="914400">
              <a:lnSpc>
                <a:spcPct val="100000"/>
              </a:lnSpc>
              <a:buNone/>
            </a:pPr>
            <a:r>
              <a:rPr sz="1900" b="0" u="none" strike="noStrike">
                <a:solidFill>
                  <a:srgbClr val="18324B"/>
                </a:solidFill>
                <a:latin typeface="Times New Roman"/>
                <a:ea typeface="Times New Roman"/>
                <a:cs typeface="Times New Roman"/>
              </a:rPr>
              <a:t>Dữ liệu được tạo qua các chiến dịch quan sát</a:t>
            </a:r>
            <a:endParaRPr sz="1900" b="0" u="none" strike="noStrike">
              <a:solidFill>
                <a:srgbClr val="000000"/>
              </a:solidFill>
              <a:latin typeface="Times New Roman"/>
              <a:ea typeface="Times New Roman"/>
              <a:cs typeface="Times New Roman"/>
            </a:endParaRPr>
          </a:p>
        </p:txBody>
      </p:sp>
      <p:sp>
        <p:nvSpPr>
          <p:cNvPr id="172" name="Rounded Rectangle 21">
            <a:extLst xmlns:a="http://schemas.openxmlformats.org/drawingml/2006/main">
              <a:ext uri="{FF2B5EF4-FFF2-40B4-BE49-F238E27FC236}">
                <a16:creationId xmlns:a16="http://schemas.microsoft.com/office/drawing/2014/main" id="{A2247E78-9164-4327-98F9-C0E43FF852B7}"/>
              </a:ext>
            </a:extLst>
          </p:cNvPr>
          <p:cNvSpPr>
            <a:spLocks xmlns:a="http://schemas.openxmlformats.org/drawingml/2006/main" noGrp="1"/>
          </p:cNvSpPr>
          <p:nvPr/>
        </p:nvSpPr>
        <p:spPr>
          <a:xfrm xmlns:a="http://schemas.openxmlformats.org/drawingml/2006/main">
            <a:off x="1417320" y="4407480"/>
            <a:ext cx="9326520" cy="1051200"/>
          </a:xfrm>
          <a:prstGeom xmlns:a="http://schemas.openxmlformats.org/drawingml/2006/main" prst="roundRect">
            <a:avLst>
              <a:gd name="adj" fmla="val 16667"/>
            </a:avLst>
          </a:prstGeom>
          <a:solidFill xmlns:a="http://schemas.openxmlformats.org/drawingml/2006/main">
            <a:srgbClr val="FFF7DF"/>
          </a:solidFill>
          <a:ln xmlns:a="http://schemas.openxmlformats.org/drawingml/2006/main" w="13970">
            <a:solidFill>
              <a:srgbClr val="FEC01D"/>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73080" tIns="73080" rIns="73080" bIns="73080" anchor="ctr">
            <a:noAutofit/>
          </a:bodyPr>
          <a:lstStyle xmlns:a="http://schemas.openxmlformats.org/drawingml/2006/main"/>
          <a:p xmlns:a="http://schemas.openxmlformats.org/drawingml/2006/main">
            <a:pPr algn="ctr" defTabSz="914400">
              <a:lnSpc>
                <a:spcPct val="100000"/>
              </a:lnSpc>
              <a:buNone/>
            </a:pPr>
            <a:r>
              <a:rPr sz="2100" b="1" u="none" strike="noStrike">
                <a:solidFill>
                  <a:srgbClr val="18324B"/>
                </a:solidFill>
                <a:latin typeface="Times New Roman"/>
                <a:ea typeface="Times New Roman"/>
                <a:cs typeface="Times New Roman"/>
              </a:rPr>
              <a:t>Cần quy trình tiền xử lý nhất quán và cách đo khả năng mở rộng</a:t>
            </a:r>
            <a:endParaRPr sz="2100" b="0" u="none" strike="noStrike">
              <a:solidFill>
                <a:srgbClr val="000000"/>
              </a:solidFill>
              <a:latin typeface="Times New Roman"/>
              <a:ea typeface="Times New Roman"/>
              <a:cs typeface="Times New Roman"/>
            </a:endParaRPr>
          </a:p>
        </p:txBody>
      </p:sp>
    </p:spTree>
    <p:extLst>
      <p:ext uri="{BB962C8B-B14F-4D97-AF65-F5344CB8AC3E}">
        <p14:creationId xmlns:p14="http://schemas.microsoft.com/office/powerpoint/2010/main" val="1657332089"/>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176" name="TextBox 4">
            <a:extLst xmlns:a="http://schemas.openxmlformats.org/drawingml/2006/main">
              <a:ext uri="{FF2B5EF4-FFF2-40B4-BE49-F238E27FC236}">
                <a16:creationId xmlns:a16="http://schemas.microsoft.com/office/drawing/2014/main" id="{5065F3AB-9D3E-4C49-BCC5-D4AB0AC4A97B}"/>
              </a:ext>
            </a:extLst>
          </p:cNvPr>
          <p:cNvSpPr>
            <a:spLocks xmlns:a="http://schemas.openxmlformats.org/drawingml/2006/main" noGrp="1"/>
          </p:cNvSpPr>
          <p:nvPr/>
        </p:nvSpPr>
        <p:spPr>
          <a:xfrm xmlns:a="http://schemas.openxmlformats.org/drawingml/2006/main">
            <a:off x="713160" y="603360"/>
            <a:ext cx="10881000" cy="6030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defTabSz="914400">
              <a:lnSpc>
                <a:spcPct val="100000"/>
              </a:lnSpc>
              <a:buNone/>
            </a:pPr>
            <a:r>
              <a:rPr sz="2900" b="1" u="none" strike="noStrike">
                <a:solidFill>
                  <a:srgbClr val="044F9E"/>
                </a:solidFill>
                <a:latin typeface="Times New Roman"/>
                <a:ea typeface="Times New Roman"/>
                <a:cs typeface="Times New Roman"/>
              </a:rPr>
              <a:t>Đề tài hướng đến một quy trình phân loại và so sánh công nghệ</a:t>
            </a:r>
            <a:endParaRPr sz="2900" b="0" u="none" strike="noStrike">
              <a:solidFill>
                <a:srgbClr val="000000"/>
              </a:solidFill>
              <a:latin typeface="Times New Roman"/>
              <a:ea typeface="Times New Roman"/>
              <a:cs typeface="Times New Roman"/>
            </a:endParaRPr>
          </a:p>
        </p:txBody>
      </p:sp>
      <p:sp>
        <p:nvSpPr>
          <p:cNvPr id="177" name="Rectangle 5">
            <a:extLst xmlns:a="http://schemas.openxmlformats.org/drawingml/2006/main">
              <a:ext uri="{FF2B5EF4-FFF2-40B4-BE49-F238E27FC236}">
                <a16:creationId xmlns:a16="http://schemas.microsoft.com/office/drawing/2014/main" id="{1D52A74D-717A-42CD-8CDC-02429761D304}"/>
              </a:ext>
            </a:extLst>
          </p:cNvPr>
          <p:cNvSpPr>
            <a:spLocks xmlns:a="http://schemas.openxmlformats.org/drawingml/2006/main" noGrp="1"/>
          </p:cNvSpPr>
          <p:nvPr/>
        </p:nvSpPr>
        <p:spPr>
          <a:xfrm xmlns:a="http://schemas.openxmlformats.org/drawingml/2006/main">
            <a:off x="731520" y="1243440"/>
            <a:ext cx="822600" cy="5004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5400" rIns="90000" bIns="54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178" name="TextBox 6">
            <a:extLst xmlns:a="http://schemas.openxmlformats.org/drawingml/2006/main">
              <a:ext uri="{FF2B5EF4-FFF2-40B4-BE49-F238E27FC236}">
                <a16:creationId xmlns:a16="http://schemas.microsoft.com/office/drawing/2014/main" id="{DA43000C-D2B8-42C4-9D29-88B4D78E99F4}"/>
              </a:ext>
            </a:extLst>
          </p:cNvPr>
          <p:cNvSpPr>
            <a:spLocks xmlns:a="http://schemas.openxmlformats.org/drawingml/2006/main" noGrp="1"/>
          </p:cNvSpPr>
          <p:nvPr/>
        </p:nvSpPr>
        <p:spPr>
          <a:xfrm xmlns:a="http://schemas.openxmlformats.org/drawingml/2006/main">
            <a:off x="11384280" y="6492240"/>
            <a:ext cx="438480" cy="2743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spAutoFit/>
          </a:bodyPr>
          <a:lstStyle xmlns:a="http://schemas.openxmlformats.org/drawingml/2006/main"/>
          <a:p xmlns:a="http://schemas.openxmlformats.org/drawingml/2006/main">
            <a:pPr algn="r" defTabSz="914400">
              <a:lnSpc>
                <a:spcPct val="100000"/>
              </a:lnSpc>
              <a:buNone/>
            </a:pPr>
            <a:r>
              <a:rPr sz="1800" b="1" u="none" strike="noStrike">
                <a:solidFill>
                  <a:srgbClr val="044F9E"/>
                </a:solidFill>
                <a:latin typeface="Times New Roman"/>
                <a:ea typeface="Times New Roman"/>
                <a:cs typeface="Times New Roman"/>
              </a:rPr>
              <a:t>8</a:t>
            </a:r>
            <a:endParaRPr sz="1800" b="0" u="none" strike="noStrike">
              <a:solidFill>
                <a:srgbClr val="000000"/>
              </a:solidFill>
              <a:latin typeface="Times New Roman"/>
              <a:ea typeface="Times New Roman"/>
              <a:cs typeface="Times New Roman"/>
            </a:endParaRPr>
          </a:p>
        </p:txBody>
      </p:sp>
      <p:sp>
        <p:nvSpPr>
          <p:cNvPr id="179" name="Rounded Rectangle 7">
            <a:extLst xmlns:a="http://schemas.openxmlformats.org/drawingml/2006/main">
              <a:ext uri="{FF2B5EF4-FFF2-40B4-BE49-F238E27FC236}">
                <a16:creationId xmlns:a16="http://schemas.microsoft.com/office/drawing/2014/main" id="{FD5B4BDB-DE50-4324-811F-97B4268B5C0A}"/>
              </a:ext>
            </a:extLst>
          </p:cNvPr>
          <p:cNvSpPr>
            <a:spLocks xmlns:a="http://schemas.openxmlformats.org/drawingml/2006/main" noGrp="1"/>
          </p:cNvSpPr>
          <p:nvPr/>
        </p:nvSpPr>
        <p:spPr>
          <a:xfrm xmlns:a="http://schemas.openxmlformats.org/drawingml/2006/main">
            <a:off x="822960" y="1627560"/>
            <a:ext cx="5074560" cy="182844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180" name="Rectangle 8">
            <a:extLst xmlns:a="http://schemas.openxmlformats.org/drawingml/2006/main">
              <a:ext uri="{FF2B5EF4-FFF2-40B4-BE49-F238E27FC236}">
                <a16:creationId xmlns:a16="http://schemas.microsoft.com/office/drawing/2014/main" id="{A0C651F1-D9BF-43E7-9B7A-B86FE2ACAC9B}"/>
              </a:ext>
            </a:extLst>
          </p:cNvPr>
          <p:cNvSpPr>
            <a:spLocks xmlns:a="http://schemas.openxmlformats.org/drawingml/2006/main" noGrp="1"/>
          </p:cNvSpPr>
          <p:nvPr/>
        </p:nvSpPr>
        <p:spPr>
          <a:xfrm xmlns:a="http://schemas.openxmlformats.org/drawingml/2006/main">
            <a:off x="822960" y="1627560"/>
            <a:ext cx="91080" cy="1828440"/>
          </a:xfrm>
          <a:prstGeom xmlns:a="http://schemas.openxmlformats.org/drawingml/2006/main" prst="rect">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181" name="TextBox 9">
            <a:extLst xmlns:a="http://schemas.openxmlformats.org/drawingml/2006/main">
              <a:ext uri="{FF2B5EF4-FFF2-40B4-BE49-F238E27FC236}">
                <a16:creationId xmlns:a16="http://schemas.microsoft.com/office/drawing/2014/main" id="{86BE5648-B595-47D6-8138-F588A964531E}"/>
              </a:ext>
            </a:extLst>
          </p:cNvPr>
          <p:cNvSpPr>
            <a:spLocks xmlns:a="http://schemas.openxmlformats.org/drawingml/2006/main" noGrp="1"/>
          </p:cNvSpPr>
          <p:nvPr/>
        </p:nvSpPr>
        <p:spPr>
          <a:xfrm xmlns:a="http://schemas.openxmlformats.org/drawingml/2006/main">
            <a:off x="1005840" y="1719000"/>
            <a:ext cx="4800240" cy="3927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200" b="1" u="none" strike="noStrike">
                <a:solidFill>
                  <a:srgbClr val="044F9E"/>
                </a:solidFill>
                <a:latin typeface="Times New Roman"/>
                <a:ea typeface="Times New Roman"/>
                <a:cs typeface="Times New Roman"/>
              </a:rPr>
              <a:t>Mục tiêu mô hình</a:t>
            </a:r>
            <a:endParaRPr sz="2200" b="0" u="none" strike="noStrike">
              <a:solidFill>
                <a:srgbClr val="000000"/>
              </a:solidFill>
              <a:latin typeface="Times New Roman"/>
              <a:ea typeface="Times New Roman"/>
              <a:cs typeface="Times New Roman"/>
            </a:endParaRPr>
          </a:p>
        </p:txBody>
      </p:sp>
      <p:sp>
        <p:nvSpPr>
          <p:cNvPr id="182" name="TextBox 10">
            <a:extLst xmlns:a="http://schemas.openxmlformats.org/drawingml/2006/main">
              <a:ext uri="{FF2B5EF4-FFF2-40B4-BE49-F238E27FC236}">
                <a16:creationId xmlns:a16="http://schemas.microsoft.com/office/drawing/2014/main" id="{2DD583C7-05F4-4C07-A35A-59388F59087D}"/>
              </a:ext>
            </a:extLst>
          </p:cNvPr>
          <p:cNvSpPr>
            <a:spLocks xmlns:a="http://schemas.openxmlformats.org/drawingml/2006/main" noGrp="1"/>
          </p:cNvSpPr>
          <p:nvPr/>
        </p:nvSpPr>
        <p:spPr>
          <a:xfrm xmlns:a="http://schemas.openxmlformats.org/drawingml/2006/main">
            <a:off x="1005840" y="2139840"/>
            <a:ext cx="4800240" cy="12340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defTabSz="914400">
              <a:lnSpc>
                <a:spcPct val="100000"/>
              </a:lnSpc>
              <a:buNone/>
            </a:pPr>
            <a:r>
              <a:rPr sz="2000" b="0" u="none" strike="noStrike">
                <a:solidFill>
                  <a:srgbClr val="18324B"/>
                </a:solidFill>
                <a:latin typeface="Times New Roman"/>
                <a:ea typeface="Times New Roman"/>
                <a:cs typeface="Times New Roman"/>
              </a:rPr>
              <a:t>Phân loại Candidate và NonCandidate từ 13 đặc trưng.</a:t>
            </a:r>
            <a:endParaRPr sz="2000" b="0" u="none" strike="noStrike">
              <a:solidFill>
                <a:srgbClr val="000000"/>
              </a:solidFill>
              <a:latin typeface="Times New Roman"/>
              <a:ea typeface="Times New Roman"/>
              <a:cs typeface="Times New Roman"/>
            </a:endParaRPr>
          </a:p>
        </p:txBody>
      </p:sp>
      <p:sp>
        <p:nvSpPr>
          <p:cNvPr id="183" name="Rounded Rectangle 11">
            <a:extLst xmlns:a="http://schemas.openxmlformats.org/drawingml/2006/main">
              <a:ext uri="{FF2B5EF4-FFF2-40B4-BE49-F238E27FC236}">
                <a16:creationId xmlns:a16="http://schemas.microsoft.com/office/drawing/2014/main" id="{A3A57C07-86A6-43D8-92CC-DEF8FE09F9E3}"/>
              </a:ext>
            </a:extLst>
          </p:cNvPr>
          <p:cNvSpPr>
            <a:spLocks xmlns:a="http://schemas.openxmlformats.org/drawingml/2006/main" noGrp="1"/>
          </p:cNvSpPr>
          <p:nvPr/>
        </p:nvSpPr>
        <p:spPr>
          <a:xfrm xmlns:a="http://schemas.openxmlformats.org/drawingml/2006/main">
            <a:off x="6217920" y="1627560"/>
            <a:ext cx="5074560" cy="182844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184" name="Rectangle 12">
            <a:extLst xmlns:a="http://schemas.openxmlformats.org/drawingml/2006/main">
              <a:ext uri="{FF2B5EF4-FFF2-40B4-BE49-F238E27FC236}">
                <a16:creationId xmlns:a16="http://schemas.microsoft.com/office/drawing/2014/main" id="{B8E2C05B-064A-4B2E-8E6B-1C7997BD3378}"/>
              </a:ext>
            </a:extLst>
          </p:cNvPr>
          <p:cNvSpPr>
            <a:spLocks xmlns:a="http://schemas.openxmlformats.org/drawingml/2006/main" noGrp="1"/>
          </p:cNvSpPr>
          <p:nvPr/>
        </p:nvSpPr>
        <p:spPr>
          <a:xfrm xmlns:a="http://schemas.openxmlformats.org/drawingml/2006/main">
            <a:off x="6217920" y="1627560"/>
            <a:ext cx="91080" cy="182844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185" name="TextBox 13">
            <a:extLst xmlns:a="http://schemas.openxmlformats.org/drawingml/2006/main">
              <a:ext uri="{FF2B5EF4-FFF2-40B4-BE49-F238E27FC236}">
                <a16:creationId xmlns:a16="http://schemas.microsoft.com/office/drawing/2014/main" id="{9622D7A5-42AA-4C28-BEBD-E2C0F32F744D}"/>
              </a:ext>
            </a:extLst>
          </p:cNvPr>
          <p:cNvSpPr>
            <a:spLocks xmlns:a="http://schemas.openxmlformats.org/drawingml/2006/main" noGrp="1"/>
          </p:cNvSpPr>
          <p:nvPr/>
        </p:nvSpPr>
        <p:spPr>
          <a:xfrm xmlns:a="http://schemas.openxmlformats.org/drawingml/2006/main">
            <a:off x="6400800" y="1719000"/>
            <a:ext cx="4800240" cy="3927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200" b="1" u="none" strike="noStrike">
                <a:solidFill>
                  <a:srgbClr val="044F9E"/>
                </a:solidFill>
                <a:latin typeface="Times New Roman"/>
                <a:ea typeface="Times New Roman"/>
                <a:cs typeface="Times New Roman"/>
              </a:rPr>
              <a:t>Mục tiêu kỹ thuật</a:t>
            </a:r>
            <a:endParaRPr sz="2200" b="0" u="none" strike="noStrike">
              <a:solidFill>
                <a:srgbClr val="000000"/>
              </a:solidFill>
              <a:latin typeface="Times New Roman"/>
              <a:ea typeface="Times New Roman"/>
              <a:cs typeface="Times New Roman"/>
            </a:endParaRPr>
          </a:p>
        </p:txBody>
      </p:sp>
      <p:sp>
        <p:nvSpPr>
          <p:cNvPr id="186" name="TextBox 14">
            <a:extLst xmlns:a="http://schemas.openxmlformats.org/drawingml/2006/main">
              <a:ext uri="{FF2B5EF4-FFF2-40B4-BE49-F238E27FC236}">
                <a16:creationId xmlns:a16="http://schemas.microsoft.com/office/drawing/2014/main" id="{E1687B06-0CE4-4FE0-93E1-41B2F44C13FD}"/>
              </a:ext>
            </a:extLst>
          </p:cNvPr>
          <p:cNvSpPr>
            <a:spLocks xmlns:a="http://schemas.openxmlformats.org/drawingml/2006/main" noGrp="1"/>
          </p:cNvSpPr>
          <p:nvPr/>
        </p:nvSpPr>
        <p:spPr>
          <a:xfrm xmlns:a="http://schemas.openxmlformats.org/drawingml/2006/main">
            <a:off x="6400800" y="2139840"/>
            <a:ext cx="4800240" cy="12340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defTabSz="914400">
              <a:lnSpc>
                <a:spcPct val="100000"/>
              </a:lnSpc>
              <a:buNone/>
            </a:pPr>
            <a:r>
              <a:rPr sz="2000" b="0" u="none" strike="noStrike">
                <a:solidFill>
                  <a:srgbClr val="18324B"/>
                </a:solidFill>
                <a:latin typeface="Times New Roman"/>
                <a:ea typeface="Times New Roman"/>
                <a:cs typeface="Times New Roman"/>
              </a:rPr>
              <a:t>Triển khai cùng bài toán trên hai hệ sinh thái ML.</a:t>
            </a:r>
            <a:endParaRPr sz="2000" b="0" u="none" strike="noStrike">
              <a:solidFill>
                <a:srgbClr val="000000"/>
              </a:solidFill>
              <a:latin typeface="Times New Roman"/>
              <a:ea typeface="Times New Roman"/>
              <a:cs typeface="Times New Roman"/>
            </a:endParaRPr>
          </a:p>
        </p:txBody>
      </p:sp>
      <p:sp>
        <p:nvSpPr>
          <p:cNvPr id="187" name="Rounded Rectangle 15">
            <a:extLst xmlns:a="http://schemas.openxmlformats.org/drawingml/2006/main">
              <a:ext uri="{FF2B5EF4-FFF2-40B4-BE49-F238E27FC236}">
                <a16:creationId xmlns:a16="http://schemas.microsoft.com/office/drawing/2014/main" id="{2AC58262-760F-47F0-8E82-4AF111F486B5}"/>
              </a:ext>
            </a:extLst>
          </p:cNvPr>
          <p:cNvSpPr>
            <a:spLocks xmlns:a="http://schemas.openxmlformats.org/drawingml/2006/main" noGrp="1"/>
          </p:cNvSpPr>
          <p:nvPr/>
        </p:nvSpPr>
        <p:spPr>
          <a:xfrm xmlns:a="http://schemas.openxmlformats.org/drawingml/2006/main">
            <a:off x="822960" y="3822120"/>
            <a:ext cx="5074560" cy="157248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188" name="Rectangle 16">
            <a:extLst xmlns:a="http://schemas.openxmlformats.org/drawingml/2006/main">
              <a:ext uri="{FF2B5EF4-FFF2-40B4-BE49-F238E27FC236}">
                <a16:creationId xmlns:a16="http://schemas.microsoft.com/office/drawing/2014/main" id="{E969309A-67AC-4606-9454-0FFA9D49CC57}"/>
              </a:ext>
            </a:extLst>
          </p:cNvPr>
          <p:cNvSpPr>
            <a:spLocks xmlns:a="http://schemas.openxmlformats.org/drawingml/2006/main" noGrp="1"/>
          </p:cNvSpPr>
          <p:nvPr/>
        </p:nvSpPr>
        <p:spPr>
          <a:xfrm xmlns:a="http://schemas.openxmlformats.org/drawingml/2006/main">
            <a:off x="822960" y="3822120"/>
            <a:ext cx="91080" cy="1572480"/>
          </a:xfrm>
          <a:prstGeom xmlns:a="http://schemas.openxmlformats.org/drawingml/2006/main" prst="rect">
            <a:avLst/>
          </a:prstGeom>
          <a:solidFill xmlns:a="http://schemas.openxmlformats.org/drawingml/2006/main">
            <a:srgbClr val="E81F26"/>
          </a:solidFill>
          <a:ln xmlns:a="http://schemas.openxmlformats.org/drawingml/2006/main">
            <a:solidFill>
              <a:srgbClr val="E81F2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189" name="TextBox 17">
            <a:extLst xmlns:a="http://schemas.openxmlformats.org/drawingml/2006/main">
              <a:ext uri="{FF2B5EF4-FFF2-40B4-BE49-F238E27FC236}">
                <a16:creationId xmlns:a16="http://schemas.microsoft.com/office/drawing/2014/main" id="{EAF21674-3B83-4E02-B2D8-25EA68FB514A}"/>
              </a:ext>
            </a:extLst>
          </p:cNvPr>
          <p:cNvSpPr>
            <a:spLocks xmlns:a="http://schemas.openxmlformats.org/drawingml/2006/main" noGrp="1"/>
          </p:cNvSpPr>
          <p:nvPr/>
        </p:nvSpPr>
        <p:spPr>
          <a:xfrm xmlns:a="http://schemas.openxmlformats.org/drawingml/2006/main">
            <a:off x="1005840" y="3913560"/>
            <a:ext cx="4800240" cy="3927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100" b="1" u="none" strike="noStrike">
                <a:solidFill>
                  <a:srgbClr val="044F9E"/>
                </a:solidFill>
                <a:latin typeface="Times New Roman"/>
                <a:ea typeface="Times New Roman"/>
                <a:cs typeface="Times New Roman"/>
              </a:rPr>
              <a:t>Trục so sánh</a:t>
            </a:r>
            <a:endParaRPr sz="2100" b="0" u="none" strike="noStrike">
              <a:solidFill>
                <a:srgbClr val="000000"/>
              </a:solidFill>
              <a:latin typeface="Times New Roman"/>
              <a:ea typeface="Times New Roman"/>
              <a:cs typeface="Times New Roman"/>
            </a:endParaRPr>
          </a:p>
        </p:txBody>
      </p:sp>
      <p:sp>
        <p:nvSpPr>
          <p:cNvPr id="190" name="TextBox 18">
            <a:extLst xmlns:a="http://schemas.openxmlformats.org/drawingml/2006/main">
              <a:ext uri="{FF2B5EF4-FFF2-40B4-BE49-F238E27FC236}">
                <a16:creationId xmlns:a16="http://schemas.microsoft.com/office/drawing/2014/main" id="{EE9FFD4D-1362-4711-B757-2BC188A3BEBE}"/>
              </a:ext>
            </a:extLst>
          </p:cNvPr>
          <p:cNvSpPr>
            <a:spLocks xmlns:a="http://schemas.openxmlformats.org/drawingml/2006/main" noGrp="1"/>
          </p:cNvSpPr>
          <p:nvPr/>
        </p:nvSpPr>
        <p:spPr>
          <a:xfrm xmlns:a="http://schemas.openxmlformats.org/drawingml/2006/main">
            <a:off x="1005840" y="4334400"/>
            <a:ext cx="4800240" cy="9781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defTabSz="914400">
              <a:lnSpc>
                <a:spcPct val="100000"/>
              </a:lnSpc>
              <a:buNone/>
            </a:pPr>
            <a:r>
              <a:rPr sz="1800" b="0" u="none" strike="noStrike">
                <a:solidFill>
                  <a:srgbClr val="18324B"/>
                </a:solidFill>
                <a:latin typeface="Times New Roman"/>
                <a:ea typeface="Times New Roman"/>
                <a:cs typeface="Times New Roman"/>
              </a:rPr>
              <a:t>Kiến trúc, cách triển khai, thời gian đo và khả năng mở rộng.</a:t>
            </a:r>
            <a:endParaRPr sz="1800" b="0" u="none" strike="noStrike">
              <a:solidFill>
                <a:srgbClr val="000000"/>
              </a:solidFill>
              <a:latin typeface="Times New Roman"/>
              <a:ea typeface="Times New Roman"/>
              <a:cs typeface="Times New Roman"/>
            </a:endParaRPr>
          </a:p>
        </p:txBody>
      </p:sp>
      <p:sp>
        <p:nvSpPr>
          <p:cNvPr id="191" name="Rounded Rectangle 19">
            <a:extLst xmlns:a="http://schemas.openxmlformats.org/drawingml/2006/main">
              <a:ext uri="{FF2B5EF4-FFF2-40B4-BE49-F238E27FC236}">
                <a16:creationId xmlns:a16="http://schemas.microsoft.com/office/drawing/2014/main" id="{B266380F-5A92-46DA-8CC0-35463B8002B7}"/>
              </a:ext>
            </a:extLst>
          </p:cNvPr>
          <p:cNvSpPr>
            <a:spLocks xmlns:a="http://schemas.openxmlformats.org/drawingml/2006/main" noGrp="1"/>
          </p:cNvSpPr>
          <p:nvPr/>
        </p:nvSpPr>
        <p:spPr>
          <a:xfrm xmlns:a="http://schemas.openxmlformats.org/drawingml/2006/main">
            <a:off x="6217920" y="3822120"/>
            <a:ext cx="5074560" cy="157248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192" name="Rectangle 20">
            <a:extLst xmlns:a="http://schemas.openxmlformats.org/drawingml/2006/main">
              <a:ext uri="{FF2B5EF4-FFF2-40B4-BE49-F238E27FC236}">
                <a16:creationId xmlns:a16="http://schemas.microsoft.com/office/drawing/2014/main" id="{F0DCDA7C-CF01-49DB-939E-416B9944BB94}"/>
              </a:ext>
            </a:extLst>
          </p:cNvPr>
          <p:cNvSpPr>
            <a:spLocks xmlns:a="http://schemas.openxmlformats.org/drawingml/2006/main" noGrp="1"/>
          </p:cNvSpPr>
          <p:nvPr/>
        </p:nvSpPr>
        <p:spPr>
          <a:xfrm xmlns:a="http://schemas.openxmlformats.org/drawingml/2006/main">
            <a:off x="6217920" y="3822120"/>
            <a:ext cx="91080" cy="1572480"/>
          </a:xfrm>
          <a:prstGeom xmlns:a="http://schemas.openxmlformats.org/drawingml/2006/main" prst="rect">
            <a:avLst/>
          </a:prstGeom>
          <a:solidFill xmlns:a="http://schemas.openxmlformats.org/drawingml/2006/main">
            <a:srgbClr val="FEC01D"/>
          </a:solidFill>
          <a:ln xmlns:a="http://schemas.openxmlformats.org/drawingml/2006/main">
            <a:solidFill>
              <a:srgbClr val="FEC01D"/>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193" name="TextBox 21">
            <a:extLst xmlns:a="http://schemas.openxmlformats.org/drawingml/2006/main">
              <a:ext uri="{FF2B5EF4-FFF2-40B4-BE49-F238E27FC236}">
                <a16:creationId xmlns:a16="http://schemas.microsoft.com/office/drawing/2014/main" id="{DF16B291-7BD8-4505-9FF5-29C75FA194BA}"/>
              </a:ext>
            </a:extLst>
          </p:cNvPr>
          <p:cNvSpPr>
            <a:spLocks xmlns:a="http://schemas.openxmlformats.org/drawingml/2006/main" noGrp="1"/>
          </p:cNvSpPr>
          <p:nvPr/>
        </p:nvSpPr>
        <p:spPr>
          <a:xfrm xmlns:a="http://schemas.openxmlformats.org/drawingml/2006/main">
            <a:off x="6400800" y="3913560"/>
            <a:ext cx="4800240" cy="3927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100" b="1" u="none" strike="noStrike">
                <a:solidFill>
                  <a:srgbClr val="044F9E"/>
                </a:solidFill>
                <a:latin typeface="Times New Roman"/>
                <a:ea typeface="Times New Roman"/>
                <a:cs typeface="Times New Roman"/>
              </a:rPr>
              <a:t>Nguyên tắc báo cáo</a:t>
            </a:r>
            <a:endParaRPr sz="2100" b="0" u="none" strike="noStrike">
              <a:solidFill>
                <a:srgbClr val="000000"/>
              </a:solidFill>
              <a:latin typeface="Times New Roman"/>
              <a:ea typeface="Times New Roman"/>
              <a:cs typeface="Times New Roman"/>
            </a:endParaRPr>
          </a:p>
        </p:txBody>
      </p:sp>
      <p:sp>
        <p:nvSpPr>
          <p:cNvPr id="194" name="TextBox 22">
            <a:extLst xmlns:a="http://schemas.openxmlformats.org/drawingml/2006/main">
              <a:ext uri="{FF2B5EF4-FFF2-40B4-BE49-F238E27FC236}">
                <a16:creationId xmlns:a16="http://schemas.microsoft.com/office/drawing/2014/main" id="{B9D41F6C-BC9B-42BE-86FD-D711A0D8EA25}"/>
              </a:ext>
            </a:extLst>
          </p:cNvPr>
          <p:cNvSpPr>
            <a:spLocks xmlns:a="http://schemas.openxmlformats.org/drawingml/2006/main" noGrp="1"/>
          </p:cNvSpPr>
          <p:nvPr/>
        </p:nvSpPr>
        <p:spPr>
          <a:xfrm xmlns:a="http://schemas.openxmlformats.org/drawingml/2006/main">
            <a:off x="6400800" y="4334400"/>
            <a:ext cx="4800240" cy="9781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defTabSz="914400">
              <a:lnSpc>
                <a:spcPct val="100000"/>
              </a:lnSpc>
              <a:buNone/>
            </a:pPr>
            <a:r>
              <a:rPr sz="1800" b="0" u="none" strike="noStrike">
                <a:solidFill>
                  <a:srgbClr val="18324B"/>
                </a:solidFill>
                <a:latin typeface="Times New Roman"/>
                <a:ea typeface="Times New Roman"/>
                <a:cs typeface="Times New Roman"/>
              </a:rPr>
              <a:t>Không kết luận trước; đối chiếu kết quả khi demo.</a:t>
            </a:r>
            <a:endParaRPr sz="1800" b="0" u="none" strike="noStrike">
              <a:solidFill>
                <a:srgbClr val="000000"/>
              </a:solidFill>
              <a:latin typeface="Times New Roman"/>
              <a:ea typeface="Times New Roman"/>
              <a:cs typeface="Times New Roman"/>
            </a:endParaRPr>
          </a:p>
        </p:txBody>
      </p:sp>
    </p:spTree>
    <p:extLst>
      <p:ext uri="{BB962C8B-B14F-4D97-AF65-F5344CB8AC3E}">
        <p14:creationId xmlns:p14="http://schemas.microsoft.com/office/powerpoint/2010/main" val="658836208"/>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198" name="TextBox 4">
            <a:extLst xmlns:a="http://schemas.openxmlformats.org/drawingml/2006/main">
              <a:ext uri="{FF2B5EF4-FFF2-40B4-BE49-F238E27FC236}">
                <a16:creationId xmlns:a16="http://schemas.microsoft.com/office/drawing/2014/main" id="{D529FBB4-5127-495D-975E-F02F34EF5B98}"/>
              </a:ext>
            </a:extLst>
          </p:cNvPr>
          <p:cNvSpPr>
            <a:spLocks xmlns:a="http://schemas.openxmlformats.org/drawingml/2006/main" noGrp="1"/>
          </p:cNvSpPr>
          <p:nvPr/>
        </p:nvSpPr>
        <p:spPr>
          <a:xfrm xmlns:a="http://schemas.openxmlformats.org/drawingml/2006/main">
            <a:off x="713160" y="603360"/>
            <a:ext cx="10881000" cy="6030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defTabSz="914400">
              <a:lnSpc>
                <a:spcPct val="100000"/>
              </a:lnSpc>
              <a:buNone/>
            </a:pPr>
            <a:r>
              <a:rPr sz="2900" b="1" u="none" strike="noStrike">
                <a:solidFill>
                  <a:srgbClr val="044F9E"/>
                </a:solidFill>
                <a:latin typeface="Times New Roman"/>
                <a:ea typeface="Times New Roman"/>
                <a:cs typeface="Times New Roman"/>
              </a:rPr>
              <a:t>Phạm vi tập trung vào phân loại nhị phân và so sánh triển khai</a:t>
            </a:r>
            <a:endParaRPr sz="2900" b="0" u="none" strike="noStrike">
              <a:solidFill>
                <a:srgbClr val="000000"/>
              </a:solidFill>
              <a:latin typeface="Times New Roman"/>
              <a:ea typeface="Times New Roman"/>
              <a:cs typeface="Times New Roman"/>
            </a:endParaRPr>
          </a:p>
        </p:txBody>
      </p:sp>
      <p:sp>
        <p:nvSpPr>
          <p:cNvPr id="199" name="Rectangle 5">
            <a:extLst xmlns:a="http://schemas.openxmlformats.org/drawingml/2006/main">
              <a:ext uri="{FF2B5EF4-FFF2-40B4-BE49-F238E27FC236}">
                <a16:creationId xmlns:a16="http://schemas.microsoft.com/office/drawing/2014/main" id="{C31F22E5-2C2C-4D71-ABCC-68996E0AF979}"/>
              </a:ext>
            </a:extLst>
          </p:cNvPr>
          <p:cNvSpPr>
            <a:spLocks xmlns:a="http://schemas.openxmlformats.org/drawingml/2006/main" noGrp="1"/>
          </p:cNvSpPr>
          <p:nvPr/>
        </p:nvSpPr>
        <p:spPr>
          <a:xfrm xmlns:a="http://schemas.openxmlformats.org/drawingml/2006/main">
            <a:off x="731520" y="1243440"/>
            <a:ext cx="822600" cy="5004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5400" rIns="90000" bIns="54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200" name="TextBox 6">
            <a:extLst xmlns:a="http://schemas.openxmlformats.org/drawingml/2006/main">
              <a:ext uri="{FF2B5EF4-FFF2-40B4-BE49-F238E27FC236}">
                <a16:creationId xmlns:a16="http://schemas.microsoft.com/office/drawing/2014/main" id="{B22983B8-F958-4566-A34E-38C58316E9B0}"/>
              </a:ext>
            </a:extLst>
          </p:cNvPr>
          <p:cNvSpPr>
            <a:spLocks xmlns:a="http://schemas.openxmlformats.org/drawingml/2006/main" noGrp="1"/>
          </p:cNvSpPr>
          <p:nvPr/>
        </p:nvSpPr>
        <p:spPr>
          <a:xfrm xmlns:a="http://schemas.openxmlformats.org/drawingml/2006/main">
            <a:off x="11384280" y="6492240"/>
            <a:ext cx="438480" cy="2743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spAutoFit/>
          </a:bodyPr>
          <a:lstStyle xmlns:a="http://schemas.openxmlformats.org/drawingml/2006/main"/>
          <a:p xmlns:a="http://schemas.openxmlformats.org/drawingml/2006/main">
            <a:pPr algn="r" defTabSz="914400">
              <a:lnSpc>
                <a:spcPct val="100000"/>
              </a:lnSpc>
              <a:buNone/>
            </a:pPr>
            <a:r>
              <a:rPr b="1" u="none" strike="noStrike">
                <a:solidFill>
                  <a:srgbClr val="044F9E"/>
                </a:solidFill>
                <a:latin typeface="Times New Roman"/>
                <a:ea typeface="Times New Roman"/>
                <a:cs typeface="Times New Roman"/>
              </a:rPr>
              <a:t>9</a:t>
            </a:r>
            <a:endParaRPr b="0" u="none" strike="noStrike">
              <a:solidFill>
                <a:srgbClr val="000000"/>
              </a:solidFill>
              <a:latin typeface="Times New Roman"/>
              <a:ea typeface="Times New Roman"/>
              <a:cs typeface="Times New Roman"/>
            </a:endParaRPr>
          </a:p>
        </p:txBody>
      </p:sp>
      <p:sp>
        <p:nvSpPr>
          <p:cNvPr id="201" name="Rounded Rectangle 7">
            <a:extLst xmlns:a="http://schemas.openxmlformats.org/drawingml/2006/main">
              <a:ext uri="{FF2B5EF4-FFF2-40B4-BE49-F238E27FC236}">
                <a16:creationId xmlns:a16="http://schemas.microsoft.com/office/drawing/2014/main" id="{3D1DE98F-1928-4C96-B377-6606D8C7611D}"/>
              </a:ext>
            </a:extLst>
          </p:cNvPr>
          <p:cNvSpPr>
            <a:spLocks xmlns:a="http://schemas.openxmlformats.org/drawingml/2006/main" noGrp="1"/>
          </p:cNvSpPr>
          <p:nvPr/>
        </p:nvSpPr>
        <p:spPr>
          <a:xfrm xmlns:a="http://schemas.openxmlformats.org/drawingml/2006/main">
            <a:off x="749880" y="1600200"/>
            <a:ext cx="3401280" cy="434304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202" name="Rectangle 8">
            <a:extLst xmlns:a="http://schemas.openxmlformats.org/drawingml/2006/main">
              <a:ext uri="{FF2B5EF4-FFF2-40B4-BE49-F238E27FC236}">
                <a16:creationId xmlns:a16="http://schemas.microsoft.com/office/drawing/2014/main" id="{9DB36E0D-7C03-4E87-B513-7CDEB18F6587}"/>
              </a:ext>
            </a:extLst>
          </p:cNvPr>
          <p:cNvSpPr>
            <a:spLocks xmlns:a="http://schemas.openxmlformats.org/drawingml/2006/main" noGrp="1"/>
          </p:cNvSpPr>
          <p:nvPr/>
        </p:nvSpPr>
        <p:spPr>
          <a:xfrm xmlns:a="http://schemas.openxmlformats.org/drawingml/2006/main">
            <a:off x="749880" y="1600200"/>
            <a:ext cx="91080" cy="4343040"/>
          </a:xfrm>
          <a:prstGeom xmlns:a="http://schemas.openxmlformats.org/drawingml/2006/main" prst="rect">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203" name="TextBox 9">
            <a:extLst xmlns:a="http://schemas.openxmlformats.org/drawingml/2006/main">
              <a:ext uri="{FF2B5EF4-FFF2-40B4-BE49-F238E27FC236}">
                <a16:creationId xmlns:a16="http://schemas.microsoft.com/office/drawing/2014/main" id="{B96FE300-B55D-430B-A5D3-921D16922E90}"/>
              </a:ext>
            </a:extLst>
          </p:cNvPr>
          <p:cNvSpPr>
            <a:spLocks xmlns:a="http://schemas.openxmlformats.org/drawingml/2006/main" noGrp="1"/>
          </p:cNvSpPr>
          <p:nvPr/>
        </p:nvSpPr>
        <p:spPr>
          <a:xfrm xmlns:a="http://schemas.openxmlformats.org/drawingml/2006/main">
            <a:off x="1036680" y="1670804"/>
            <a:ext cx="312696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400" b="1" u="none" strike="noStrike">
                <a:solidFill>
                  <a:srgbClr val="044F9E"/>
                </a:solidFill>
                <a:latin typeface="Times New Roman"/>
                <a:ea typeface="Times New Roman"/>
                <a:cs typeface="Times New Roman"/>
              </a:rPr>
              <a:t>Phạm vi</a:t>
            </a:r>
            <a:endParaRPr sz="2400" b="0" u="none" strike="noStrike">
              <a:solidFill>
                <a:srgbClr val="000000"/>
              </a:solidFill>
              <a:latin typeface="Times New Roman"/>
              <a:ea typeface="Times New Roman"/>
              <a:cs typeface="Times New Roman"/>
            </a:endParaRPr>
          </a:p>
        </p:txBody>
      </p:sp>
      <p:sp>
        <p:nvSpPr>
          <p:cNvPr id="204" name="TextBox 10">
            <a:extLst xmlns:a="http://schemas.openxmlformats.org/drawingml/2006/main">
              <a:ext uri="{FF2B5EF4-FFF2-40B4-BE49-F238E27FC236}">
                <a16:creationId xmlns:a16="http://schemas.microsoft.com/office/drawing/2014/main" id="{377C54B2-001B-43FC-824B-7FD6A9B31E81}"/>
              </a:ext>
            </a:extLst>
          </p:cNvPr>
          <p:cNvSpPr>
            <a:spLocks xmlns:a="http://schemas.openxmlformats.org/drawingml/2006/main" noGrp="1"/>
          </p:cNvSpPr>
          <p:nvPr/>
        </p:nvSpPr>
        <p:spPr>
          <a:xfrm xmlns:a="http://schemas.openxmlformats.org/drawingml/2006/main">
            <a:off x="932760" y="2112120"/>
            <a:ext cx="3126960" cy="2622402"/>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 Dữ liệu CSV astronomy_exoplanet</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 Nhãn Candidate / NonCandidate</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 Random Forest cho hai nhánh</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 Demo bằng Streamlit</a:t>
            </a:r>
            <a:endParaRPr sz="2400" b="0" u="none" strike="noStrike">
              <a:solidFill>
                <a:srgbClr val="000000"/>
              </a:solidFill>
              <a:latin typeface="Times New Roman"/>
              <a:ea typeface="Times New Roman"/>
              <a:cs typeface="Times New Roman"/>
            </a:endParaRPr>
          </a:p>
        </p:txBody>
      </p:sp>
      <p:sp>
        <p:nvSpPr>
          <p:cNvPr id="205" name="Rounded Rectangle 11">
            <a:extLst xmlns:a="http://schemas.openxmlformats.org/drawingml/2006/main">
              <a:ext uri="{FF2B5EF4-FFF2-40B4-BE49-F238E27FC236}">
                <a16:creationId xmlns:a16="http://schemas.microsoft.com/office/drawing/2014/main" id="{EF9F8EFB-BBCD-4D51-86D0-19FB5C2E5D35}"/>
              </a:ext>
            </a:extLst>
          </p:cNvPr>
          <p:cNvSpPr>
            <a:spLocks xmlns:a="http://schemas.openxmlformats.org/drawingml/2006/main" noGrp="1"/>
          </p:cNvSpPr>
          <p:nvPr/>
        </p:nvSpPr>
        <p:spPr>
          <a:xfrm xmlns:a="http://schemas.openxmlformats.org/drawingml/2006/main">
            <a:off x="4389120" y="1600200"/>
            <a:ext cx="3401280" cy="434304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206" name="Rectangle 12">
            <a:extLst xmlns:a="http://schemas.openxmlformats.org/drawingml/2006/main">
              <a:ext uri="{FF2B5EF4-FFF2-40B4-BE49-F238E27FC236}">
                <a16:creationId xmlns:a16="http://schemas.microsoft.com/office/drawing/2014/main" id="{1CD1C952-9B34-4C8B-A143-219B10CD0CC5}"/>
              </a:ext>
            </a:extLst>
          </p:cNvPr>
          <p:cNvSpPr>
            <a:spLocks xmlns:a="http://schemas.openxmlformats.org/drawingml/2006/main" noGrp="1"/>
          </p:cNvSpPr>
          <p:nvPr/>
        </p:nvSpPr>
        <p:spPr>
          <a:xfrm xmlns:a="http://schemas.openxmlformats.org/drawingml/2006/main">
            <a:off x="4389120" y="1600200"/>
            <a:ext cx="91080" cy="434304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207" name="TextBox 13">
            <a:extLst xmlns:a="http://schemas.openxmlformats.org/drawingml/2006/main">
              <a:ext uri="{FF2B5EF4-FFF2-40B4-BE49-F238E27FC236}">
                <a16:creationId xmlns:a16="http://schemas.microsoft.com/office/drawing/2014/main" id="{0C247EA1-0EA3-4B4F-9643-5FE21781E9D9}"/>
              </a:ext>
            </a:extLst>
          </p:cNvPr>
          <p:cNvSpPr>
            <a:spLocks xmlns:a="http://schemas.openxmlformats.org/drawingml/2006/main" noGrp="1"/>
          </p:cNvSpPr>
          <p:nvPr/>
        </p:nvSpPr>
        <p:spPr>
          <a:xfrm xmlns:a="http://schemas.openxmlformats.org/drawingml/2006/main">
            <a:off x="4675920" y="1670804"/>
            <a:ext cx="312696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400" b="1" u="none" strike="noStrike">
                <a:solidFill>
                  <a:srgbClr val="044F9E"/>
                </a:solidFill>
                <a:latin typeface="Times New Roman"/>
                <a:ea typeface="Times New Roman"/>
                <a:cs typeface="Times New Roman"/>
              </a:rPr>
              <a:t>Câu hỏi nghiên cứu</a:t>
            </a:r>
            <a:endParaRPr sz="2400" b="0" u="none" strike="noStrike">
              <a:solidFill>
                <a:srgbClr val="000000"/>
              </a:solidFill>
              <a:latin typeface="Times New Roman"/>
              <a:ea typeface="Times New Roman"/>
              <a:cs typeface="Times New Roman"/>
            </a:endParaRPr>
          </a:p>
        </p:txBody>
      </p:sp>
      <p:sp>
        <p:nvSpPr>
          <p:cNvPr id="208" name="TextBox 14">
            <a:extLst xmlns:a="http://schemas.openxmlformats.org/drawingml/2006/main">
              <a:ext uri="{FF2B5EF4-FFF2-40B4-BE49-F238E27FC236}">
                <a16:creationId xmlns:a16="http://schemas.microsoft.com/office/drawing/2014/main" id="{20AFA7C9-FEAE-4451-A175-906FBAA72447}"/>
              </a:ext>
            </a:extLst>
          </p:cNvPr>
          <p:cNvSpPr>
            <a:spLocks xmlns:a="http://schemas.openxmlformats.org/drawingml/2006/main" noGrp="1"/>
          </p:cNvSpPr>
          <p:nvPr/>
        </p:nvSpPr>
        <p:spPr>
          <a:xfrm xmlns:a="http://schemas.openxmlformats.org/drawingml/2006/main">
            <a:off x="4572000" y="2112120"/>
            <a:ext cx="3126960" cy="2622402"/>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 Hai kiến trúc tổ chức xử lý ra sao?</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 Cách đo có thể tái lập không?</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 Khi nào cần Spark?</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 Hạn chế nào ảnh hưởng đánh giá?</a:t>
            </a:r>
            <a:endParaRPr sz="2400" b="0" u="none" strike="noStrike">
              <a:solidFill>
                <a:srgbClr val="000000"/>
              </a:solidFill>
              <a:latin typeface="Times New Roman"/>
              <a:ea typeface="Times New Roman"/>
              <a:cs typeface="Times New Roman"/>
            </a:endParaRPr>
          </a:p>
        </p:txBody>
      </p:sp>
      <p:sp>
        <p:nvSpPr>
          <p:cNvPr id="209" name="Rounded Rectangle 15">
            <a:extLst xmlns:a="http://schemas.openxmlformats.org/drawingml/2006/main">
              <a:ext uri="{FF2B5EF4-FFF2-40B4-BE49-F238E27FC236}">
                <a16:creationId xmlns:a16="http://schemas.microsoft.com/office/drawing/2014/main" id="{258E040A-A189-4423-B8E8-05DF5E7ED52C}"/>
              </a:ext>
            </a:extLst>
          </p:cNvPr>
          <p:cNvSpPr>
            <a:spLocks xmlns:a="http://schemas.openxmlformats.org/drawingml/2006/main" noGrp="1"/>
          </p:cNvSpPr>
          <p:nvPr/>
        </p:nvSpPr>
        <p:spPr>
          <a:xfrm xmlns:a="http://schemas.openxmlformats.org/drawingml/2006/main">
            <a:off x="8028360" y="1600200"/>
            <a:ext cx="3401280" cy="434304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210" name="Rectangle 16">
            <a:extLst xmlns:a="http://schemas.openxmlformats.org/drawingml/2006/main">
              <a:ext uri="{FF2B5EF4-FFF2-40B4-BE49-F238E27FC236}">
                <a16:creationId xmlns:a16="http://schemas.microsoft.com/office/drawing/2014/main" id="{5B0D012A-678D-4FFA-A892-814649A0BCA6}"/>
              </a:ext>
            </a:extLst>
          </p:cNvPr>
          <p:cNvSpPr>
            <a:spLocks xmlns:a="http://schemas.openxmlformats.org/drawingml/2006/main" noGrp="1"/>
          </p:cNvSpPr>
          <p:nvPr/>
        </p:nvSpPr>
        <p:spPr>
          <a:xfrm xmlns:a="http://schemas.openxmlformats.org/drawingml/2006/main">
            <a:off x="8028360" y="1600200"/>
            <a:ext cx="91080" cy="4343040"/>
          </a:xfrm>
          <a:prstGeom xmlns:a="http://schemas.openxmlformats.org/drawingml/2006/main" prst="rect">
            <a:avLst/>
          </a:prstGeom>
          <a:solidFill xmlns:a="http://schemas.openxmlformats.org/drawingml/2006/main">
            <a:srgbClr val="E81F26"/>
          </a:solidFill>
          <a:ln xmlns:a="http://schemas.openxmlformats.org/drawingml/2006/main">
            <a:solidFill>
              <a:srgbClr val="E81F2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211" name="TextBox 17">
            <a:extLst xmlns:a="http://schemas.openxmlformats.org/drawingml/2006/main">
              <a:ext uri="{FF2B5EF4-FFF2-40B4-BE49-F238E27FC236}">
                <a16:creationId xmlns:a16="http://schemas.microsoft.com/office/drawing/2014/main" id="{B7511D84-61E3-4F90-B4F3-00E2FDA74456}"/>
              </a:ext>
            </a:extLst>
          </p:cNvPr>
          <p:cNvSpPr>
            <a:spLocks xmlns:a="http://schemas.openxmlformats.org/drawingml/2006/main" noGrp="1"/>
          </p:cNvSpPr>
          <p:nvPr/>
        </p:nvSpPr>
        <p:spPr>
          <a:xfrm xmlns:a="http://schemas.openxmlformats.org/drawingml/2006/main">
            <a:off x="8315160" y="1670804"/>
            <a:ext cx="312696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400" b="1" u="none" strike="noStrike">
                <a:solidFill>
                  <a:srgbClr val="044F9E"/>
                </a:solidFill>
                <a:latin typeface="Times New Roman"/>
                <a:ea typeface="Times New Roman"/>
                <a:cs typeface="Times New Roman"/>
              </a:rPr>
              <a:t>Cách tiếp cận</a:t>
            </a:r>
            <a:endParaRPr sz="2400" b="0" u="none" strike="noStrike">
              <a:solidFill>
                <a:srgbClr val="000000"/>
              </a:solidFill>
              <a:latin typeface="Times New Roman"/>
              <a:ea typeface="Times New Roman"/>
              <a:cs typeface="Times New Roman"/>
            </a:endParaRPr>
          </a:p>
        </p:txBody>
      </p:sp>
      <p:sp>
        <p:nvSpPr>
          <p:cNvPr id="212" name="TextBox 18">
            <a:extLst xmlns:a="http://schemas.openxmlformats.org/drawingml/2006/main">
              <a:ext uri="{FF2B5EF4-FFF2-40B4-BE49-F238E27FC236}">
                <a16:creationId xmlns:a16="http://schemas.microsoft.com/office/drawing/2014/main" id="{8AABA60D-3869-4567-B620-76A950B75F33}"/>
              </a:ext>
            </a:extLst>
          </p:cNvPr>
          <p:cNvSpPr>
            <a:spLocks xmlns:a="http://schemas.openxmlformats.org/drawingml/2006/main" noGrp="1"/>
          </p:cNvSpPr>
          <p:nvPr/>
        </p:nvSpPr>
        <p:spPr>
          <a:xfrm xmlns:a="http://schemas.openxmlformats.org/drawingml/2006/main">
            <a:off x="8211240" y="2112120"/>
            <a:ext cx="3126960" cy="2622402"/>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 Kiểm tra và làm sạch dữ liệu</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 Dùng cấu hình mô hình tương đồng</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 Đo thời gian và metric</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 Kiểm tra trực tiếp qua demo</a:t>
            </a:r>
            <a:endParaRPr sz="2400" b="0" u="none" strike="noStrike">
              <a:solidFill>
                <a:srgbClr val="000000"/>
              </a:solidFill>
              <a:latin typeface="Times New Roman"/>
              <a:ea typeface="Times New Roman"/>
              <a:cs typeface="Times New Roman"/>
            </a:endParaRPr>
          </a:p>
        </p:txBody>
      </p:sp>
    </p:spTree>
    <p:extLst>
      <p:ext uri="{BB962C8B-B14F-4D97-AF65-F5344CB8AC3E}">
        <p14:creationId xmlns:p14="http://schemas.microsoft.com/office/powerpoint/2010/main" val="711726047"/>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215" name="Rectangle 3">
            <a:extLst xmlns:a="http://schemas.openxmlformats.org/drawingml/2006/main">
              <a:ext uri="{FF2B5EF4-FFF2-40B4-BE49-F238E27FC236}">
                <a16:creationId xmlns:a16="http://schemas.microsoft.com/office/drawing/2014/main" id="{E00BCF4B-1CD2-4E07-84E5-8D192067E1B9}"/>
              </a:ext>
            </a:extLst>
          </p:cNvPr>
          <p:cNvSpPr>
            <a:spLocks xmlns:a="http://schemas.openxmlformats.org/drawingml/2006/main" noGrp="1"/>
          </p:cNvSpPr>
          <p:nvPr/>
        </p:nvSpPr>
        <p:spPr>
          <a:xfrm xmlns:a="http://schemas.openxmlformats.org/drawingml/2006/main">
            <a:off x="272234" y="1078920"/>
            <a:ext cx="10608766" cy="5065560"/>
          </a:xfrm>
          <a:prstGeom xmlns:a="http://schemas.openxmlformats.org/drawingml/2006/main" prst="rect">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216" name="Rectangle 4">
            <a:extLst xmlns:a="http://schemas.openxmlformats.org/drawingml/2006/main">
              <a:ext uri="{FF2B5EF4-FFF2-40B4-BE49-F238E27FC236}">
                <a16:creationId xmlns:a16="http://schemas.microsoft.com/office/drawing/2014/main" id="{54BAFE48-9948-4585-B087-C4B014C3ABC0}"/>
              </a:ext>
            </a:extLst>
          </p:cNvPr>
          <p:cNvSpPr>
            <a:spLocks xmlns:a="http://schemas.openxmlformats.org/drawingml/2006/main" noGrp="1"/>
          </p:cNvSpPr>
          <p:nvPr/>
        </p:nvSpPr>
        <p:spPr>
          <a:xfrm xmlns:a="http://schemas.openxmlformats.org/drawingml/2006/main">
            <a:off x="640080" y="1371600"/>
            <a:ext cx="109440" cy="2971440"/>
          </a:xfrm>
          <a:prstGeom xmlns:a="http://schemas.openxmlformats.org/drawingml/2006/main" prst="rect">
            <a:avLst/>
          </a:prstGeom>
          <a:solidFill xmlns:a="http://schemas.openxmlformats.org/drawingml/2006/main">
            <a:srgbClr val="FEC01D"/>
          </a:solidFill>
          <a:ln xmlns:a="http://schemas.openxmlformats.org/drawingml/2006/main">
            <a:solidFill>
              <a:srgbClr val="FEC01D"/>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217" name="TextBox 5">
            <a:extLst xmlns:a="http://schemas.openxmlformats.org/drawingml/2006/main">
              <a:ext uri="{FF2B5EF4-FFF2-40B4-BE49-F238E27FC236}">
                <a16:creationId xmlns:a16="http://schemas.microsoft.com/office/drawing/2014/main" id="{586F9CD1-CBE8-42B5-9CFD-60E4DFBFE34A}"/>
              </a:ext>
            </a:extLst>
          </p:cNvPr>
          <p:cNvSpPr>
            <a:spLocks xmlns:a="http://schemas.openxmlformats.org/drawingml/2006/main" noGrp="1"/>
          </p:cNvSpPr>
          <p:nvPr/>
        </p:nvSpPr>
        <p:spPr>
          <a:xfrm xmlns:a="http://schemas.openxmlformats.org/drawingml/2006/main">
            <a:off x="960120" y="1569098"/>
            <a:ext cx="9966600" cy="1021964"/>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3200" b="1" u="none" strike="noStrike">
                <a:solidFill>
                  <a:srgbClr val="FFFFFF"/>
                </a:solidFill>
                <a:latin typeface="Times New Roman"/>
                <a:ea typeface="Times New Roman"/>
                <a:cs typeface="Times New Roman"/>
              </a:rPr>
              <a:t>PHẦN 2 </a:t>
            </a:r>
            <a:endParaRPr sz="32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3200" b="1" u="none" strike="noStrike">
                <a:solidFill>
                  <a:srgbClr val="FFFFFF"/>
                </a:solidFill>
                <a:latin typeface="Times New Roman"/>
                <a:ea typeface="Times New Roman"/>
                <a:cs typeface="Times New Roman"/>
              </a:rPr>
              <a:t>Dữ liệu và tiền xử lý</a:t>
            </a:r>
            <a:endParaRPr sz="3200" b="0" u="none" strike="noStrike">
              <a:solidFill>
                <a:srgbClr val="000000"/>
              </a:solidFill>
              <a:latin typeface="Times New Roman"/>
              <a:ea typeface="Times New Roman"/>
              <a:cs typeface="Times New Roman"/>
            </a:endParaRPr>
          </a:p>
        </p:txBody>
      </p:sp>
      <p:sp>
        <p:nvSpPr>
          <p:cNvPr id="218" name="TextBox 6">
            <a:extLst xmlns:a="http://schemas.openxmlformats.org/drawingml/2006/main">
              <a:ext uri="{FF2B5EF4-FFF2-40B4-BE49-F238E27FC236}">
                <a16:creationId xmlns:a16="http://schemas.microsoft.com/office/drawing/2014/main" id="{0C3DAC44-3822-4C42-A932-9EBAF8B194E5}"/>
              </a:ext>
            </a:extLst>
          </p:cNvPr>
          <p:cNvSpPr>
            <a:spLocks xmlns:a="http://schemas.openxmlformats.org/drawingml/2006/main" noGrp="1"/>
          </p:cNvSpPr>
          <p:nvPr/>
        </p:nvSpPr>
        <p:spPr>
          <a:xfrm xmlns:a="http://schemas.openxmlformats.org/drawingml/2006/main">
            <a:off x="11384280" y="6492240"/>
            <a:ext cx="438480" cy="2743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spAutoFit/>
          </a:bodyPr>
          <a:lstStyle xmlns:a="http://schemas.openxmlformats.org/drawingml/2006/main"/>
          <a:p xmlns:a="http://schemas.openxmlformats.org/drawingml/2006/main">
            <a:pPr algn="r" defTabSz="914400">
              <a:lnSpc>
                <a:spcPct val="100000"/>
              </a:lnSpc>
              <a:buNone/>
            </a:pPr>
            <a:r>
              <a:rPr sz="1800" b="1" u="none" strike="noStrike">
                <a:solidFill>
                  <a:srgbClr val="044F9E"/>
                </a:solidFill>
                <a:latin typeface="Times New Roman"/>
                <a:ea typeface="Times New Roman"/>
                <a:cs typeface="Times New Roman"/>
              </a:rPr>
              <a:t>10</a:t>
            </a:r>
            <a:endParaRPr sz="1800" b="0" u="none" strike="noStrike">
              <a:solidFill>
                <a:srgbClr val="000000"/>
              </a:solidFill>
              <a:latin typeface="Times New Roman"/>
              <a:ea typeface="Times New Roman"/>
              <a:cs typeface="Times New Roman"/>
            </a:endParaRPr>
          </a:p>
        </p:txBody>
      </p:sp>
      <p:sp>
        <p:nvSpPr>
          <p:cNvPr id="219" name="TextBox 7">
            <a:extLst xmlns:a="http://schemas.openxmlformats.org/drawingml/2006/main">
              <a:ext uri="{FF2B5EF4-FFF2-40B4-BE49-F238E27FC236}">
                <a16:creationId xmlns:a16="http://schemas.microsoft.com/office/drawing/2014/main" id="{F398880A-37D3-46F9-99CF-4EBEF1FBFC90}"/>
              </a:ext>
            </a:extLst>
          </p:cNvPr>
          <p:cNvSpPr>
            <a:spLocks xmlns:a="http://schemas.openxmlformats.org/drawingml/2006/main" noGrp="1"/>
          </p:cNvSpPr>
          <p:nvPr/>
        </p:nvSpPr>
        <p:spPr>
          <a:xfrm xmlns:a="http://schemas.openxmlformats.org/drawingml/2006/main">
            <a:off x="1005840" y="3154680"/>
            <a:ext cx="9875160" cy="91404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300" b="0" u="none" strike="noStrike">
                <a:solidFill>
                  <a:srgbClr val="FFFFFF"/>
                </a:solidFill>
                <a:latin typeface="Times New Roman"/>
                <a:ea typeface="Times New Roman"/>
                <a:cs typeface="Times New Roman"/>
              </a:rPr>
              <a:t>Chuẩn hóa đầu vào trước khi huấn luyện hai nhánh</a:t>
            </a:r>
            <a:endParaRPr sz="2300" b="0" u="none" strike="noStrike">
              <a:solidFill>
                <a:srgbClr val="000000"/>
              </a:solidFill>
              <a:latin typeface="Times New Roman"/>
              <a:ea typeface="Times New Roman"/>
              <a:cs typeface="Times New Roman"/>
            </a:endParaRPr>
          </a:p>
        </p:txBody>
      </p:sp>
    </p:spTree>
    <p:extLst>
      <p:ext uri="{BB962C8B-B14F-4D97-AF65-F5344CB8AC3E}">
        <p14:creationId xmlns:p14="http://schemas.microsoft.com/office/powerpoint/2010/main" val="1924259070"/>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222" name="TextBox 3">
            <a:extLst xmlns:a="http://schemas.openxmlformats.org/drawingml/2006/main">
              <a:ext uri="{FF2B5EF4-FFF2-40B4-BE49-F238E27FC236}">
                <a16:creationId xmlns:a16="http://schemas.microsoft.com/office/drawing/2014/main" id="{EB5C95AB-1505-40E5-A598-DAEF1201694B}"/>
              </a:ext>
            </a:extLst>
          </p:cNvPr>
          <p:cNvSpPr>
            <a:spLocks xmlns:a="http://schemas.openxmlformats.org/drawingml/2006/main" noGrp="1"/>
          </p:cNvSpPr>
          <p:nvPr/>
        </p:nvSpPr>
        <p:spPr>
          <a:xfrm xmlns:a="http://schemas.openxmlformats.org/drawingml/2006/main">
            <a:off x="713160" y="603360"/>
            <a:ext cx="10881000" cy="6030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defTabSz="914400">
              <a:lnSpc>
                <a:spcPct val="100000"/>
              </a:lnSpc>
              <a:buNone/>
            </a:pPr>
            <a:r>
              <a:rPr sz="2900" b="1" u="none" strike="noStrike">
                <a:solidFill>
                  <a:srgbClr val="044F9E"/>
                </a:solidFill>
                <a:latin typeface="Times New Roman"/>
                <a:ea typeface="Times New Roman"/>
                <a:cs typeface="Times New Roman"/>
              </a:rPr>
              <a:t>Dataset cung cấp đặc trưng vật lý và nhãn ứng viên</a:t>
            </a:r>
            <a:endParaRPr sz="2900" b="0" u="none" strike="noStrike">
              <a:solidFill>
                <a:srgbClr val="000000"/>
              </a:solidFill>
              <a:latin typeface="Times New Roman"/>
              <a:ea typeface="Times New Roman"/>
              <a:cs typeface="Times New Roman"/>
            </a:endParaRPr>
          </a:p>
        </p:txBody>
      </p:sp>
      <p:sp>
        <p:nvSpPr>
          <p:cNvPr id="223" name="Rectangle 4">
            <a:extLst xmlns:a="http://schemas.openxmlformats.org/drawingml/2006/main">
              <a:ext uri="{FF2B5EF4-FFF2-40B4-BE49-F238E27FC236}">
                <a16:creationId xmlns:a16="http://schemas.microsoft.com/office/drawing/2014/main" id="{C7DE6662-88C9-4772-900F-C8DF93AF59F5}"/>
              </a:ext>
            </a:extLst>
          </p:cNvPr>
          <p:cNvSpPr>
            <a:spLocks xmlns:a="http://schemas.openxmlformats.org/drawingml/2006/main" noGrp="1"/>
          </p:cNvSpPr>
          <p:nvPr/>
        </p:nvSpPr>
        <p:spPr>
          <a:xfrm xmlns:a="http://schemas.openxmlformats.org/drawingml/2006/main">
            <a:off x="731520" y="1243440"/>
            <a:ext cx="822600" cy="5004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5400" rIns="90000" bIns="54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224" name="TextBox 5">
            <a:extLst xmlns:a="http://schemas.openxmlformats.org/drawingml/2006/main">
              <a:ext uri="{FF2B5EF4-FFF2-40B4-BE49-F238E27FC236}">
                <a16:creationId xmlns:a16="http://schemas.microsoft.com/office/drawing/2014/main" id="{11216551-8B5D-41B9-B365-0083D102BC71}"/>
              </a:ext>
            </a:extLst>
          </p:cNvPr>
          <p:cNvSpPr>
            <a:spLocks xmlns:a="http://schemas.openxmlformats.org/drawingml/2006/main" noGrp="1"/>
          </p:cNvSpPr>
          <p:nvPr/>
        </p:nvSpPr>
        <p:spPr>
          <a:xfrm xmlns:a="http://schemas.openxmlformats.org/drawingml/2006/main">
            <a:off x="11384280" y="6492240"/>
            <a:ext cx="438480" cy="2743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spAutoFit/>
          </a:bodyPr>
          <a:lstStyle xmlns:a="http://schemas.openxmlformats.org/drawingml/2006/main"/>
          <a:p xmlns:a="http://schemas.openxmlformats.org/drawingml/2006/main">
            <a:pPr algn="r" defTabSz="914400">
              <a:lnSpc>
                <a:spcPct val="100000"/>
              </a:lnSpc>
              <a:buNone/>
            </a:pPr>
            <a:r>
              <a:rPr sz="1800" b="1" u="none" strike="noStrike">
                <a:solidFill>
                  <a:srgbClr val="044F9E"/>
                </a:solidFill>
                <a:latin typeface="Times New Roman"/>
                <a:ea typeface="Times New Roman"/>
                <a:cs typeface="Times New Roman"/>
              </a:rPr>
              <a:t>11</a:t>
            </a:r>
            <a:endParaRPr sz="1800" b="0" u="none" strike="noStrike">
              <a:solidFill>
                <a:srgbClr val="000000"/>
              </a:solidFill>
              <a:latin typeface="Times New Roman"/>
              <a:ea typeface="Times New Roman"/>
              <a:cs typeface="Times New Roman"/>
            </a:endParaRPr>
          </a:p>
        </p:txBody>
      </p:sp>
      <p:sp>
        <p:nvSpPr>
          <p:cNvPr id="225" name="Rounded Rectangle 6">
            <a:extLst xmlns:a="http://schemas.openxmlformats.org/drawingml/2006/main">
              <a:ext uri="{FF2B5EF4-FFF2-40B4-BE49-F238E27FC236}">
                <a16:creationId xmlns:a16="http://schemas.microsoft.com/office/drawing/2014/main" id="{FFF8AACC-96FE-47E5-8A8A-6C5A92C9302A}"/>
              </a:ext>
            </a:extLst>
          </p:cNvPr>
          <p:cNvSpPr>
            <a:spLocks xmlns:a="http://schemas.openxmlformats.org/drawingml/2006/main" noGrp="1"/>
          </p:cNvSpPr>
          <p:nvPr/>
        </p:nvSpPr>
        <p:spPr>
          <a:xfrm xmlns:a="http://schemas.openxmlformats.org/drawingml/2006/main">
            <a:off x="822960" y="1645920"/>
            <a:ext cx="3154320" cy="182844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226" name="Rectangle 7">
            <a:extLst xmlns:a="http://schemas.openxmlformats.org/drawingml/2006/main">
              <a:ext uri="{FF2B5EF4-FFF2-40B4-BE49-F238E27FC236}">
                <a16:creationId xmlns:a16="http://schemas.microsoft.com/office/drawing/2014/main" id="{4ABA3E51-B3C9-4FDA-9813-B1EB4EF4B3DB}"/>
              </a:ext>
            </a:extLst>
          </p:cNvPr>
          <p:cNvSpPr>
            <a:spLocks xmlns:a="http://schemas.openxmlformats.org/drawingml/2006/main" noGrp="1"/>
          </p:cNvSpPr>
          <p:nvPr/>
        </p:nvSpPr>
        <p:spPr>
          <a:xfrm xmlns:a="http://schemas.openxmlformats.org/drawingml/2006/main">
            <a:off x="822960" y="1645920"/>
            <a:ext cx="91080" cy="1828440"/>
          </a:xfrm>
          <a:prstGeom xmlns:a="http://schemas.openxmlformats.org/drawingml/2006/main" prst="rect">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227" name="TextBox 8">
            <a:extLst xmlns:a="http://schemas.openxmlformats.org/drawingml/2006/main">
              <a:ext uri="{FF2B5EF4-FFF2-40B4-BE49-F238E27FC236}">
                <a16:creationId xmlns:a16="http://schemas.microsoft.com/office/drawing/2014/main" id="{EE2F51A7-4509-49A3-A11E-E22AAFBE7B81}"/>
              </a:ext>
            </a:extLst>
          </p:cNvPr>
          <p:cNvSpPr>
            <a:spLocks xmlns:a="http://schemas.openxmlformats.org/drawingml/2006/main" noGrp="1"/>
          </p:cNvSpPr>
          <p:nvPr/>
        </p:nvSpPr>
        <p:spPr>
          <a:xfrm xmlns:a="http://schemas.openxmlformats.org/drawingml/2006/main">
            <a:off x="1005840" y="1730535"/>
            <a:ext cx="288000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algn="ctr" defTabSz="914400">
              <a:lnSpc>
                <a:spcPct val="100000"/>
              </a:lnSpc>
              <a:buNone/>
            </a:pPr>
            <a:r>
              <a:rPr sz="2400" b="1" u="none" strike="noStrike">
                <a:solidFill>
                  <a:srgbClr val="044F9E"/>
                </a:solidFill>
                <a:latin typeface="Times New Roman"/>
                <a:ea typeface="Times New Roman"/>
                <a:cs typeface="Times New Roman"/>
              </a:rPr>
              <a:t>Tệp đầu vào</a:t>
            </a:r>
            <a:endParaRPr sz="2400" b="0" u="none" strike="noStrike">
              <a:solidFill>
                <a:srgbClr val="000000"/>
              </a:solidFill>
              <a:latin typeface="Times New Roman"/>
              <a:ea typeface="Times New Roman"/>
              <a:cs typeface="Times New Roman"/>
            </a:endParaRPr>
          </a:p>
        </p:txBody>
      </p:sp>
      <p:sp>
        <p:nvSpPr>
          <p:cNvPr id="228" name="TextBox 9">
            <a:extLst xmlns:a="http://schemas.openxmlformats.org/drawingml/2006/main">
              <a:ext uri="{FF2B5EF4-FFF2-40B4-BE49-F238E27FC236}">
                <a16:creationId xmlns:a16="http://schemas.microsoft.com/office/drawing/2014/main" id="{DBCE7776-8CDD-4FBA-8327-65874BB3ED43}"/>
              </a:ext>
            </a:extLst>
          </p:cNvPr>
          <p:cNvSpPr>
            <a:spLocks xmlns:a="http://schemas.openxmlformats.org/drawingml/2006/main" noGrp="1"/>
          </p:cNvSpPr>
          <p:nvPr/>
        </p:nvSpPr>
        <p:spPr>
          <a:xfrm xmlns:a="http://schemas.openxmlformats.org/drawingml/2006/main">
            <a:off x="1005840" y="2157840"/>
            <a:ext cx="2880000" cy="5853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defPPr>
              <a:defRPr sz="1800"/>
            </a:defPPr>
          </a:lstStyle>
          <a:p xmlns:a="http://schemas.openxmlformats.org/drawingml/2006/main">
            <a:pPr algn="ctr" defTabSz="914400">
              <a:lnSpc>
                <a:spcPct val="100000"/>
              </a:lnSpc>
              <a:buNone/>
            </a:pPr>
            <a:r>
              <a:rPr sz="1800" b="0" u="none" strike="noStrike">
                <a:solidFill>
                  <a:srgbClr val="18324B"/>
                </a:solidFill>
                <a:latin typeface="Times New Roman"/>
                <a:ea typeface="Times New Roman"/>
                <a:cs typeface="Times New Roman"/>
              </a:rPr>
              <a:t>2_astronomy_exoplanet_</a:t>
            </a:r>
            <a:endParaRPr sz="24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r>
              <a:rPr sz="1800" b="0" u="none" strike="noStrike">
                <a:solidFill>
                  <a:srgbClr val="18324B"/>
                </a:solidFill>
                <a:latin typeface="Times New Roman"/>
                <a:ea typeface="Times New Roman"/>
                <a:cs typeface="Times New Roman"/>
              </a:rPr>
              <a:t>dataset.csv</a:t>
            </a:r>
            <a:endParaRPr sz="2400" b="0" u="none" strike="noStrike">
              <a:solidFill>
                <a:srgbClr val="000000"/>
              </a:solidFill>
              <a:latin typeface="Times New Roman"/>
              <a:ea typeface="Times New Roman"/>
              <a:cs typeface="Times New Roman"/>
            </a:endParaRPr>
          </a:p>
        </p:txBody>
      </p:sp>
      <p:sp>
        <p:nvSpPr>
          <p:cNvPr id="229" name="Rounded Rectangle 10">
            <a:extLst xmlns:a="http://schemas.openxmlformats.org/drawingml/2006/main">
              <a:ext uri="{FF2B5EF4-FFF2-40B4-BE49-F238E27FC236}">
                <a16:creationId xmlns:a16="http://schemas.microsoft.com/office/drawing/2014/main" id="{C8740DC6-8B17-4A88-A458-A6CF8D3CBCDD}"/>
              </a:ext>
            </a:extLst>
          </p:cNvPr>
          <p:cNvSpPr>
            <a:spLocks xmlns:a="http://schemas.openxmlformats.org/drawingml/2006/main" noGrp="1"/>
          </p:cNvSpPr>
          <p:nvPr/>
        </p:nvSpPr>
        <p:spPr>
          <a:xfrm xmlns:a="http://schemas.openxmlformats.org/drawingml/2006/main">
            <a:off x="4507920" y="1645920"/>
            <a:ext cx="3154320" cy="182844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230" name="Rectangle 11">
            <a:extLst xmlns:a="http://schemas.openxmlformats.org/drawingml/2006/main">
              <a:ext uri="{FF2B5EF4-FFF2-40B4-BE49-F238E27FC236}">
                <a16:creationId xmlns:a16="http://schemas.microsoft.com/office/drawing/2014/main" id="{DFB34E9B-E3C3-491B-BCD6-162DED4AD4D5}"/>
              </a:ext>
            </a:extLst>
          </p:cNvPr>
          <p:cNvSpPr>
            <a:spLocks xmlns:a="http://schemas.openxmlformats.org/drawingml/2006/main" noGrp="1"/>
          </p:cNvSpPr>
          <p:nvPr/>
        </p:nvSpPr>
        <p:spPr>
          <a:xfrm xmlns:a="http://schemas.openxmlformats.org/drawingml/2006/main">
            <a:off x="4507920" y="1645920"/>
            <a:ext cx="91080" cy="182844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231" name="TextBox 12">
            <a:extLst xmlns:a="http://schemas.openxmlformats.org/drawingml/2006/main">
              <a:ext uri="{FF2B5EF4-FFF2-40B4-BE49-F238E27FC236}">
                <a16:creationId xmlns:a16="http://schemas.microsoft.com/office/drawing/2014/main" id="{B70B9CE0-F6A0-4389-AF2E-649797D5FB8C}"/>
              </a:ext>
            </a:extLst>
          </p:cNvPr>
          <p:cNvSpPr>
            <a:spLocks xmlns:a="http://schemas.openxmlformats.org/drawingml/2006/main" noGrp="1"/>
          </p:cNvSpPr>
          <p:nvPr/>
        </p:nvSpPr>
        <p:spPr>
          <a:xfrm xmlns:a="http://schemas.openxmlformats.org/drawingml/2006/main">
            <a:off x="4690800" y="1730535"/>
            <a:ext cx="288000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algn="ctr" defTabSz="914400">
              <a:lnSpc>
                <a:spcPct val="100000"/>
              </a:lnSpc>
              <a:buNone/>
            </a:pPr>
            <a:r>
              <a:rPr sz="2400" b="1" u="none" strike="noStrike">
                <a:solidFill>
                  <a:srgbClr val="044F9E"/>
                </a:solidFill>
                <a:latin typeface="Times New Roman"/>
                <a:ea typeface="Times New Roman"/>
                <a:cs typeface="Times New Roman"/>
              </a:rPr>
              <a:t>Quy mô khai báo</a:t>
            </a:r>
            <a:endParaRPr sz="2400" b="0" u="none" strike="noStrike">
              <a:solidFill>
                <a:srgbClr val="000000"/>
              </a:solidFill>
              <a:latin typeface="Times New Roman"/>
              <a:ea typeface="Times New Roman"/>
              <a:cs typeface="Times New Roman"/>
            </a:endParaRPr>
          </a:p>
        </p:txBody>
      </p:sp>
      <p:sp>
        <p:nvSpPr>
          <p:cNvPr id="232" name="TextBox 13">
            <a:extLst xmlns:a="http://schemas.openxmlformats.org/drawingml/2006/main">
              <a:ext uri="{FF2B5EF4-FFF2-40B4-BE49-F238E27FC236}">
                <a16:creationId xmlns:a16="http://schemas.microsoft.com/office/drawing/2014/main" id="{29D1D350-E148-4FB8-8DEB-FCD12F2045B2}"/>
              </a:ext>
            </a:extLst>
          </p:cNvPr>
          <p:cNvSpPr>
            <a:spLocks xmlns:a="http://schemas.openxmlformats.org/drawingml/2006/main" noGrp="1"/>
          </p:cNvSpPr>
          <p:nvPr/>
        </p:nvSpPr>
        <p:spPr>
          <a:xfrm xmlns:a="http://schemas.openxmlformats.org/drawingml/2006/main">
            <a:off x="4690800" y="2157840"/>
            <a:ext cx="288000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algn="ctr" defTabSz="914400">
              <a:lnSpc>
                <a:spcPct val="100000"/>
              </a:lnSpc>
              <a:buNone/>
            </a:pPr>
            <a:r>
              <a:rPr sz="2400" b="0" u="none" strike="noStrike">
                <a:solidFill>
                  <a:srgbClr val="18324B"/>
                </a:solidFill>
                <a:latin typeface="Times New Roman"/>
                <a:ea typeface="Times New Roman"/>
                <a:cs typeface="Times New Roman"/>
              </a:rPr>
              <a:t>Xấp xỉ 200.000 dòng</a:t>
            </a:r>
            <a:endParaRPr sz="2400" b="0" u="none" strike="noStrike">
              <a:solidFill>
                <a:srgbClr val="000000"/>
              </a:solidFill>
              <a:latin typeface="Times New Roman"/>
              <a:ea typeface="Times New Roman"/>
              <a:cs typeface="Times New Roman"/>
            </a:endParaRPr>
          </a:p>
        </p:txBody>
      </p:sp>
      <p:sp>
        <p:nvSpPr>
          <p:cNvPr id="233" name="Rounded Rectangle 14">
            <a:extLst xmlns:a="http://schemas.openxmlformats.org/drawingml/2006/main">
              <a:ext uri="{FF2B5EF4-FFF2-40B4-BE49-F238E27FC236}">
                <a16:creationId xmlns:a16="http://schemas.microsoft.com/office/drawing/2014/main" id="{C729A755-C7EE-44F2-89A8-7B7B5A742FB2}"/>
              </a:ext>
            </a:extLst>
          </p:cNvPr>
          <p:cNvSpPr>
            <a:spLocks xmlns:a="http://schemas.openxmlformats.org/drawingml/2006/main" noGrp="1"/>
          </p:cNvSpPr>
          <p:nvPr/>
        </p:nvSpPr>
        <p:spPr>
          <a:xfrm xmlns:a="http://schemas.openxmlformats.org/drawingml/2006/main">
            <a:off x="8192880" y="1645920"/>
            <a:ext cx="3154320" cy="182844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234" name="Rectangle 15">
            <a:extLst xmlns:a="http://schemas.openxmlformats.org/drawingml/2006/main">
              <a:ext uri="{FF2B5EF4-FFF2-40B4-BE49-F238E27FC236}">
                <a16:creationId xmlns:a16="http://schemas.microsoft.com/office/drawing/2014/main" id="{4DF80941-F98F-45C8-93E7-AB8ED9E684CD}"/>
              </a:ext>
            </a:extLst>
          </p:cNvPr>
          <p:cNvSpPr>
            <a:spLocks xmlns:a="http://schemas.openxmlformats.org/drawingml/2006/main" noGrp="1"/>
          </p:cNvSpPr>
          <p:nvPr/>
        </p:nvSpPr>
        <p:spPr>
          <a:xfrm xmlns:a="http://schemas.openxmlformats.org/drawingml/2006/main">
            <a:off x="8192880" y="1645920"/>
            <a:ext cx="91080" cy="1828440"/>
          </a:xfrm>
          <a:prstGeom xmlns:a="http://schemas.openxmlformats.org/drawingml/2006/main" prst="rect">
            <a:avLst/>
          </a:prstGeom>
          <a:solidFill xmlns:a="http://schemas.openxmlformats.org/drawingml/2006/main">
            <a:srgbClr val="E81F26"/>
          </a:solidFill>
          <a:ln xmlns:a="http://schemas.openxmlformats.org/drawingml/2006/main">
            <a:solidFill>
              <a:srgbClr val="E81F2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235" name="TextBox 16">
            <a:extLst xmlns:a="http://schemas.openxmlformats.org/drawingml/2006/main">
              <a:ext uri="{FF2B5EF4-FFF2-40B4-BE49-F238E27FC236}">
                <a16:creationId xmlns:a16="http://schemas.microsoft.com/office/drawing/2014/main" id="{FA69BA70-DCBF-4C33-A9B2-AF5519F5C9C2}"/>
              </a:ext>
            </a:extLst>
          </p:cNvPr>
          <p:cNvSpPr>
            <a:spLocks xmlns:a="http://schemas.openxmlformats.org/drawingml/2006/main" noGrp="1"/>
          </p:cNvSpPr>
          <p:nvPr/>
        </p:nvSpPr>
        <p:spPr>
          <a:xfrm xmlns:a="http://schemas.openxmlformats.org/drawingml/2006/main">
            <a:off x="8375760" y="1730535"/>
            <a:ext cx="288000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algn="ctr" defTabSz="914400">
              <a:lnSpc>
                <a:spcPct val="100000"/>
              </a:lnSpc>
              <a:buNone/>
            </a:pPr>
            <a:r>
              <a:rPr sz="2400" b="1" u="none" strike="noStrike">
                <a:solidFill>
                  <a:srgbClr val="044F9E"/>
                </a:solidFill>
                <a:latin typeface="Times New Roman"/>
                <a:ea typeface="Times New Roman"/>
                <a:cs typeface="Times New Roman"/>
              </a:rPr>
              <a:t>Cấu trúc mô hình</a:t>
            </a:r>
            <a:endParaRPr sz="2400" b="0" u="none" strike="noStrike">
              <a:solidFill>
                <a:srgbClr val="000000"/>
              </a:solidFill>
              <a:latin typeface="Times New Roman"/>
              <a:ea typeface="Times New Roman"/>
              <a:cs typeface="Times New Roman"/>
            </a:endParaRPr>
          </a:p>
        </p:txBody>
      </p:sp>
      <p:sp>
        <p:nvSpPr>
          <p:cNvPr id="236" name="TextBox 17">
            <a:extLst xmlns:a="http://schemas.openxmlformats.org/drawingml/2006/main">
              <a:ext uri="{FF2B5EF4-FFF2-40B4-BE49-F238E27FC236}">
                <a16:creationId xmlns:a16="http://schemas.microsoft.com/office/drawing/2014/main" id="{8FA44447-1CC6-4541-9D42-6B822613E048}"/>
              </a:ext>
            </a:extLst>
          </p:cNvPr>
          <p:cNvSpPr>
            <a:spLocks xmlns:a="http://schemas.openxmlformats.org/drawingml/2006/main" noGrp="1"/>
          </p:cNvSpPr>
          <p:nvPr/>
        </p:nvSpPr>
        <p:spPr>
          <a:xfrm xmlns:a="http://schemas.openxmlformats.org/drawingml/2006/main">
            <a:off x="8375760" y="2157840"/>
            <a:ext cx="288000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algn="ctr" defTabSz="914400">
              <a:lnSpc>
                <a:spcPct val="100000"/>
              </a:lnSpc>
              <a:buNone/>
            </a:pPr>
            <a:r>
              <a:rPr sz="2400" b="0" u="none" strike="noStrike">
                <a:solidFill>
                  <a:srgbClr val="18324B"/>
                </a:solidFill>
                <a:latin typeface="Times New Roman"/>
                <a:ea typeface="Times New Roman"/>
                <a:cs typeface="Times New Roman"/>
              </a:rPr>
              <a:t>13 đặc trưng + 1 nhãn</a:t>
            </a:r>
            <a:endParaRPr sz="2400" b="0" u="none" strike="noStrike">
              <a:solidFill>
                <a:srgbClr val="000000"/>
              </a:solidFill>
              <a:latin typeface="Times New Roman"/>
              <a:ea typeface="Times New Roman"/>
              <a:cs typeface="Times New Roman"/>
            </a:endParaRPr>
          </a:p>
        </p:txBody>
      </p:sp>
      <p:sp>
        <p:nvSpPr>
          <p:cNvPr id="237" name="Rounded Rectangle 18">
            <a:extLst xmlns:a="http://schemas.openxmlformats.org/drawingml/2006/main">
              <a:ext uri="{FF2B5EF4-FFF2-40B4-BE49-F238E27FC236}">
                <a16:creationId xmlns:a16="http://schemas.microsoft.com/office/drawing/2014/main" id="{24DBF58F-BE8E-4353-A5A6-BCE5CC4C35F1}"/>
              </a:ext>
            </a:extLst>
          </p:cNvPr>
          <p:cNvSpPr>
            <a:spLocks xmlns:a="http://schemas.openxmlformats.org/drawingml/2006/main" noGrp="1"/>
          </p:cNvSpPr>
          <p:nvPr/>
        </p:nvSpPr>
        <p:spPr>
          <a:xfrm xmlns:a="http://schemas.openxmlformats.org/drawingml/2006/main">
            <a:off x="1005840" y="4069080"/>
            <a:ext cx="10195200" cy="1188360"/>
          </a:xfrm>
          <a:prstGeom xmlns:a="http://schemas.openxmlformats.org/drawingml/2006/main" prst="roundRect">
            <a:avLst>
              <a:gd name="adj" fmla="val 16667"/>
            </a:avLst>
          </a:prstGeom>
          <a:solidFill xmlns:a="http://schemas.openxmlformats.org/drawingml/2006/main">
            <a:srgbClr val="F5FAFE"/>
          </a:solidFill>
          <a:ln xmlns:a="http://schemas.openxmlformats.org/drawingml/2006/main" w="13970">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238" name="TextBox 19">
            <a:extLst xmlns:a="http://schemas.openxmlformats.org/drawingml/2006/main">
              <a:ext uri="{FF2B5EF4-FFF2-40B4-BE49-F238E27FC236}">
                <a16:creationId xmlns:a16="http://schemas.microsoft.com/office/drawing/2014/main" id="{F5518696-5AEA-4375-BC08-CC6AD19DCD10}"/>
              </a:ext>
            </a:extLst>
          </p:cNvPr>
          <p:cNvSpPr>
            <a:spLocks xmlns:a="http://schemas.openxmlformats.org/drawingml/2006/main" noGrp="1"/>
          </p:cNvSpPr>
          <p:nvPr/>
        </p:nvSpPr>
        <p:spPr>
          <a:xfrm xmlns:a="http://schemas.openxmlformats.org/drawingml/2006/main">
            <a:off x="1261800" y="4405155"/>
            <a:ext cx="466308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algn="ctr" defTabSz="914400">
              <a:lnSpc>
                <a:spcPct val="100000"/>
              </a:lnSpc>
              <a:buNone/>
            </a:pPr>
            <a:r>
              <a:rPr sz="2400" b="1" u="none" strike="noStrike">
                <a:solidFill>
                  <a:srgbClr val="044F9E"/>
                </a:solidFill>
                <a:latin typeface="Times New Roman"/>
                <a:ea typeface="Times New Roman"/>
                <a:cs typeface="Times New Roman"/>
              </a:rPr>
              <a:t>X = các đặc trưng quan sát</a:t>
            </a:r>
            <a:endParaRPr sz="2400" b="0" u="none" strike="noStrike">
              <a:solidFill>
                <a:srgbClr val="000000"/>
              </a:solidFill>
              <a:latin typeface="Times New Roman"/>
              <a:ea typeface="Times New Roman"/>
              <a:cs typeface="Times New Roman"/>
            </a:endParaRPr>
          </a:p>
        </p:txBody>
      </p:sp>
      <p:sp>
        <p:nvSpPr>
          <p:cNvPr id="239" name="TextBox 20">
            <a:extLst xmlns:a="http://schemas.openxmlformats.org/drawingml/2006/main">
              <a:ext uri="{FF2B5EF4-FFF2-40B4-BE49-F238E27FC236}">
                <a16:creationId xmlns:a16="http://schemas.microsoft.com/office/drawing/2014/main" id="{B5174EA6-74C4-4ED0-A5A8-CEE20DEA3AED}"/>
              </a:ext>
            </a:extLst>
          </p:cNvPr>
          <p:cNvSpPr>
            <a:spLocks xmlns:a="http://schemas.openxmlformats.org/drawingml/2006/main" noGrp="1"/>
          </p:cNvSpPr>
          <p:nvPr/>
        </p:nvSpPr>
        <p:spPr>
          <a:xfrm xmlns:a="http://schemas.openxmlformats.org/drawingml/2006/main">
            <a:off x="6245280" y="4405155"/>
            <a:ext cx="466308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algn="ctr" defTabSz="914400">
              <a:lnSpc>
                <a:spcPct val="100000"/>
              </a:lnSpc>
              <a:buNone/>
            </a:pPr>
            <a:r>
              <a:rPr sz="2400" b="1" u="none" strike="noStrike">
                <a:solidFill>
                  <a:srgbClr val="E81F26"/>
                </a:solidFill>
                <a:latin typeface="Times New Roman"/>
                <a:ea typeface="Times New Roman"/>
                <a:cs typeface="Times New Roman"/>
              </a:rPr>
              <a:t>y = is_exoplanet_candidate</a:t>
            </a:r>
            <a:endParaRPr sz="2400" b="0" u="none" strike="noStrike">
              <a:solidFill>
                <a:srgbClr val="000000"/>
              </a:solidFill>
              <a:latin typeface="Times New Roman"/>
              <a:ea typeface="Times New Roman"/>
              <a:cs typeface="Times New Roman"/>
            </a:endParaRPr>
          </a:p>
        </p:txBody>
      </p:sp>
    </p:spTree>
    <p:extLst>
      <p:ext uri="{BB962C8B-B14F-4D97-AF65-F5344CB8AC3E}">
        <p14:creationId xmlns:p14="http://schemas.microsoft.com/office/powerpoint/2010/main" val="28956082"/>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243" name="TextBox 4">
            <a:extLst xmlns:a="http://schemas.openxmlformats.org/drawingml/2006/main">
              <a:ext uri="{FF2B5EF4-FFF2-40B4-BE49-F238E27FC236}">
                <a16:creationId xmlns:a16="http://schemas.microsoft.com/office/drawing/2014/main" id="{FB5C3A06-0882-4F74-A439-2B15CAB6C3BB}"/>
              </a:ext>
            </a:extLst>
          </p:cNvPr>
          <p:cNvSpPr>
            <a:spLocks xmlns:a="http://schemas.openxmlformats.org/drawingml/2006/main" noGrp="1"/>
          </p:cNvSpPr>
          <p:nvPr/>
        </p:nvSpPr>
        <p:spPr>
          <a:xfrm xmlns:a="http://schemas.openxmlformats.org/drawingml/2006/main">
            <a:off x="713160" y="603360"/>
            <a:ext cx="10881000" cy="6030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defTabSz="914400">
              <a:lnSpc>
                <a:spcPct val="100000"/>
              </a:lnSpc>
              <a:buNone/>
            </a:pPr>
            <a:r>
              <a:rPr sz="2900" b="1" u="none" strike="noStrike">
                <a:solidFill>
                  <a:srgbClr val="044F9E"/>
                </a:solidFill>
                <a:latin typeface="Times New Roman"/>
                <a:ea typeface="Times New Roman"/>
                <a:cs typeface="Times New Roman"/>
              </a:rPr>
              <a:t>13 đặc trưng được chia thành ba nhóm có ý nghĩa khác nhau</a:t>
            </a:r>
            <a:endParaRPr sz="2900" b="0" u="none" strike="noStrike">
              <a:solidFill>
                <a:srgbClr val="000000"/>
              </a:solidFill>
              <a:latin typeface="Times New Roman"/>
              <a:ea typeface="Times New Roman"/>
              <a:cs typeface="Times New Roman"/>
            </a:endParaRPr>
          </a:p>
        </p:txBody>
      </p:sp>
      <p:sp>
        <p:nvSpPr>
          <p:cNvPr id="244" name="Rectangle 5">
            <a:extLst xmlns:a="http://schemas.openxmlformats.org/drawingml/2006/main">
              <a:ext uri="{FF2B5EF4-FFF2-40B4-BE49-F238E27FC236}">
                <a16:creationId xmlns:a16="http://schemas.microsoft.com/office/drawing/2014/main" id="{98E6ED2B-A441-4841-9E07-BD1211A7F3FB}"/>
              </a:ext>
            </a:extLst>
          </p:cNvPr>
          <p:cNvSpPr>
            <a:spLocks xmlns:a="http://schemas.openxmlformats.org/drawingml/2006/main" noGrp="1"/>
          </p:cNvSpPr>
          <p:nvPr/>
        </p:nvSpPr>
        <p:spPr>
          <a:xfrm xmlns:a="http://schemas.openxmlformats.org/drawingml/2006/main">
            <a:off x="901788" y="1240726"/>
            <a:ext cx="822600" cy="5004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5400" rIns="90000" bIns="54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245" name="TextBox 6">
            <a:extLst xmlns:a="http://schemas.openxmlformats.org/drawingml/2006/main">
              <a:ext uri="{FF2B5EF4-FFF2-40B4-BE49-F238E27FC236}">
                <a16:creationId xmlns:a16="http://schemas.microsoft.com/office/drawing/2014/main" id="{0D842DDE-2C1E-4DD3-A157-EBB008ACB48E}"/>
              </a:ext>
            </a:extLst>
          </p:cNvPr>
          <p:cNvSpPr>
            <a:spLocks xmlns:a="http://schemas.openxmlformats.org/drawingml/2006/main" noGrp="1"/>
          </p:cNvSpPr>
          <p:nvPr/>
        </p:nvSpPr>
        <p:spPr>
          <a:xfrm xmlns:a="http://schemas.openxmlformats.org/drawingml/2006/main">
            <a:off x="11384280" y="6430874"/>
            <a:ext cx="438480" cy="3657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spAutoFit/>
          </a:bodyPr>
          <a:lstStyle xmlns:a="http://schemas.openxmlformats.org/drawingml/2006/main"/>
          <a:p xmlns:a="http://schemas.openxmlformats.org/drawingml/2006/main">
            <a:pPr algn="r" defTabSz="914400">
              <a:lnSpc>
                <a:spcPct val="100000"/>
              </a:lnSpc>
              <a:buNone/>
            </a:pPr>
            <a:r>
              <a:rPr sz="2400" b="1" u="none" strike="noStrike">
                <a:solidFill>
                  <a:srgbClr val="044F9E"/>
                </a:solidFill>
                <a:latin typeface="Times New Roman"/>
                <a:ea typeface="Times New Roman"/>
                <a:cs typeface="Times New Roman"/>
              </a:rPr>
              <a:t>12</a:t>
            </a:r>
            <a:endParaRPr sz="2400" b="0" u="none" strike="noStrike">
              <a:solidFill>
                <a:srgbClr val="000000"/>
              </a:solidFill>
              <a:latin typeface="Times New Roman"/>
              <a:ea typeface="Times New Roman"/>
              <a:cs typeface="Times New Roman"/>
            </a:endParaRPr>
          </a:p>
        </p:txBody>
      </p:sp>
      <p:sp>
        <p:nvSpPr>
          <p:cNvPr id="246" name="Rounded Rectangle 7">
            <a:extLst xmlns:a="http://schemas.openxmlformats.org/drawingml/2006/main">
              <a:ext uri="{FF2B5EF4-FFF2-40B4-BE49-F238E27FC236}">
                <a16:creationId xmlns:a16="http://schemas.microsoft.com/office/drawing/2014/main" id="{057A2196-B63D-4E73-892B-AAE8DF3AEF32}"/>
              </a:ext>
            </a:extLst>
          </p:cNvPr>
          <p:cNvSpPr>
            <a:spLocks xmlns:a="http://schemas.openxmlformats.org/drawingml/2006/main" noGrp="1"/>
          </p:cNvSpPr>
          <p:nvPr/>
        </p:nvSpPr>
        <p:spPr>
          <a:xfrm xmlns:a="http://schemas.openxmlformats.org/drawingml/2006/main">
            <a:off x="713160" y="1572840"/>
            <a:ext cx="3565800" cy="452592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247" name="Rectangle 8">
            <a:extLst xmlns:a="http://schemas.openxmlformats.org/drawingml/2006/main">
              <a:ext uri="{FF2B5EF4-FFF2-40B4-BE49-F238E27FC236}">
                <a16:creationId xmlns:a16="http://schemas.microsoft.com/office/drawing/2014/main" id="{AF20C3C3-AB9A-4E8D-9BAF-FF4E89B72D35}"/>
              </a:ext>
            </a:extLst>
          </p:cNvPr>
          <p:cNvSpPr>
            <a:spLocks xmlns:a="http://schemas.openxmlformats.org/drawingml/2006/main" noGrp="1"/>
          </p:cNvSpPr>
          <p:nvPr/>
        </p:nvSpPr>
        <p:spPr>
          <a:xfrm xmlns:a="http://schemas.openxmlformats.org/drawingml/2006/main">
            <a:off x="713160" y="1572840"/>
            <a:ext cx="91080" cy="4525920"/>
          </a:xfrm>
          <a:prstGeom xmlns:a="http://schemas.openxmlformats.org/drawingml/2006/main" prst="rect">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248" name="TextBox 9">
            <a:extLst xmlns:a="http://schemas.openxmlformats.org/drawingml/2006/main">
              <a:ext uri="{FF2B5EF4-FFF2-40B4-BE49-F238E27FC236}">
                <a16:creationId xmlns:a16="http://schemas.microsoft.com/office/drawing/2014/main" id="{568EEF1B-9184-4634-9793-E5A0A96DB446}"/>
              </a:ext>
            </a:extLst>
          </p:cNvPr>
          <p:cNvSpPr>
            <a:spLocks xmlns:a="http://schemas.openxmlformats.org/drawingml/2006/main" noGrp="1"/>
          </p:cNvSpPr>
          <p:nvPr/>
        </p:nvSpPr>
        <p:spPr>
          <a:xfrm xmlns:a="http://schemas.openxmlformats.org/drawingml/2006/main">
            <a:off x="1066308" y="1654741"/>
            <a:ext cx="329148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400" b="1" u="none" strike="noStrike">
                <a:solidFill>
                  <a:srgbClr val="044F9E"/>
                </a:solidFill>
                <a:latin typeface="Times New Roman"/>
                <a:ea typeface="Times New Roman"/>
                <a:cs typeface="Times New Roman"/>
              </a:rPr>
              <a:t>Thông số sao</a:t>
            </a:r>
            <a:endParaRPr sz="2400" b="0" u="none" strike="noStrike">
              <a:solidFill>
                <a:srgbClr val="000000"/>
              </a:solidFill>
              <a:latin typeface="Times New Roman"/>
              <a:ea typeface="Times New Roman"/>
              <a:cs typeface="Times New Roman"/>
            </a:endParaRPr>
          </a:p>
        </p:txBody>
      </p:sp>
      <p:sp>
        <p:nvSpPr>
          <p:cNvPr id="249" name="TextBox 10">
            <a:extLst xmlns:a="http://schemas.openxmlformats.org/drawingml/2006/main">
              <a:ext uri="{FF2B5EF4-FFF2-40B4-BE49-F238E27FC236}">
                <a16:creationId xmlns:a16="http://schemas.microsoft.com/office/drawing/2014/main" id="{61204D0A-A2FB-4891-8E01-BD382EDA8CB5}"/>
              </a:ext>
            </a:extLst>
          </p:cNvPr>
          <p:cNvSpPr>
            <a:spLocks xmlns:a="http://schemas.openxmlformats.org/drawingml/2006/main" noGrp="1"/>
          </p:cNvSpPr>
          <p:nvPr/>
        </p:nvSpPr>
        <p:spPr>
          <a:xfrm xmlns:a="http://schemas.openxmlformats.org/drawingml/2006/main">
            <a:off x="1066308" y="2082046"/>
            <a:ext cx="3291480" cy="1514406"/>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stellar_mag</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stellar_teff_K</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stellar_radius_Rsun</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stellar_logg</a:t>
            </a:r>
            <a:endParaRPr sz="2400" b="0" u="none" strike="noStrike">
              <a:solidFill>
                <a:srgbClr val="000000"/>
              </a:solidFill>
              <a:latin typeface="Times New Roman"/>
              <a:ea typeface="Times New Roman"/>
              <a:cs typeface="Times New Roman"/>
            </a:endParaRPr>
          </a:p>
        </p:txBody>
      </p:sp>
      <p:sp>
        <p:nvSpPr>
          <p:cNvPr id="250" name="Rounded Rectangle 11">
            <a:extLst xmlns:a="http://schemas.openxmlformats.org/drawingml/2006/main">
              <a:ext uri="{FF2B5EF4-FFF2-40B4-BE49-F238E27FC236}">
                <a16:creationId xmlns:a16="http://schemas.microsoft.com/office/drawing/2014/main" id="{0498455C-9528-4CDA-82F5-2B6AAC891353}"/>
              </a:ext>
            </a:extLst>
          </p:cNvPr>
          <p:cNvSpPr>
            <a:spLocks xmlns:a="http://schemas.openxmlformats.org/drawingml/2006/main" noGrp="1"/>
          </p:cNvSpPr>
          <p:nvPr/>
        </p:nvSpPr>
        <p:spPr>
          <a:xfrm xmlns:a="http://schemas.openxmlformats.org/drawingml/2006/main">
            <a:off x="4316040" y="1572840"/>
            <a:ext cx="3675600" cy="452592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251" name="Rectangle 12">
            <a:extLst xmlns:a="http://schemas.openxmlformats.org/drawingml/2006/main">
              <a:ext uri="{FF2B5EF4-FFF2-40B4-BE49-F238E27FC236}">
                <a16:creationId xmlns:a16="http://schemas.microsoft.com/office/drawing/2014/main" id="{14BC08DA-AB50-4928-8F5B-F8FCBD8870B6}"/>
              </a:ext>
            </a:extLst>
          </p:cNvPr>
          <p:cNvSpPr>
            <a:spLocks xmlns:a="http://schemas.openxmlformats.org/drawingml/2006/main" noGrp="1"/>
          </p:cNvSpPr>
          <p:nvPr/>
        </p:nvSpPr>
        <p:spPr>
          <a:xfrm xmlns:a="http://schemas.openxmlformats.org/drawingml/2006/main">
            <a:off x="4316040" y="1572840"/>
            <a:ext cx="91080" cy="452592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252" name="TextBox 13">
            <a:extLst xmlns:a="http://schemas.openxmlformats.org/drawingml/2006/main">
              <a:ext uri="{FF2B5EF4-FFF2-40B4-BE49-F238E27FC236}">
                <a16:creationId xmlns:a16="http://schemas.microsoft.com/office/drawing/2014/main" id="{D097D745-D8B5-498A-8945-9DE7C9F7FADC}"/>
              </a:ext>
            </a:extLst>
          </p:cNvPr>
          <p:cNvSpPr>
            <a:spLocks xmlns:a="http://schemas.openxmlformats.org/drawingml/2006/main" noGrp="1"/>
          </p:cNvSpPr>
          <p:nvPr/>
        </p:nvSpPr>
        <p:spPr>
          <a:xfrm xmlns:a="http://schemas.openxmlformats.org/drawingml/2006/main">
            <a:off x="4669188" y="1654741"/>
            <a:ext cx="340128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400" b="1" u="none" strike="noStrike">
                <a:solidFill>
                  <a:srgbClr val="044F9E"/>
                </a:solidFill>
                <a:latin typeface="Times New Roman"/>
                <a:ea typeface="Times New Roman"/>
                <a:cs typeface="Times New Roman"/>
              </a:rPr>
              <a:t>Tín hiệu transit</a:t>
            </a:r>
            <a:endParaRPr sz="2400" b="0" u="none" strike="noStrike">
              <a:solidFill>
                <a:srgbClr val="000000"/>
              </a:solidFill>
              <a:latin typeface="Times New Roman"/>
              <a:ea typeface="Times New Roman"/>
              <a:cs typeface="Times New Roman"/>
            </a:endParaRPr>
          </a:p>
        </p:txBody>
      </p:sp>
      <p:sp>
        <p:nvSpPr>
          <p:cNvPr id="253" name="TextBox 14">
            <a:extLst xmlns:a="http://schemas.openxmlformats.org/drawingml/2006/main">
              <a:ext uri="{FF2B5EF4-FFF2-40B4-BE49-F238E27FC236}">
                <a16:creationId xmlns:a16="http://schemas.microsoft.com/office/drawing/2014/main" id="{5886092C-1A2F-4558-B35F-775D92643BAE}"/>
              </a:ext>
            </a:extLst>
          </p:cNvPr>
          <p:cNvSpPr>
            <a:spLocks xmlns:a="http://schemas.openxmlformats.org/drawingml/2006/main" noGrp="1"/>
          </p:cNvSpPr>
          <p:nvPr/>
        </p:nvSpPr>
        <p:spPr>
          <a:xfrm xmlns:a="http://schemas.openxmlformats.org/drawingml/2006/main">
            <a:off x="4669188" y="2082046"/>
            <a:ext cx="3401280" cy="1883738"/>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transit_depth_ppm</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transit_duration_hr</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transit_period_days</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periodicity_score</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signal_to_noise</a:t>
            </a:r>
            <a:endParaRPr sz="2400" b="0" u="none" strike="noStrike">
              <a:solidFill>
                <a:srgbClr val="000000"/>
              </a:solidFill>
              <a:latin typeface="Times New Roman"/>
              <a:ea typeface="Times New Roman"/>
              <a:cs typeface="Times New Roman"/>
            </a:endParaRPr>
          </a:p>
        </p:txBody>
      </p:sp>
      <p:sp>
        <p:nvSpPr>
          <p:cNvPr id="254" name="Rounded Rectangle 15">
            <a:extLst xmlns:a="http://schemas.openxmlformats.org/drawingml/2006/main">
              <a:ext uri="{FF2B5EF4-FFF2-40B4-BE49-F238E27FC236}">
                <a16:creationId xmlns:a16="http://schemas.microsoft.com/office/drawing/2014/main" id="{B92A6B43-F1F6-4A23-9854-E77981728A10}"/>
              </a:ext>
            </a:extLst>
          </p:cNvPr>
          <p:cNvSpPr>
            <a:spLocks xmlns:a="http://schemas.openxmlformats.org/drawingml/2006/main" noGrp="1"/>
          </p:cNvSpPr>
          <p:nvPr/>
        </p:nvSpPr>
        <p:spPr>
          <a:xfrm xmlns:a="http://schemas.openxmlformats.org/drawingml/2006/main">
            <a:off x="8028360" y="1572840"/>
            <a:ext cx="3456000" cy="452592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255" name="Rectangle 16">
            <a:extLst xmlns:a="http://schemas.openxmlformats.org/drawingml/2006/main">
              <a:ext uri="{FF2B5EF4-FFF2-40B4-BE49-F238E27FC236}">
                <a16:creationId xmlns:a16="http://schemas.microsoft.com/office/drawing/2014/main" id="{A6B90928-5DE9-46B8-B5B0-DE66F72FD2C9}"/>
              </a:ext>
            </a:extLst>
          </p:cNvPr>
          <p:cNvSpPr>
            <a:spLocks xmlns:a="http://schemas.openxmlformats.org/drawingml/2006/main" noGrp="1"/>
          </p:cNvSpPr>
          <p:nvPr/>
        </p:nvSpPr>
        <p:spPr>
          <a:xfrm xmlns:a="http://schemas.openxmlformats.org/drawingml/2006/main">
            <a:off x="8028360" y="1572840"/>
            <a:ext cx="91080" cy="4525920"/>
          </a:xfrm>
          <a:prstGeom xmlns:a="http://schemas.openxmlformats.org/drawingml/2006/main" prst="rect">
            <a:avLst/>
          </a:prstGeom>
          <a:solidFill xmlns:a="http://schemas.openxmlformats.org/drawingml/2006/main">
            <a:srgbClr val="E81F26"/>
          </a:solidFill>
          <a:ln xmlns:a="http://schemas.openxmlformats.org/drawingml/2006/main">
            <a:solidFill>
              <a:srgbClr val="E81F2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256" name="TextBox 17">
            <a:extLst xmlns:a="http://schemas.openxmlformats.org/drawingml/2006/main">
              <a:ext uri="{FF2B5EF4-FFF2-40B4-BE49-F238E27FC236}">
                <a16:creationId xmlns:a16="http://schemas.microsoft.com/office/drawing/2014/main" id="{EDE5C411-05D8-445D-9CB1-C77A2889DC83}"/>
              </a:ext>
            </a:extLst>
          </p:cNvPr>
          <p:cNvSpPr>
            <a:spLocks xmlns:a="http://schemas.openxmlformats.org/drawingml/2006/main" noGrp="1"/>
          </p:cNvSpPr>
          <p:nvPr/>
        </p:nvSpPr>
        <p:spPr>
          <a:xfrm xmlns:a="http://schemas.openxmlformats.org/drawingml/2006/main">
            <a:off x="8381508" y="1654741"/>
            <a:ext cx="318168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400" b="1" u="none" strike="noStrike">
                <a:solidFill>
                  <a:srgbClr val="044F9E"/>
                </a:solidFill>
                <a:latin typeface="Times New Roman"/>
                <a:ea typeface="Times New Roman"/>
                <a:cs typeface="Times New Roman"/>
              </a:rPr>
              <a:t>Môi trường quan sát</a:t>
            </a:r>
            <a:endParaRPr sz="2400" b="0" u="none" strike="noStrike">
              <a:solidFill>
                <a:srgbClr val="000000"/>
              </a:solidFill>
              <a:latin typeface="Times New Roman"/>
              <a:ea typeface="Times New Roman"/>
              <a:cs typeface="Times New Roman"/>
            </a:endParaRPr>
          </a:p>
        </p:txBody>
      </p:sp>
      <p:sp>
        <p:nvSpPr>
          <p:cNvPr id="257" name="TextBox 18">
            <a:extLst xmlns:a="http://schemas.openxmlformats.org/drawingml/2006/main">
              <a:ext uri="{FF2B5EF4-FFF2-40B4-BE49-F238E27FC236}">
                <a16:creationId xmlns:a16="http://schemas.microsoft.com/office/drawing/2014/main" id="{F4C4FDA4-0C89-4A67-A023-73C12B44AED8}"/>
              </a:ext>
            </a:extLst>
          </p:cNvPr>
          <p:cNvSpPr>
            <a:spLocks xmlns:a="http://schemas.openxmlformats.org/drawingml/2006/main" noGrp="1"/>
          </p:cNvSpPr>
          <p:nvPr/>
        </p:nvSpPr>
        <p:spPr>
          <a:xfrm xmlns:a="http://schemas.openxmlformats.org/drawingml/2006/main">
            <a:off x="8381508" y="2082046"/>
            <a:ext cx="3181680" cy="1514406"/>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crowding_index</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sky_brightness</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variability_index</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instrument_temp_C</a:t>
            </a:r>
            <a:endParaRPr sz="2400" b="0" u="none" strike="noStrike">
              <a:solidFill>
                <a:srgbClr val="000000"/>
              </a:solidFill>
              <a:latin typeface="Times New Roman"/>
              <a:ea typeface="Times New Roman"/>
              <a:cs typeface="Times New Roman"/>
            </a:endParaRPr>
          </a:p>
        </p:txBody>
      </p:sp>
    </p:spTree>
    <p:extLst>
      <p:ext uri="{BB962C8B-B14F-4D97-AF65-F5344CB8AC3E}">
        <p14:creationId xmlns:p14="http://schemas.microsoft.com/office/powerpoint/2010/main" val="707587505"/>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263" name="TextBox 6">
            <a:extLst xmlns:a="http://schemas.openxmlformats.org/drawingml/2006/main">
              <a:ext uri="{FF2B5EF4-FFF2-40B4-BE49-F238E27FC236}">
                <a16:creationId xmlns:a16="http://schemas.microsoft.com/office/drawing/2014/main" id="{E03C8670-6118-4A16-A689-74A04E7C4618}"/>
              </a:ext>
            </a:extLst>
          </p:cNvPr>
          <p:cNvSpPr>
            <a:spLocks xmlns:a="http://schemas.openxmlformats.org/drawingml/2006/main" noGrp="1"/>
          </p:cNvSpPr>
          <p:nvPr/>
        </p:nvSpPr>
        <p:spPr>
          <a:xfrm xmlns:a="http://schemas.openxmlformats.org/drawingml/2006/main">
            <a:off x="713160" y="603360"/>
            <a:ext cx="10881000" cy="6030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defTabSz="914400">
              <a:lnSpc>
                <a:spcPct val="100000"/>
              </a:lnSpc>
              <a:buNone/>
            </a:pPr>
            <a:r>
              <a:rPr sz="2900" b="1" u="none" strike="noStrike">
                <a:solidFill>
                  <a:srgbClr val="044F9E"/>
                </a:solidFill>
                <a:latin typeface="Times New Roman"/>
                <a:ea typeface="Times New Roman"/>
                <a:cs typeface="Times New Roman"/>
              </a:rPr>
              <a:t>Các nhóm đặc trưng bổ sung góc nhìn về tín hiệu và nhiễu</a:t>
            </a:r>
            <a:endParaRPr sz="2900" b="0" u="none" strike="noStrike">
              <a:solidFill>
                <a:srgbClr val="000000"/>
              </a:solidFill>
              <a:latin typeface="Times New Roman"/>
              <a:ea typeface="Times New Roman"/>
              <a:cs typeface="Times New Roman"/>
            </a:endParaRPr>
          </a:p>
        </p:txBody>
      </p:sp>
      <p:sp>
        <p:nvSpPr>
          <p:cNvPr id="264" name="Rectangle 7">
            <a:extLst xmlns:a="http://schemas.openxmlformats.org/drawingml/2006/main">
              <a:ext uri="{FF2B5EF4-FFF2-40B4-BE49-F238E27FC236}">
                <a16:creationId xmlns:a16="http://schemas.microsoft.com/office/drawing/2014/main" id="{5316B79B-9C8F-43CB-915B-6A4E802C9830}"/>
              </a:ext>
            </a:extLst>
          </p:cNvPr>
          <p:cNvSpPr>
            <a:spLocks xmlns:a="http://schemas.openxmlformats.org/drawingml/2006/main" noGrp="1"/>
          </p:cNvSpPr>
          <p:nvPr/>
        </p:nvSpPr>
        <p:spPr>
          <a:xfrm xmlns:a="http://schemas.openxmlformats.org/drawingml/2006/main">
            <a:off x="731520" y="1243440"/>
            <a:ext cx="822600" cy="5004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5400" rIns="90000" bIns="54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265" name="TextBox 8">
            <a:extLst xmlns:a="http://schemas.openxmlformats.org/drawingml/2006/main">
              <a:ext uri="{FF2B5EF4-FFF2-40B4-BE49-F238E27FC236}">
                <a16:creationId xmlns:a16="http://schemas.microsoft.com/office/drawing/2014/main" id="{30E13F86-F3DF-4FAE-890B-B05DC32D9831}"/>
              </a:ext>
            </a:extLst>
          </p:cNvPr>
          <p:cNvSpPr>
            <a:spLocks xmlns:a="http://schemas.openxmlformats.org/drawingml/2006/main" noGrp="1"/>
          </p:cNvSpPr>
          <p:nvPr/>
        </p:nvSpPr>
        <p:spPr>
          <a:xfrm xmlns:a="http://schemas.openxmlformats.org/drawingml/2006/main">
            <a:off x="11384280" y="6492240"/>
            <a:ext cx="438480" cy="2743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spAutoFit/>
          </a:bodyPr>
          <a:lstStyle xmlns:a="http://schemas.openxmlformats.org/drawingml/2006/main"/>
          <a:p xmlns:a="http://schemas.openxmlformats.org/drawingml/2006/main">
            <a:pPr algn="r" defTabSz="914400">
              <a:lnSpc>
                <a:spcPct val="100000"/>
              </a:lnSpc>
              <a:buNone/>
            </a:pPr>
            <a:r>
              <a:rPr sz="1800" b="1" u="none" strike="noStrike">
                <a:solidFill>
                  <a:srgbClr val="044F9E"/>
                </a:solidFill>
                <a:latin typeface="Times New Roman"/>
                <a:ea typeface="Times New Roman"/>
                <a:cs typeface="Times New Roman"/>
              </a:rPr>
              <a:t>13</a:t>
            </a:r>
            <a:endParaRPr sz="1800" b="0" u="none" strike="noStrike">
              <a:solidFill>
                <a:srgbClr val="000000"/>
              </a:solidFill>
              <a:latin typeface="Times New Roman"/>
              <a:ea typeface="Times New Roman"/>
              <a:cs typeface="Times New Roman"/>
            </a:endParaRPr>
          </a:p>
        </p:txBody>
      </p:sp>
      <p:sp>
        <p:nvSpPr>
          <p:cNvPr id="266" name="Rounded Rectangle 9">
            <a:extLst xmlns:a="http://schemas.openxmlformats.org/drawingml/2006/main">
              <a:ext uri="{FF2B5EF4-FFF2-40B4-BE49-F238E27FC236}">
                <a16:creationId xmlns:a16="http://schemas.microsoft.com/office/drawing/2014/main" id="{E05FEDE1-3830-4D83-A0C7-24E53A58BF6B}"/>
              </a:ext>
            </a:extLst>
          </p:cNvPr>
          <p:cNvSpPr>
            <a:spLocks xmlns:a="http://schemas.openxmlformats.org/drawingml/2006/main" noGrp="1"/>
          </p:cNvSpPr>
          <p:nvPr/>
        </p:nvSpPr>
        <p:spPr>
          <a:xfrm xmlns:a="http://schemas.openxmlformats.org/drawingml/2006/main">
            <a:off x="749880" y="1664280"/>
            <a:ext cx="3401280" cy="422424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267" name="Rectangle 10">
            <a:extLst xmlns:a="http://schemas.openxmlformats.org/drawingml/2006/main">
              <a:ext uri="{FF2B5EF4-FFF2-40B4-BE49-F238E27FC236}">
                <a16:creationId xmlns:a16="http://schemas.microsoft.com/office/drawing/2014/main" id="{5667D616-A719-4A7E-9CD6-2361DDDBE38B}"/>
              </a:ext>
            </a:extLst>
          </p:cNvPr>
          <p:cNvSpPr>
            <a:spLocks xmlns:a="http://schemas.openxmlformats.org/drawingml/2006/main" noGrp="1"/>
          </p:cNvSpPr>
          <p:nvPr/>
        </p:nvSpPr>
        <p:spPr>
          <a:xfrm xmlns:a="http://schemas.openxmlformats.org/drawingml/2006/main">
            <a:off x="749880" y="1664280"/>
            <a:ext cx="91080" cy="4224240"/>
          </a:xfrm>
          <a:prstGeom xmlns:a="http://schemas.openxmlformats.org/drawingml/2006/main" prst="rect">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268" name="TextBox 11">
            <a:extLst xmlns:a="http://schemas.openxmlformats.org/drawingml/2006/main">
              <a:ext uri="{FF2B5EF4-FFF2-40B4-BE49-F238E27FC236}">
                <a16:creationId xmlns:a16="http://schemas.microsoft.com/office/drawing/2014/main" id="{E599FBF2-2D6C-45CD-A5ED-B56B06898E14}"/>
              </a:ext>
            </a:extLst>
          </p:cNvPr>
          <p:cNvSpPr>
            <a:spLocks xmlns:a="http://schemas.openxmlformats.org/drawingml/2006/main" noGrp="1"/>
          </p:cNvSpPr>
          <p:nvPr/>
        </p:nvSpPr>
        <p:spPr>
          <a:xfrm xmlns:a="http://schemas.openxmlformats.org/drawingml/2006/main">
            <a:off x="932760" y="1748895"/>
            <a:ext cx="312696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400" b="1" u="none" strike="noStrike">
                <a:solidFill>
                  <a:srgbClr val="044F9E"/>
                </a:solidFill>
                <a:latin typeface="Times New Roman"/>
                <a:ea typeface="Times New Roman"/>
                <a:cs typeface="Times New Roman"/>
              </a:rPr>
              <a:t>Nguồn sáng</a:t>
            </a:r>
            <a:endParaRPr sz="2400" b="0" u="none" strike="noStrike">
              <a:solidFill>
                <a:srgbClr val="000000"/>
              </a:solidFill>
              <a:latin typeface="Times New Roman"/>
              <a:ea typeface="Times New Roman"/>
              <a:cs typeface="Times New Roman"/>
            </a:endParaRPr>
          </a:p>
        </p:txBody>
      </p:sp>
      <p:sp>
        <p:nvSpPr>
          <p:cNvPr id="269" name="TextBox 12">
            <a:extLst xmlns:a="http://schemas.openxmlformats.org/drawingml/2006/main">
              <a:ext uri="{FF2B5EF4-FFF2-40B4-BE49-F238E27FC236}">
                <a16:creationId xmlns:a16="http://schemas.microsoft.com/office/drawing/2014/main" id="{199713F2-CD75-413C-B16D-6669CBF65E04}"/>
              </a:ext>
            </a:extLst>
          </p:cNvPr>
          <p:cNvSpPr>
            <a:spLocks xmlns:a="http://schemas.openxmlformats.org/drawingml/2006/main" noGrp="1"/>
          </p:cNvSpPr>
          <p:nvPr/>
        </p:nvSpPr>
        <p:spPr>
          <a:xfrm xmlns:a="http://schemas.openxmlformats.org/drawingml/2006/main">
            <a:off x="932760" y="2176200"/>
            <a:ext cx="3126960" cy="1145074"/>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Độ sáng, nhiệt độ, bán kính và hấp dẫn bề mặt giúp mô tả ngôi sao chủ.</a:t>
            </a:r>
            <a:endParaRPr sz="2400" b="0" u="none" strike="noStrike">
              <a:solidFill>
                <a:srgbClr val="000000"/>
              </a:solidFill>
              <a:latin typeface="Times New Roman"/>
              <a:ea typeface="Times New Roman"/>
              <a:cs typeface="Times New Roman"/>
            </a:endParaRPr>
          </a:p>
        </p:txBody>
      </p:sp>
      <p:sp>
        <p:nvSpPr>
          <p:cNvPr id="270" name="Rounded Rectangle 13">
            <a:extLst xmlns:a="http://schemas.openxmlformats.org/drawingml/2006/main">
              <a:ext uri="{FF2B5EF4-FFF2-40B4-BE49-F238E27FC236}">
                <a16:creationId xmlns:a16="http://schemas.microsoft.com/office/drawing/2014/main" id="{13C58E03-73CC-4326-B936-F3D6E981CB77}"/>
              </a:ext>
            </a:extLst>
          </p:cNvPr>
          <p:cNvSpPr>
            <a:spLocks xmlns:a="http://schemas.openxmlformats.org/drawingml/2006/main" noGrp="1"/>
          </p:cNvSpPr>
          <p:nvPr/>
        </p:nvSpPr>
        <p:spPr>
          <a:xfrm xmlns:a="http://schemas.openxmlformats.org/drawingml/2006/main">
            <a:off x="4389120" y="1664280"/>
            <a:ext cx="3401280" cy="422424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271" name="Rectangle 14">
            <a:extLst xmlns:a="http://schemas.openxmlformats.org/drawingml/2006/main">
              <a:ext uri="{FF2B5EF4-FFF2-40B4-BE49-F238E27FC236}">
                <a16:creationId xmlns:a16="http://schemas.microsoft.com/office/drawing/2014/main" id="{5C1E8BF6-DCD8-4E4C-A55A-D4617E92B95A}"/>
              </a:ext>
            </a:extLst>
          </p:cNvPr>
          <p:cNvSpPr>
            <a:spLocks xmlns:a="http://schemas.openxmlformats.org/drawingml/2006/main" noGrp="1"/>
          </p:cNvSpPr>
          <p:nvPr/>
        </p:nvSpPr>
        <p:spPr>
          <a:xfrm xmlns:a="http://schemas.openxmlformats.org/drawingml/2006/main">
            <a:off x="4389120" y="1664280"/>
            <a:ext cx="91080" cy="422424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272" name="TextBox 15">
            <a:extLst xmlns:a="http://schemas.openxmlformats.org/drawingml/2006/main">
              <a:ext uri="{FF2B5EF4-FFF2-40B4-BE49-F238E27FC236}">
                <a16:creationId xmlns:a16="http://schemas.microsoft.com/office/drawing/2014/main" id="{795A1F79-C37F-4BA3-8536-22C0F58AFAF6}"/>
              </a:ext>
            </a:extLst>
          </p:cNvPr>
          <p:cNvSpPr>
            <a:spLocks xmlns:a="http://schemas.openxmlformats.org/drawingml/2006/main" noGrp="1"/>
          </p:cNvSpPr>
          <p:nvPr/>
        </p:nvSpPr>
        <p:spPr>
          <a:xfrm xmlns:a="http://schemas.openxmlformats.org/drawingml/2006/main">
            <a:off x="4572000" y="1748895"/>
            <a:ext cx="312696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400" b="1" u="none" strike="noStrike">
                <a:solidFill>
                  <a:srgbClr val="044F9E"/>
                </a:solidFill>
                <a:latin typeface="Times New Roman"/>
                <a:ea typeface="Times New Roman"/>
                <a:cs typeface="Times New Roman"/>
              </a:rPr>
              <a:t>Dấu hiệu transit</a:t>
            </a:r>
            <a:endParaRPr sz="2400" b="0" u="none" strike="noStrike">
              <a:solidFill>
                <a:srgbClr val="000000"/>
              </a:solidFill>
              <a:latin typeface="Times New Roman"/>
              <a:ea typeface="Times New Roman"/>
              <a:cs typeface="Times New Roman"/>
            </a:endParaRPr>
          </a:p>
        </p:txBody>
      </p:sp>
      <p:sp>
        <p:nvSpPr>
          <p:cNvPr id="273" name="TextBox 16">
            <a:extLst xmlns:a="http://schemas.openxmlformats.org/drawingml/2006/main">
              <a:ext uri="{FF2B5EF4-FFF2-40B4-BE49-F238E27FC236}">
                <a16:creationId xmlns:a16="http://schemas.microsoft.com/office/drawing/2014/main" id="{4CA4ACA7-6E6D-4930-A6C6-5C8B7E607E46}"/>
              </a:ext>
            </a:extLst>
          </p:cNvPr>
          <p:cNvSpPr>
            <a:spLocks xmlns:a="http://schemas.openxmlformats.org/drawingml/2006/main" noGrp="1"/>
          </p:cNvSpPr>
          <p:nvPr/>
        </p:nvSpPr>
        <p:spPr>
          <a:xfrm xmlns:a="http://schemas.openxmlformats.org/drawingml/2006/main">
            <a:off x="4572000" y="2176200"/>
            <a:ext cx="3126960" cy="1514406"/>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Độ sâu, thời lượng, chu kỳ và SNR mô tả hình dạng và tính lặp lại của tín hiệu.</a:t>
            </a:r>
            <a:endParaRPr sz="2400" b="0" u="none" strike="noStrike">
              <a:solidFill>
                <a:srgbClr val="000000"/>
              </a:solidFill>
              <a:latin typeface="Times New Roman"/>
              <a:ea typeface="Times New Roman"/>
              <a:cs typeface="Times New Roman"/>
            </a:endParaRPr>
          </a:p>
        </p:txBody>
      </p:sp>
      <p:sp>
        <p:nvSpPr>
          <p:cNvPr id="274" name="Rounded Rectangle 17">
            <a:extLst xmlns:a="http://schemas.openxmlformats.org/drawingml/2006/main">
              <a:ext uri="{FF2B5EF4-FFF2-40B4-BE49-F238E27FC236}">
                <a16:creationId xmlns:a16="http://schemas.microsoft.com/office/drawing/2014/main" id="{7FFCF54C-61DC-4010-BA2F-2FC172FB700F}"/>
              </a:ext>
            </a:extLst>
          </p:cNvPr>
          <p:cNvSpPr>
            <a:spLocks xmlns:a="http://schemas.openxmlformats.org/drawingml/2006/main" noGrp="1"/>
          </p:cNvSpPr>
          <p:nvPr/>
        </p:nvSpPr>
        <p:spPr>
          <a:xfrm xmlns:a="http://schemas.openxmlformats.org/drawingml/2006/main">
            <a:off x="8028360" y="1664280"/>
            <a:ext cx="3401280" cy="422424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275" name="Rectangle 18">
            <a:extLst xmlns:a="http://schemas.openxmlformats.org/drawingml/2006/main">
              <a:ext uri="{FF2B5EF4-FFF2-40B4-BE49-F238E27FC236}">
                <a16:creationId xmlns:a16="http://schemas.microsoft.com/office/drawing/2014/main" id="{6DEB44DF-84DC-4015-AFEC-40C5A39A9F34}"/>
              </a:ext>
            </a:extLst>
          </p:cNvPr>
          <p:cNvSpPr>
            <a:spLocks xmlns:a="http://schemas.openxmlformats.org/drawingml/2006/main" noGrp="1"/>
          </p:cNvSpPr>
          <p:nvPr/>
        </p:nvSpPr>
        <p:spPr>
          <a:xfrm xmlns:a="http://schemas.openxmlformats.org/drawingml/2006/main">
            <a:off x="8028360" y="1664280"/>
            <a:ext cx="91080" cy="4224240"/>
          </a:xfrm>
          <a:prstGeom xmlns:a="http://schemas.openxmlformats.org/drawingml/2006/main" prst="rect">
            <a:avLst/>
          </a:prstGeom>
          <a:solidFill xmlns:a="http://schemas.openxmlformats.org/drawingml/2006/main">
            <a:srgbClr val="E81F26"/>
          </a:solidFill>
          <a:ln xmlns:a="http://schemas.openxmlformats.org/drawingml/2006/main">
            <a:solidFill>
              <a:srgbClr val="E81F2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276" name="TextBox 19">
            <a:extLst xmlns:a="http://schemas.openxmlformats.org/drawingml/2006/main">
              <a:ext uri="{FF2B5EF4-FFF2-40B4-BE49-F238E27FC236}">
                <a16:creationId xmlns:a16="http://schemas.microsoft.com/office/drawing/2014/main" id="{8776F5AB-3756-45A4-B51E-FEB4746B7180}"/>
              </a:ext>
            </a:extLst>
          </p:cNvPr>
          <p:cNvSpPr>
            <a:spLocks xmlns:a="http://schemas.openxmlformats.org/drawingml/2006/main" noGrp="1"/>
          </p:cNvSpPr>
          <p:nvPr/>
        </p:nvSpPr>
        <p:spPr>
          <a:xfrm xmlns:a="http://schemas.openxmlformats.org/drawingml/2006/main">
            <a:off x="8211240" y="1748895"/>
            <a:ext cx="312696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400" b="1" u="none" strike="noStrike">
                <a:solidFill>
                  <a:srgbClr val="044F9E"/>
                </a:solidFill>
                <a:latin typeface="Times New Roman"/>
                <a:ea typeface="Times New Roman"/>
                <a:cs typeface="Times New Roman"/>
              </a:rPr>
              <a:t>Nhiễu quan sát</a:t>
            </a:r>
            <a:endParaRPr sz="2400" b="0" u="none" strike="noStrike">
              <a:solidFill>
                <a:srgbClr val="000000"/>
              </a:solidFill>
              <a:latin typeface="Times New Roman"/>
              <a:ea typeface="Times New Roman"/>
              <a:cs typeface="Times New Roman"/>
            </a:endParaRPr>
          </a:p>
        </p:txBody>
      </p:sp>
      <p:sp>
        <p:nvSpPr>
          <p:cNvPr id="277" name="TextBox 20">
            <a:extLst xmlns:a="http://schemas.openxmlformats.org/drawingml/2006/main">
              <a:ext uri="{FF2B5EF4-FFF2-40B4-BE49-F238E27FC236}">
                <a16:creationId xmlns:a16="http://schemas.microsoft.com/office/drawing/2014/main" id="{2891455F-AC26-4635-BC36-C74DA9A16B7F}"/>
              </a:ext>
            </a:extLst>
          </p:cNvPr>
          <p:cNvSpPr>
            <a:spLocks xmlns:a="http://schemas.openxmlformats.org/drawingml/2006/main" noGrp="1"/>
          </p:cNvSpPr>
          <p:nvPr/>
        </p:nvSpPr>
        <p:spPr>
          <a:xfrm xmlns:a="http://schemas.openxmlformats.org/drawingml/2006/main">
            <a:off x="8211240" y="2176200"/>
            <a:ext cx="3126960" cy="1514406"/>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Crowding, độ sáng nền, độ biến thiên và nhiệt độ thiết bị có thể làm sai lệch tín hiệu.</a:t>
            </a:r>
            <a:endParaRPr sz="2400" b="0" u="none" strike="noStrike">
              <a:solidFill>
                <a:srgbClr val="000000"/>
              </a:solidFill>
              <a:latin typeface="Times New Roman"/>
              <a:ea typeface="Times New Roman"/>
              <a:cs typeface="Times New Roman"/>
            </a:endParaRPr>
          </a:p>
        </p:txBody>
      </p:sp>
    </p:spTree>
    <p:extLst>
      <p:ext uri="{BB962C8B-B14F-4D97-AF65-F5344CB8AC3E}">
        <p14:creationId xmlns:p14="http://schemas.microsoft.com/office/powerpoint/2010/main" val="1320078281"/>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281" name="TextBox 4">
            <a:extLst xmlns:a="http://schemas.openxmlformats.org/drawingml/2006/main">
              <a:ext uri="{FF2B5EF4-FFF2-40B4-BE49-F238E27FC236}">
                <a16:creationId xmlns:a16="http://schemas.microsoft.com/office/drawing/2014/main" id="{4EBC9731-E7B6-4FF2-A743-C7A9966E27CB}"/>
              </a:ext>
            </a:extLst>
          </p:cNvPr>
          <p:cNvSpPr>
            <a:spLocks xmlns:a="http://schemas.openxmlformats.org/drawingml/2006/main" noGrp="1"/>
          </p:cNvSpPr>
          <p:nvPr/>
        </p:nvSpPr>
        <p:spPr>
          <a:xfrm xmlns:a="http://schemas.openxmlformats.org/drawingml/2006/main">
            <a:off x="713160" y="603360"/>
            <a:ext cx="10881000" cy="6030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defTabSz="914400">
              <a:lnSpc>
                <a:spcPct val="100000"/>
              </a:lnSpc>
              <a:buNone/>
            </a:pPr>
            <a:r>
              <a:rPr sz="2900" b="1" u="none" strike="noStrike">
                <a:solidFill>
                  <a:srgbClr val="044F9E"/>
                </a:solidFill>
                <a:latin typeface="Times New Roman"/>
                <a:ea typeface="Times New Roman"/>
                <a:cs typeface="Times New Roman"/>
              </a:rPr>
              <a:t>Nhãn mục tiêu được mã hóa thành hai lớp</a:t>
            </a:r>
            <a:endParaRPr sz="2900" b="0" u="none" strike="noStrike">
              <a:solidFill>
                <a:srgbClr val="000000"/>
              </a:solidFill>
              <a:latin typeface="Times New Roman"/>
              <a:ea typeface="Times New Roman"/>
              <a:cs typeface="Times New Roman"/>
            </a:endParaRPr>
          </a:p>
        </p:txBody>
      </p:sp>
      <p:sp>
        <p:nvSpPr>
          <p:cNvPr id="282" name="Rectangle 5">
            <a:extLst xmlns:a="http://schemas.openxmlformats.org/drawingml/2006/main">
              <a:ext uri="{FF2B5EF4-FFF2-40B4-BE49-F238E27FC236}">
                <a16:creationId xmlns:a16="http://schemas.microsoft.com/office/drawing/2014/main" id="{B1A72D72-28EB-4499-8940-8B6DB149D9A8}"/>
              </a:ext>
            </a:extLst>
          </p:cNvPr>
          <p:cNvSpPr>
            <a:spLocks xmlns:a="http://schemas.openxmlformats.org/drawingml/2006/main" noGrp="1"/>
          </p:cNvSpPr>
          <p:nvPr/>
        </p:nvSpPr>
        <p:spPr>
          <a:xfrm xmlns:a="http://schemas.openxmlformats.org/drawingml/2006/main">
            <a:off x="731520" y="1243440"/>
            <a:ext cx="822600" cy="5004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5400" rIns="90000" bIns="54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283" name="TextBox 6">
            <a:extLst xmlns:a="http://schemas.openxmlformats.org/drawingml/2006/main">
              <a:ext uri="{FF2B5EF4-FFF2-40B4-BE49-F238E27FC236}">
                <a16:creationId xmlns:a16="http://schemas.microsoft.com/office/drawing/2014/main" id="{00359E37-D978-497A-8B0F-F4AB06A89B6B}"/>
              </a:ext>
            </a:extLst>
          </p:cNvPr>
          <p:cNvSpPr>
            <a:spLocks xmlns:a="http://schemas.openxmlformats.org/drawingml/2006/main" noGrp="1"/>
          </p:cNvSpPr>
          <p:nvPr/>
        </p:nvSpPr>
        <p:spPr>
          <a:xfrm xmlns:a="http://schemas.openxmlformats.org/drawingml/2006/main">
            <a:off x="11384280" y="6492240"/>
            <a:ext cx="438480" cy="2743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spAutoFit/>
          </a:bodyPr>
          <a:lstStyle xmlns:a="http://schemas.openxmlformats.org/drawingml/2006/main"/>
          <a:p xmlns:a="http://schemas.openxmlformats.org/drawingml/2006/main">
            <a:pPr algn="r" defTabSz="914400">
              <a:lnSpc>
                <a:spcPct val="100000"/>
              </a:lnSpc>
              <a:buNone/>
            </a:pPr>
            <a:r>
              <a:rPr sz="1800" b="1" u="none" strike="noStrike">
                <a:solidFill>
                  <a:srgbClr val="044F9E"/>
                </a:solidFill>
                <a:latin typeface="Times New Roman"/>
                <a:ea typeface="Times New Roman"/>
                <a:cs typeface="Times New Roman"/>
              </a:rPr>
              <a:t>14</a:t>
            </a:r>
            <a:endParaRPr sz="1800" b="0" u="none" strike="noStrike">
              <a:solidFill>
                <a:srgbClr val="000000"/>
              </a:solidFill>
              <a:latin typeface="Times New Roman"/>
              <a:ea typeface="Times New Roman"/>
              <a:cs typeface="Times New Roman"/>
            </a:endParaRPr>
          </a:p>
        </p:txBody>
      </p:sp>
      <p:sp>
        <p:nvSpPr>
          <p:cNvPr id="284" name="Rounded Rectangle 7">
            <a:extLst xmlns:a="http://schemas.openxmlformats.org/drawingml/2006/main">
              <a:ext uri="{FF2B5EF4-FFF2-40B4-BE49-F238E27FC236}">
                <a16:creationId xmlns:a16="http://schemas.microsoft.com/office/drawing/2014/main" id="{65757011-1D2D-4B72-821D-4C63F2C28A52}"/>
              </a:ext>
            </a:extLst>
          </p:cNvPr>
          <p:cNvSpPr>
            <a:spLocks xmlns:a="http://schemas.openxmlformats.org/drawingml/2006/main" noGrp="1"/>
          </p:cNvSpPr>
          <p:nvPr/>
        </p:nvSpPr>
        <p:spPr>
          <a:xfrm xmlns:a="http://schemas.openxmlformats.org/drawingml/2006/main">
            <a:off x="932760" y="1719000"/>
            <a:ext cx="4434480" cy="1919880"/>
          </a:xfrm>
          <a:prstGeom xmlns:a="http://schemas.openxmlformats.org/drawingml/2006/main" prst="roundRect">
            <a:avLst>
              <a:gd name="adj" fmla="val 16667"/>
            </a:avLst>
          </a:prstGeom>
          <a:solidFill xmlns:a="http://schemas.openxmlformats.org/drawingml/2006/main">
            <a:srgbClr val="EEF8F2"/>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285" name="Rectangle 8">
            <a:extLst xmlns:a="http://schemas.openxmlformats.org/drawingml/2006/main">
              <a:ext uri="{FF2B5EF4-FFF2-40B4-BE49-F238E27FC236}">
                <a16:creationId xmlns:a16="http://schemas.microsoft.com/office/drawing/2014/main" id="{61F9821D-22CC-4DA8-8D1E-408868E14EB2}"/>
              </a:ext>
            </a:extLst>
          </p:cNvPr>
          <p:cNvSpPr>
            <a:spLocks xmlns:a="http://schemas.openxmlformats.org/drawingml/2006/main" noGrp="1"/>
          </p:cNvSpPr>
          <p:nvPr/>
        </p:nvSpPr>
        <p:spPr>
          <a:xfrm xmlns:a="http://schemas.openxmlformats.org/drawingml/2006/main">
            <a:off x="932760" y="1719000"/>
            <a:ext cx="91080" cy="1919880"/>
          </a:xfrm>
          <a:prstGeom xmlns:a="http://schemas.openxmlformats.org/drawingml/2006/main" prst="rect">
            <a:avLst/>
          </a:prstGeom>
          <a:solidFill xmlns:a="http://schemas.openxmlformats.org/drawingml/2006/main">
            <a:srgbClr val="2E7D5B"/>
          </a:solidFill>
          <a:ln xmlns:a="http://schemas.openxmlformats.org/drawingml/2006/main">
            <a:solidFill>
              <a:srgbClr val="2E7D5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286" name="TextBox 9">
            <a:extLst xmlns:a="http://schemas.openxmlformats.org/drawingml/2006/main">
              <a:ext uri="{FF2B5EF4-FFF2-40B4-BE49-F238E27FC236}">
                <a16:creationId xmlns:a16="http://schemas.microsoft.com/office/drawing/2014/main" id="{28AE7518-E5E5-442E-A9B4-1CB53CB67D51}"/>
              </a:ext>
            </a:extLst>
          </p:cNvPr>
          <p:cNvSpPr>
            <a:spLocks xmlns:a="http://schemas.openxmlformats.org/drawingml/2006/main" noGrp="1"/>
          </p:cNvSpPr>
          <p:nvPr/>
        </p:nvSpPr>
        <p:spPr>
          <a:xfrm xmlns:a="http://schemas.openxmlformats.org/drawingml/2006/main">
            <a:off x="1115640" y="1810440"/>
            <a:ext cx="4160160" cy="3927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algn="ctr" defTabSz="914400">
              <a:lnSpc>
                <a:spcPct val="100000"/>
              </a:lnSpc>
              <a:buNone/>
            </a:pPr>
            <a:r>
              <a:rPr sz="2300" b="1" u="none" strike="noStrike">
                <a:solidFill>
                  <a:srgbClr val="044F9E"/>
                </a:solidFill>
                <a:latin typeface="Times New Roman"/>
                <a:ea typeface="Times New Roman"/>
                <a:cs typeface="Times New Roman"/>
              </a:rPr>
              <a:t>Candidate</a:t>
            </a:r>
            <a:endParaRPr sz="2300" b="0" u="none" strike="noStrike">
              <a:solidFill>
                <a:srgbClr val="000000"/>
              </a:solidFill>
              <a:latin typeface="Times New Roman"/>
              <a:ea typeface="Times New Roman"/>
              <a:cs typeface="Times New Roman"/>
            </a:endParaRPr>
          </a:p>
        </p:txBody>
      </p:sp>
      <p:sp>
        <p:nvSpPr>
          <p:cNvPr id="287" name="TextBox 10">
            <a:extLst xmlns:a="http://schemas.openxmlformats.org/drawingml/2006/main">
              <a:ext uri="{FF2B5EF4-FFF2-40B4-BE49-F238E27FC236}">
                <a16:creationId xmlns:a16="http://schemas.microsoft.com/office/drawing/2014/main" id="{41D79CFD-BEDE-4F6B-B7F9-48312E6E3A29}"/>
              </a:ext>
            </a:extLst>
          </p:cNvPr>
          <p:cNvSpPr>
            <a:spLocks xmlns:a="http://schemas.openxmlformats.org/drawingml/2006/main" noGrp="1"/>
          </p:cNvSpPr>
          <p:nvPr/>
        </p:nvSpPr>
        <p:spPr>
          <a:xfrm xmlns:a="http://schemas.openxmlformats.org/drawingml/2006/main">
            <a:off x="1115640" y="2231280"/>
            <a:ext cx="4160160" cy="13255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algn="ctr" defTabSz="914400">
              <a:lnSpc>
                <a:spcPct val="100000"/>
              </a:lnSpc>
              <a:buNone/>
            </a:pPr>
            <a:r>
              <a:rPr sz="2100" b="0" u="none" strike="noStrike">
                <a:solidFill>
                  <a:srgbClr val="18324B"/>
                </a:solidFill>
                <a:latin typeface="Times New Roman"/>
                <a:ea typeface="Times New Roman"/>
                <a:cs typeface="Times New Roman"/>
              </a:rPr>
              <a:t>Mã nhãn: 1</a:t>
            </a:r>
            <a:endParaRPr sz="2100" b="0" u="none" strike="noStrike">
              <a:solidFill>
                <a:srgbClr val="000000"/>
              </a:solidFill>
              <a:latin typeface="Times New Roman"/>
              <a:ea typeface="Times New Roman"/>
              <a:cs typeface="Times New Roman"/>
            </a:endParaRPr>
          </a:p>
        </p:txBody>
      </p:sp>
      <p:sp>
        <p:nvSpPr>
          <p:cNvPr id="288" name="Rounded Rectangle 11">
            <a:extLst xmlns:a="http://schemas.openxmlformats.org/drawingml/2006/main">
              <a:ext uri="{FF2B5EF4-FFF2-40B4-BE49-F238E27FC236}">
                <a16:creationId xmlns:a16="http://schemas.microsoft.com/office/drawing/2014/main" id="{C41B9C74-4485-4FF6-8E6D-E80D872A5079}"/>
              </a:ext>
            </a:extLst>
          </p:cNvPr>
          <p:cNvSpPr>
            <a:spLocks xmlns:a="http://schemas.openxmlformats.org/drawingml/2006/main" noGrp="1"/>
          </p:cNvSpPr>
          <p:nvPr/>
        </p:nvSpPr>
        <p:spPr>
          <a:xfrm xmlns:a="http://schemas.openxmlformats.org/drawingml/2006/main">
            <a:off x="6812280" y="1719000"/>
            <a:ext cx="4434480" cy="1919880"/>
          </a:xfrm>
          <a:prstGeom xmlns:a="http://schemas.openxmlformats.org/drawingml/2006/main" prst="roundRect">
            <a:avLst>
              <a:gd name="adj" fmla="val 16667"/>
            </a:avLst>
          </a:prstGeom>
          <a:solidFill xmlns:a="http://schemas.openxmlformats.org/drawingml/2006/main">
            <a:srgbClr val="FDF0F0"/>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289" name="Rectangle 12">
            <a:extLst xmlns:a="http://schemas.openxmlformats.org/drawingml/2006/main">
              <a:ext uri="{FF2B5EF4-FFF2-40B4-BE49-F238E27FC236}">
                <a16:creationId xmlns:a16="http://schemas.microsoft.com/office/drawing/2014/main" id="{51A19FE4-C243-401F-856F-3D28C2D70B80}"/>
              </a:ext>
            </a:extLst>
          </p:cNvPr>
          <p:cNvSpPr>
            <a:spLocks xmlns:a="http://schemas.openxmlformats.org/drawingml/2006/main" noGrp="1"/>
          </p:cNvSpPr>
          <p:nvPr/>
        </p:nvSpPr>
        <p:spPr>
          <a:xfrm xmlns:a="http://schemas.openxmlformats.org/drawingml/2006/main">
            <a:off x="6812280" y="1719000"/>
            <a:ext cx="91080" cy="1919880"/>
          </a:xfrm>
          <a:prstGeom xmlns:a="http://schemas.openxmlformats.org/drawingml/2006/main" prst="rect">
            <a:avLst/>
          </a:prstGeom>
          <a:solidFill xmlns:a="http://schemas.openxmlformats.org/drawingml/2006/main">
            <a:srgbClr val="E81F26"/>
          </a:solidFill>
          <a:ln xmlns:a="http://schemas.openxmlformats.org/drawingml/2006/main">
            <a:solidFill>
              <a:srgbClr val="E81F2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290" name="TextBox 13">
            <a:extLst xmlns:a="http://schemas.openxmlformats.org/drawingml/2006/main">
              <a:ext uri="{FF2B5EF4-FFF2-40B4-BE49-F238E27FC236}">
                <a16:creationId xmlns:a16="http://schemas.microsoft.com/office/drawing/2014/main" id="{AB65D52F-F5D6-4AB2-88E6-9674287083D6}"/>
              </a:ext>
            </a:extLst>
          </p:cNvPr>
          <p:cNvSpPr>
            <a:spLocks xmlns:a="http://schemas.openxmlformats.org/drawingml/2006/main" noGrp="1"/>
          </p:cNvSpPr>
          <p:nvPr/>
        </p:nvSpPr>
        <p:spPr>
          <a:xfrm xmlns:a="http://schemas.openxmlformats.org/drawingml/2006/main">
            <a:off x="6995160" y="1810440"/>
            <a:ext cx="4160160" cy="3927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algn="ctr" defTabSz="914400">
              <a:lnSpc>
                <a:spcPct val="100000"/>
              </a:lnSpc>
              <a:buNone/>
            </a:pPr>
            <a:r>
              <a:rPr sz="2300" b="1" u="none" strike="noStrike">
                <a:solidFill>
                  <a:srgbClr val="044F9E"/>
                </a:solidFill>
                <a:latin typeface="Times New Roman"/>
                <a:ea typeface="Times New Roman"/>
                <a:cs typeface="Times New Roman"/>
              </a:rPr>
              <a:t>NonCandidate</a:t>
            </a:r>
            <a:endParaRPr sz="2300" b="0" u="none" strike="noStrike">
              <a:solidFill>
                <a:srgbClr val="000000"/>
              </a:solidFill>
              <a:latin typeface="Times New Roman"/>
              <a:ea typeface="Times New Roman"/>
              <a:cs typeface="Times New Roman"/>
            </a:endParaRPr>
          </a:p>
        </p:txBody>
      </p:sp>
      <p:sp>
        <p:nvSpPr>
          <p:cNvPr id="291" name="TextBox 14">
            <a:extLst xmlns:a="http://schemas.openxmlformats.org/drawingml/2006/main">
              <a:ext uri="{FF2B5EF4-FFF2-40B4-BE49-F238E27FC236}">
                <a16:creationId xmlns:a16="http://schemas.microsoft.com/office/drawing/2014/main" id="{D269EE80-CF3B-4D23-8259-2A031564AE26}"/>
              </a:ext>
            </a:extLst>
          </p:cNvPr>
          <p:cNvSpPr>
            <a:spLocks xmlns:a="http://schemas.openxmlformats.org/drawingml/2006/main" noGrp="1"/>
          </p:cNvSpPr>
          <p:nvPr/>
        </p:nvSpPr>
        <p:spPr>
          <a:xfrm xmlns:a="http://schemas.openxmlformats.org/drawingml/2006/main">
            <a:off x="6995160" y="2231280"/>
            <a:ext cx="4160160" cy="13255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algn="ctr" defTabSz="914400">
              <a:lnSpc>
                <a:spcPct val="100000"/>
              </a:lnSpc>
              <a:buNone/>
            </a:pPr>
            <a:r>
              <a:rPr sz="2100" b="0" u="none" strike="noStrike">
                <a:solidFill>
                  <a:srgbClr val="18324B"/>
                </a:solidFill>
                <a:latin typeface="Times New Roman"/>
                <a:ea typeface="Times New Roman"/>
                <a:cs typeface="Times New Roman"/>
              </a:rPr>
              <a:t>Mã nhãn: 0</a:t>
            </a:r>
            <a:endParaRPr sz="2100" b="0" u="none" strike="noStrike">
              <a:solidFill>
                <a:srgbClr val="000000"/>
              </a:solidFill>
              <a:latin typeface="Times New Roman"/>
              <a:ea typeface="Times New Roman"/>
              <a:cs typeface="Times New Roman"/>
            </a:endParaRPr>
          </a:p>
        </p:txBody>
      </p:sp>
      <p:sp>
        <p:nvSpPr>
          <p:cNvPr id="292" name="Rounded Rectangle 15">
            <a:extLst xmlns:a="http://schemas.openxmlformats.org/drawingml/2006/main">
              <a:ext uri="{FF2B5EF4-FFF2-40B4-BE49-F238E27FC236}">
                <a16:creationId xmlns:a16="http://schemas.microsoft.com/office/drawing/2014/main" id="{D6D437B8-FA3B-4E6E-B5F4-71312F34D9BC}"/>
              </a:ext>
            </a:extLst>
          </p:cNvPr>
          <p:cNvSpPr>
            <a:spLocks xmlns:a="http://schemas.openxmlformats.org/drawingml/2006/main" noGrp="1"/>
          </p:cNvSpPr>
          <p:nvPr/>
        </p:nvSpPr>
        <p:spPr>
          <a:xfrm xmlns:a="http://schemas.openxmlformats.org/drawingml/2006/main">
            <a:off x="1051560" y="4096440"/>
            <a:ext cx="10058040" cy="114264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73080" tIns="73080" rIns="73080" bIns="73080" anchor="ctr">
            <a:noAutofit/>
          </a:bodyPr>
          <a:lstStyle xmlns:a="http://schemas.openxmlformats.org/drawingml/2006/main"/>
          <a:p xmlns:a="http://schemas.openxmlformats.org/drawingml/2006/main">
            <a:pPr algn="ctr" defTabSz="914400">
              <a:lnSpc>
                <a:spcPct val="100000"/>
              </a:lnSpc>
              <a:buNone/>
            </a:pPr>
            <a:r>
              <a:rPr sz="2100" b="1" u="none" strike="noStrike">
                <a:solidFill>
                  <a:srgbClr val="044F9E"/>
                </a:solidFill>
                <a:latin typeface="Times New Roman"/>
                <a:ea typeface="Times New Roman"/>
                <a:cs typeface="Times New Roman"/>
              </a:rPr>
              <a:t>Trước huấn luyện: kiểm tra số lượng và tỷ lệ từng lớp</a:t>
            </a:r>
            <a:endParaRPr sz="2100" b="0" u="none" strike="noStrike">
              <a:solidFill>
                <a:srgbClr val="000000"/>
              </a:solidFill>
              <a:latin typeface="Times New Roman"/>
              <a:ea typeface="Times New Roman"/>
              <a:cs typeface="Times New Roman"/>
            </a:endParaRPr>
          </a:p>
        </p:txBody>
      </p:sp>
      <p:sp>
        <p:nvSpPr>
          <p:cNvPr id="293" name="TextBox 16">
            <a:extLst xmlns:a="http://schemas.openxmlformats.org/drawingml/2006/main">
              <a:ext uri="{FF2B5EF4-FFF2-40B4-BE49-F238E27FC236}">
                <a16:creationId xmlns:a16="http://schemas.microsoft.com/office/drawing/2014/main" id="{7E0124CF-0EFF-4FDF-B4CB-C6EAD3A1F80F}"/>
              </a:ext>
            </a:extLst>
          </p:cNvPr>
          <p:cNvSpPr>
            <a:spLocks xmlns:a="http://schemas.openxmlformats.org/drawingml/2006/main" noGrp="1"/>
          </p:cNvSpPr>
          <p:nvPr/>
        </p:nvSpPr>
        <p:spPr>
          <a:xfrm xmlns:a="http://schemas.openxmlformats.org/drawingml/2006/main">
            <a:off x="1143000" y="5440680"/>
            <a:ext cx="9875160" cy="3654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algn="ctr" defTabSz="914400">
              <a:lnSpc>
                <a:spcPct val="100000"/>
              </a:lnSpc>
              <a:buNone/>
            </a:pPr>
            <a:r>
              <a:rPr sz="1800" b="0" u="none" strike="noStrike">
                <a:solidFill>
                  <a:srgbClr val="527089"/>
                </a:solidFill>
                <a:latin typeface="Times New Roman"/>
                <a:ea typeface="Times New Roman"/>
                <a:cs typeface="Times New Roman"/>
              </a:rPr>
              <a:t>Không giả định dữ liệu cân bằng khi chưa xem phân bố thực tế.</a:t>
            </a:r>
            <a:endParaRPr sz="1800" b="0" u="none" strike="noStrike">
              <a:solidFill>
                <a:srgbClr val="000000"/>
              </a:solidFill>
              <a:latin typeface="Times New Roman"/>
              <a:ea typeface="Times New Roman"/>
              <a:cs typeface="Times New Roman"/>
            </a:endParaRPr>
          </a:p>
        </p:txBody>
      </p:sp>
    </p:spTree>
    <p:extLst>
      <p:ext uri="{BB962C8B-B14F-4D97-AF65-F5344CB8AC3E}">
        <p14:creationId xmlns:p14="http://schemas.microsoft.com/office/powerpoint/2010/main" val="637959300"/>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296" name="TextBox 3">
            <a:extLst xmlns:a="http://schemas.openxmlformats.org/drawingml/2006/main">
              <a:ext uri="{FF2B5EF4-FFF2-40B4-BE49-F238E27FC236}">
                <a16:creationId xmlns:a16="http://schemas.microsoft.com/office/drawing/2014/main" id="{2C744254-3275-48F9-B5F3-B556833F4EB5}"/>
              </a:ext>
            </a:extLst>
          </p:cNvPr>
          <p:cNvSpPr>
            <a:spLocks xmlns:a="http://schemas.openxmlformats.org/drawingml/2006/main" noGrp="1"/>
          </p:cNvSpPr>
          <p:nvPr/>
        </p:nvSpPr>
        <p:spPr>
          <a:xfrm xmlns:a="http://schemas.openxmlformats.org/drawingml/2006/main">
            <a:off x="713160" y="603360"/>
            <a:ext cx="10881000" cy="6030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defTabSz="914400">
              <a:lnSpc>
                <a:spcPct val="100000"/>
              </a:lnSpc>
              <a:buNone/>
            </a:pPr>
            <a:r>
              <a:rPr sz="2900" b="1" u="none" strike="noStrike">
                <a:solidFill>
                  <a:srgbClr val="044F9E"/>
                </a:solidFill>
                <a:latin typeface="Times New Roman"/>
                <a:ea typeface="Times New Roman"/>
                <a:cs typeface="Times New Roman"/>
              </a:rPr>
              <a:t>Tiền xử lý tạo một CSV thống nhất cho cả hai nhánh</a:t>
            </a:r>
            <a:endParaRPr sz="2900" b="0" u="none" strike="noStrike">
              <a:solidFill>
                <a:srgbClr val="000000"/>
              </a:solidFill>
              <a:latin typeface="Times New Roman"/>
              <a:ea typeface="Times New Roman"/>
              <a:cs typeface="Times New Roman"/>
            </a:endParaRPr>
          </a:p>
        </p:txBody>
      </p:sp>
      <p:sp>
        <p:nvSpPr>
          <p:cNvPr id="297" name="Rectangle 4">
            <a:extLst xmlns:a="http://schemas.openxmlformats.org/drawingml/2006/main">
              <a:ext uri="{FF2B5EF4-FFF2-40B4-BE49-F238E27FC236}">
                <a16:creationId xmlns:a16="http://schemas.microsoft.com/office/drawing/2014/main" id="{9FEF864C-34E9-422F-A6AC-2C6F6B1FE888}"/>
              </a:ext>
            </a:extLst>
          </p:cNvPr>
          <p:cNvSpPr>
            <a:spLocks xmlns:a="http://schemas.openxmlformats.org/drawingml/2006/main" noGrp="1"/>
          </p:cNvSpPr>
          <p:nvPr/>
        </p:nvSpPr>
        <p:spPr>
          <a:xfrm xmlns:a="http://schemas.openxmlformats.org/drawingml/2006/main">
            <a:off x="731520" y="1243440"/>
            <a:ext cx="822600" cy="5004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5400" rIns="90000" bIns="54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298" name="TextBox 5">
            <a:extLst xmlns:a="http://schemas.openxmlformats.org/drawingml/2006/main">
              <a:ext uri="{FF2B5EF4-FFF2-40B4-BE49-F238E27FC236}">
                <a16:creationId xmlns:a16="http://schemas.microsoft.com/office/drawing/2014/main" id="{B6F50EA3-4BBE-4D10-BC61-7E884C3D3599}"/>
              </a:ext>
            </a:extLst>
          </p:cNvPr>
          <p:cNvSpPr>
            <a:spLocks xmlns:a="http://schemas.openxmlformats.org/drawingml/2006/main" noGrp="1"/>
          </p:cNvSpPr>
          <p:nvPr/>
        </p:nvSpPr>
        <p:spPr>
          <a:xfrm xmlns:a="http://schemas.openxmlformats.org/drawingml/2006/main">
            <a:off x="11384280" y="6492240"/>
            <a:ext cx="438480" cy="2743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spAutoFit/>
          </a:bodyPr>
          <a:lstStyle xmlns:a="http://schemas.openxmlformats.org/drawingml/2006/main"/>
          <a:p xmlns:a="http://schemas.openxmlformats.org/drawingml/2006/main">
            <a:pPr algn="r" defTabSz="914400">
              <a:lnSpc>
                <a:spcPct val="100000"/>
              </a:lnSpc>
              <a:buNone/>
            </a:pPr>
            <a:r>
              <a:rPr sz="1800" b="1" u="none" strike="noStrike">
                <a:solidFill>
                  <a:srgbClr val="044F9E"/>
                </a:solidFill>
                <a:latin typeface="Times New Roman"/>
                <a:ea typeface="Times New Roman"/>
                <a:cs typeface="Times New Roman"/>
              </a:rPr>
              <a:t>15</a:t>
            </a:r>
            <a:endParaRPr sz="1800" b="0" u="none" strike="noStrike">
              <a:solidFill>
                <a:srgbClr val="000000"/>
              </a:solidFill>
              <a:latin typeface="Times New Roman"/>
              <a:ea typeface="Times New Roman"/>
              <a:cs typeface="Times New Roman"/>
            </a:endParaRPr>
          </a:p>
        </p:txBody>
      </p:sp>
      <p:sp>
        <p:nvSpPr>
          <p:cNvPr id="299" name="Rounded Rectangle 6">
            <a:extLst xmlns:a="http://schemas.openxmlformats.org/drawingml/2006/main">
              <a:ext uri="{FF2B5EF4-FFF2-40B4-BE49-F238E27FC236}">
                <a16:creationId xmlns:a16="http://schemas.microsoft.com/office/drawing/2014/main" id="{F7CE9E2D-98EB-49BC-9A51-5ADF7C7228CE}"/>
              </a:ext>
            </a:extLst>
          </p:cNvPr>
          <p:cNvSpPr>
            <a:spLocks xmlns:a="http://schemas.openxmlformats.org/drawingml/2006/main" noGrp="1"/>
          </p:cNvSpPr>
          <p:nvPr/>
        </p:nvSpPr>
        <p:spPr>
          <a:xfrm xmlns:a="http://schemas.openxmlformats.org/drawingml/2006/main">
            <a:off x="713160" y="2148840"/>
            <a:ext cx="1627200" cy="205704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54720" tIns="54720" rIns="54720" bIns="54720" anchor="ctr">
            <a:noAutofit/>
          </a:bodyPr>
          <a:lstStyle xmlns:a="http://schemas.openxmlformats.org/drawingml/2006/main"/>
          <a:p xmlns:a="http://schemas.openxmlformats.org/drawingml/2006/main">
            <a:pPr algn="ctr" defTabSz="914400">
              <a:lnSpc>
                <a:spcPct val="100000"/>
              </a:lnSpc>
              <a:buNone/>
            </a:pPr>
            <a:r>
              <a:rPr sz="2000" b="0" u="none" strike="noStrike">
                <a:solidFill>
                  <a:srgbClr val="18324B"/>
                </a:solidFill>
                <a:latin typeface="Times New Roman"/>
                <a:ea typeface="Times New Roman"/>
                <a:cs typeface="Times New Roman"/>
              </a:rPr>
              <a:t>Đọc &amp; kiểm tra</a:t>
            </a:r>
            <a:endParaRPr sz="20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endParaRPr sz="20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r>
              <a:rPr sz="2000" b="0" u="none" strike="noStrike">
                <a:solidFill>
                  <a:srgbClr val="18324B"/>
                </a:solidFill>
                <a:latin typeface="Times New Roman"/>
                <a:ea typeface="Times New Roman"/>
                <a:cs typeface="Times New Roman"/>
              </a:rPr>
              <a:t>CSV, schema, kiểu dữ liệu</a:t>
            </a:r>
            <a:endParaRPr sz="2000" b="0" u="none" strike="noStrike">
              <a:solidFill>
                <a:srgbClr val="000000"/>
              </a:solidFill>
              <a:latin typeface="Times New Roman"/>
              <a:ea typeface="Times New Roman"/>
              <a:cs typeface="Times New Roman"/>
            </a:endParaRPr>
          </a:p>
        </p:txBody>
      </p:sp>
      <p:sp>
        <p:nvSpPr>
          <p:cNvPr id="300" name="Right Arrow 7">
            <a:extLst xmlns:a="http://schemas.openxmlformats.org/drawingml/2006/main">
              <a:ext uri="{FF2B5EF4-FFF2-40B4-BE49-F238E27FC236}">
                <a16:creationId xmlns:a16="http://schemas.microsoft.com/office/drawing/2014/main" id="{F1D23712-941D-4528-AB52-3236611C8415}"/>
              </a:ext>
            </a:extLst>
          </p:cNvPr>
          <p:cNvSpPr>
            <a:spLocks xmlns:a="http://schemas.openxmlformats.org/drawingml/2006/main" noGrp="1"/>
          </p:cNvSpPr>
          <p:nvPr/>
        </p:nvSpPr>
        <p:spPr>
          <a:xfrm xmlns:a="http://schemas.openxmlformats.org/drawingml/2006/main">
            <a:off x="2432160" y="3026520"/>
            <a:ext cx="273960" cy="255600"/>
          </a:xfrm>
          <a:prstGeom xmlns:a="http://schemas.openxmlformats.org/drawingml/2006/main" prst="rightArrow">
            <a:avLst>
              <a:gd name="adj1" fmla="val 50000"/>
              <a:gd name="adj2" fmla="val 50000"/>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000" b="0" u="none" strike="noStrike">
              <a:solidFill>
                <a:schemeClr val="lt1"/>
              </a:solidFill>
              <a:latin typeface="Times New Roman"/>
              <a:ea typeface="Times New Roman"/>
              <a:cs typeface="Times New Roman"/>
            </a:endParaRPr>
          </a:p>
        </p:txBody>
      </p:sp>
      <p:sp>
        <p:nvSpPr>
          <p:cNvPr id="301" name="Rounded Rectangle 8">
            <a:extLst xmlns:a="http://schemas.openxmlformats.org/drawingml/2006/main">
              <a:ext uri="{FF2B5EF4-FFF2-40B4-BE49-F238E27FC236}">
                <a16:creationId xmlns:a16="http://schemas.microsoft.com/office/drawing/2014/main" id="{55774399-78ED-4B91-86D5-61C5475AE2B7}"/>
              </a:ext>
            </a:extLst>
          </p:cNvPr>
          <p:cNvSpPr>
            <a:spLocks xmlns:a="http://schemas.openxmlformats.org/drawingml/2006/main" noGrp="1"/>
          </p:cNvSpPr>
          <p:nvPr/>
        </p:nvSpPr>
        <p:spPr>
          <a:xfrm xmlns:a="http://schemas.openxmlformats.org/drawingml/2006/main">
            <a:off x="2999160" y="2148840"/>
            <a:ext cx="1627200" cy="2057040"/>
          </a:xfrm>
          <a:prstGeom xmlns:a="http://schemas.openxmlformats.org/drawingml/2006/main" prst="roundRect">
            <a:avLst>
              <a:gd name="adj" fmla="val 16667"/>
            </a:avLst>
          </a:prstGeom>
          <a:solidFill xmlns:a="http://schemas.openxmlformats.org/drawingml/2006/main">
            <a:srgbClr val="EEF7FD"/>
          </a:solidFill>
          <a:ln xmlns:a="http://schemas.openxmlformats.org/drawingml/2006/main" w="13970">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54720" tIns="54720" rIns="54720" bIns="54720" anchor="ctr">
            <a:noAutofit/>
          </a:bodyPr>
          <a:lstStyle xmlns:a="http://schemas.openxmlformats.org/drawingml/2006/main"/>
          <a:p xmlns:a="http://schemas.openxmlformats.org/drawingml/2006/main">
            <a:pPr algn="ctr" defTabSz="914400">
              <a:lnSpc>
                <a:spcPct val="100000"/>
              </a:lnSpc>
              <a:buNone/>
            </a:pPr>
            <a:r>
              <a:rPr sz="2000" b="0" u="none" strike="noStrike">
                <a:solidFill>
                  <a:srgbClr val="18324B"/>
                </a:solidFill>
                <a:latin typeface="Times New Roman"/>
                <a:ea typeface="Times New Roman"/>
                <a:cs typeface="Times New Roman"/>
              </a:rPr>
              <a:t>Làm sạch</a:t>
            </a:r>
            <a:endParaRPr sz="20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endParaRPr sz="20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r>
              <a:rPr sz="2000" b="0" u="none" strike="noStrike">
                <a:solidFill>
                  <a:srgbClr val="18324B"/>
                </a:solidFill>
                <a:latin typeface="Times New Roman"/>
                <a:ea typeface="Times New Roman"/>
                <a:cs typeface="Times New Roman"/>
              </a:rPr>
              <a:t>Loại trùng, kiểm tra thiếu</a:t>
            </a:r>
            <a:endParaRPr sz="2000" b="0" u="none" strike="noStrike">
              <a:solidFill>
                <a:srgbClr val="000000"/>
              </a:solidFill>
              <a:latin typeface="Times New Roman"/>
              <a:ea typeface="Times New Roman"/>
              <a:cs typeface="Times New Roman"/>
            </a:endParaRPr>
          </a:p>
        </p:txBody>
      </p:sp>
      <p:sp>
        <p:nvSpPr>
          <p:cNvPr id="302" name="Right Arrow 9">
            <a:extLst xmlns:a="http://schemas.openxmlformats.org/drawingml/2006/main">
              <a:ext uri="{FF2B5EF4-FFF2-40B4-BE49-F238E27FC236}">
                <a16:creationId xmlns:a16="http://schemas.microsoft.com/office/drawing/2014/main" id="{C4AE240C-A3C8-45D0-814E-E996C1B042A9}"/>
              </a:ext>
            </a:extLst>
          </p:cNvPr>
          <p:cNvSpPr>
            <a:spLocks xmlns:a="http://schemas.openxmlformats.org/drawingml/2006/main" noGrp="1"/>
          </p:cNvSpPr>
          <p:nvPr/>
        </p:nvSpPr>
        <p:spPr>
          <a:xfrm xmlns:a="http://schemas.openxmlformats.org/drawingml/2006/main">
            <a:off x="4718160" y="3026520"/>
            <a:ext cx="273960" cy="255600"/>
          </a:xfrm>
          <a:prstGeom xmlns:a="http://schemas.openxmlformats.org/drawingml/2006/main" prst="rightArrow">
            <a:avLst>
              <a:gd name="adj1" fmla="val 50000"/>
              <a:gd name="adj2" fmla="val 50000"/>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000" b="0" u="none" strike="noStrike">
              <a:solidFill>
                <a:schemeClr val="lt1"/>
              </a:solidFill>
              <a:latin typeface="Times New Roman"/>
              <a:ea typeface="Times New Roman"/>
              <a:cs typeface="Times New Roman"/>
            </a:endParaRPr>
          </a:p>
        </p:txBody>
      </p:sp>
      <p:sp>
        <p:nvSpPr>
          <p:cNvPr id="303" name="Rounded Rectangle 10">
            <a:extLst xmlns:a="http://schemas.openxmlformats.org/drawingml/2006/main">
              <a:ext uri="{FF2B5EF4-FFF2-40B4-BE49-F238E27FC236}">
                <a16:creationId xmlns:a16="http://schemas.microsoft.com/office/drawing/2014/main" id="{FB1919DC-C2C5-4233-8FDF-90EFBC4EFAE4}"/>
              </a:ext>
            </a:extLst>
          </p:cNvPr>
          <p:cNvSpPr>
            <a:spLocks xmlns:a="http://schemas.openxmlformats.org/drawingml/2006/main" noGrp="1"/>
          </p:cNvSpPr>
          <p:nvPr/>
        </p:nvSpPr>
        <p:spPr>
          <a:xfrm xmlns:a="http://schemas.openxmlformats.org/drawingml/2006/main">
            <a:off x="5285160" y="2148840"/>
            <a:ext cx="1627200" cy="2057040"/>
          </a:xfrm>
          <a:prstGeom xmlns:a="http://schemas.openxmlformats.org/drawingml/2006/main" prst="roundRect">
            <a:avLst>
              <a:gd name="adj" fmla="val 16667"/>
            </a:avLst>
          </a:prstGeom>
          <a:solidFill xmlns:a="http://schemas.openxmlformats.org/drawingml/2006/main">
            <a:srgbClr val="FFF8E4"/>
          </a:solidFill>
          <a:ln xmlns:a="http://schemas.openxmlformats.org/drawingml/2006/main" w="13970">
            <a:solidFill>
              <a:srgbClr val="FEC01D"/>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54720" tIns="54720" rIns="54720" bIns="54720" anchor="ctr">
            <a:noAutofit/>
          </a:bodyPr>
          <a:lstStyle xmlns:a="http://schemas.openxmlformats.org/drawingml/2006/main"/>
          <a:p xmlns:a="http://schemas.openxmlformats.org/drawingml/2006/main">
            <a:pPr algn="ctr" defTabSz="914400">
              <a:lnSpc>
                <a:spcPct val="100000"/>
              </a:lnSpc>
              <a:buNone/>
            </a:pPr>
            <a:r>
              <a:rPr sz="2000" b="0" u="none" strike="noStrike">
                <a:solidFill>
                  <a:srgbClr val="18324B"/>
                </a:solidFill>
                <a:latin typeface="Times New Roman"/>
                <a:ea typeface="Times New Roman"/>
                <a:cs typeface="Times New Roman"/>
              </a:rPr>
              <a:t>Điền median</a:t>
            </a:r>
            <a:endParaRPr sz="20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endParaRPr sz="20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r>
              <a:rPr sz="2000" b="0" u="none" strike="noStrike">
                <a:solidFill>
                  <a:srgbClr val="18324B"/>
                </a:solidFill>
                <a:latin typeface="Times New Roman"/>
                <a:ea typeface="Times New Roman"/>
                <a:cs typeface="Times New Roman"/>
              </a:rPr>
              <a:t>Ba cột số có giá trị thiếu</a:t>
            </a:r>
            <a:endParaRPr sz="2000" b="0" u="none" strike="noStrike">
              <a:solidFill>
                <a:srgbClr val="000000"/>
              </a:solidFill>
              <a:latin typeface="Times New Roman"/>
              <a:ea typeface="Times New Roman"/>
              <a:cs typeface="Times New Roman"/>
            </a:endParaRPr>
          </a:p>
        </p:txBody>
      </p:sp>
      <p:sp>
        <p:nvSpPr>
          <p:cNvPr id="304" name="Right Arrow 11">
            <a:extLst xmlns:a="http://schemas.openxmlformats.org/drawingml/2006/main">
              <a:ext uri="{FF2B5EF4-FFF2-40B4-BE49-F238E27FC236}">
                <a16:creationId xmlns:a16="http://schemas.microsoft.com/office/drawing/2014/main" id="{3D36FCE9-B5CE-47BA-8D3A-556D8E171D63}"/>
              </a:ext>
            </a:extLst>
          </p:cNvPr>
          <p:cNvSpPr>
            <a:spLocks xmlns:a="http://schemas.openxmlformats.org/drawingml/2006/main" noGrp="1"/>
          </p:cNvSpPr>
          <p:nvPr/>
        </p:nvSpPr>
        <p:spPr>
          <a:xfrm xmlns:a="http://schemas.openxmlformats.org/drawingml/2006/main">
            <a:off x="7004160" y="3026520"/>
            <a:ext cx="273960" cy="255600"/>
          </a:xfrm>
          <a:prstGeom xmlns:a="http://schemas.openxmlformats.org/drawingml/2006/main" prst="rightArrow">
            <a:avLst>
              <a:gd name="adj1" fmla="val 50000"/>
              <a:gd name="adj2" fmla="val 50000"/>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000" b="0" u="none" strike="noStrike">
              <a:solidFill>
                <a:schemeClr val="lt1"/>
              </a:solidFill>
              <a:latin typeface="Times New Roman"/>
              <a:ea typeface="Times New Roman"/>
              <a:cs typeface="Times New Roman"/>
            </a:endParaRPr>
          </a:p>
        </p:txBody>
      </p:sp>
      <p:sp>
        <p:nvSpPr>
          <p:cNvPr id="305" name="Rounded Rectangle 12">
            <a:extLst xmlns:a="http://schemas.openxmlformats.org/drawingml/2006/main">
              <a:ext uri="{FF2B5EF4-FFF2-40B4-BE49-F238E27FC236}">
                <a16:creationId xmlns:a16="http://schemas.microsoft.com/office/drawing/2014/main" id="{60F57BA7-3916-4AA3-9BAC-1D354FCDFBEB}"/>
              </a:ext>
            </a:extLst>
          </p:cNvPr>
          <p:cNvSpPr>
            <a:spLocks xmlns:a="http://schemas.openxmlformats.org/drawingml/2006/main" noGrp="1"/>
          </p:cNvSpPr>
          <p:nvPr/>
        </p:nvSpPr>
        <p:spPr>
          <a:xfrm xmlns:a="http://schemas.openxmlformats.org/drawingml/2006/main">
            <a:off x="7571160" y="2148840"/>
            <a:ext cx="1627200" cy="2057040"/>
          </a:xfrm>
          <a:prstGeom xmlns:a="http://schemas.openxmlformats.org/drawingml/2006/main" prst="roundRect">
            <a:avLst>
              <a:gd name="adj" fmla="val 16667"/>
            </a:avLst>
          </a:prstGeom>
          <a:solidFill xmlns:a="http://schemas.openxmlformats.org/drawingml/2006/main">
            <a:srgbClr val="FDF1F1"/>
          </a:solidFill>
          <a:ln xmlns:a="http://schemas.openxmlformats.org/drawingml/2006/main" w="13970">
            <a:solidFill>
              <a:srgbClr val="E81F2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54720" tIns="54720" rIns="54720" bIns="54720" anchor="ctr">
            <a:noAutofit/>
          </a:bodyPr>
          <a:lstStyle xmlns:a="http://schemas.openxmlformats.org/drawingml/2006/main"/>
          <a:p xmlns:a="http://schemas.openxmlformats.org/drawingml/2006/main">
            <a:pPr algn="ctr" defTabSz="914400">
              <a:lnSpc>
                <a:spcPct val="100000"/>
              </a:lnSpc>
              <a:buNone/>
            </a:pPr>
            <a:r>
              <a:rPr sz="2000" b="0" u="none" strike="noStrike">
                <a:solidFill>
                  <a:srgbClr val="18324B"/>
                </a:solidFill>
                <a:latin typeface="Times New Roman"/>
                <a:ea typeface="Times New Roman"/>
                <a:cs typeface="Times New Roman"/>
              </a:rPr>
              <a:t>Mã hóa &amp; chọn</a:t>
            </a:r>
            <a:endParaRPr sz="20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endParaRPr sz="20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r>
              <a:rPr sz="2000" b="0" u="none" strike="noStrike">
                <a:solidFill>
                  <a:srgbClr val="18324B"/>
                </a:solidFill>
                <a:latin typeface="Times New Roman"/>
                <a:ea typeface="Times New Roman"/>
                <a:cs typeface="Times New Roman"/>
              </a:rPr>
              <a:t>Nhãn 0/1, giữ 13 features</a:t>
            </a:r>
            <a:endParaRPr sz="2000" b="0" u="none" strike="noStrike">
              <a:solidFill>
                <a:srgbClr val="000000"/>
              </a:solidFill>
              <a:latin typeface="Times New Roman"/>
              <a:ea typeface="Times New Roman"/>
              <a:cs typeface="Times New Roman"/>
            </a:endParaRPr>
          </a:p>
        </p:txBody>
      </p:sp>
      <p:sp>
        <p:nvSpPr>
          <p:cNvPr id="306" name="Right Arrow 13">
            <a:extLst xmlns:a="http://schemas.openxmlformats.org/drawingml/2006/main">
              <a:ext uri="{FF2B5EF4-FFF2-40B4-BE49-F238E27FC236}">
                <a16:creationId xmlns:a16="http://schemas.microsoft.com/office/drawing/2014/main" id="{E73F8C93-E14D-4103-A0A1-CC45CEE1A9DF}"/>
              </a:ext>
            </a:extLst>
          </p:cNvPr>
          <p:cNvSpPr>
            <a:spLocks xmlns:a="http://schemas.openxmlformats.org/drawingml/2006/main" noGrp="1"/>
          </p:cNvSpPr>
          <p:nvPr/>
        </p:nvSpPr>
        <p:spPr>
          <a:xfrm xmlns:a="http://schemas.openxmlformats.org/drawingml/2006/main">
            <a:off x="9290160" y="3026520"/>
            <a:ext cx="273960" cy="255600"/>
          </a:xfrm>
          <a:prstGeom xmlns:a="http://schemas.openxmlformats.org/drawingml/2006/main" prst="rightArrow">
            <a:avLst>
              <a:gd name="adj1" fmla="val 50000"/>
              <a:gd name="adj2" fmla="val 50000"/>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000" b="0" u="none" strike="noStrike">
              <a:solidFill>
                <a:schemeClr val="lt1"/>
              </a:solidFill>
              <a:latin typeface="Times New Roman"/>
              <a:ea typeface="Times New Roman"/>
              <a:cs typeface="Times New Roman"/>
            </a:endParaRPr>
          </a:p>
        </p:txBody>
      </p:sp>
      <p:sp>
        <p:nvSpPr>
          <p:cNvPr id="307" name="Rounded Rectangle 14">
            <a:extLst xmlns:a="http://schemas.openxmlformats.org/drawingml/2006/main">
              <a:ext uri="{FF2B5EF4-FFF2-40B4-BE49-F238E27FC236}">
                <a16:creationId xmlns:a16="http://schemas.microsoft.com/office/drawing/2014/main" id="{54C3576C-DA1E-4675-A53D-3ACAE0D8AA18}"/>
              </a:ext>
            </a:extLst>
          </p:cNvPr>
          <p:cNvSpPr>
            <a:spLocks xmlns:a="http://schemas.openxmlformats.org/drawingml/2006/main" noGrp="1"/>
          </p:cNvSpPr>
          <p:nvPr/>
        </p:nvSpPr>
        <p:spPr>
          <a:xfrm xmlns:a="http://schemas.openxmlformats.org/drawingml/2006/main">
            <a:off x="9857160" y="2148840"/>
            <a:ext cx="1627200" cy="205704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54720" tIns="54720" rIns="54720" bIns="54720" anchor="ctr">
            <a:noAutofit/>
          </a:bodyPr>
          <a:lstStyle xmlns:a="http://schemas.openxmlformats.org/drawingml/2006/main"/>
          <a:p xmlns:a="http://schemas.openxmlformats.org/drawingml/2006/main">
            <a:pPr algn="ctr" defTabSz="914400">
              <a:lnSpc>
                <a:spcPct val="100000"/>
              </a:lnSpc>
              <a:buNone/>
            </a:pPr>
            <a:r>
              <a:rPr sz="2000" b="0" u="none" strike="noStrike">
                <a:solidFill>
                  <a:srgbClr val="18324B"/>
                </a:solidFill>
                <a:latin typeface="Times New Roman"/>
                <a:ea typeface="Times New Roman"/>
                <a:cs typeface="Times New Roman"/>
              </a:rPr>
              <a:t>Xuất dữ liệu</a:t>
            </a:r>
            <a:endParaRPr sz="20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endParaRPr sz="20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r>
              <a:rPr sz="2000" b="0" u="none" strike="noStrike">
                <a:solidFill>
                  <a:srgbClr val="18324B"/>
                </a:solidFill>
                <a:latin typeface="Times New Roman"/>
                <a:ea typeface="Times New Roman"/>
                <a:cs typeface="Times New Roman"/>
              </a:rPr>
              <a:t>astronomy_processed.csv</a:t>
            </a:r>
            <a:endParaRPr sz="2000" b="0" u="none" strike="noStrike">
              <a:solidFill>
                <a:srgbClr val="000000"/>
              </a:solidFill>
              <a:latin typeface="Times New Roman"/>
              <a:ea typeface="Times New Roman"/>
              <a:cs typeface="Times New Roman"/>
            </a:endParaRPr>
          </a:p>
        </p:txBody>
      </p:sp>
      <p:sp>
        <p:nvSpPr>
          <p:cNvPr id="308" name="Rounded Rectangle 15">
            <a:extLst xmlns:a="http://schemas.openxmlformats.org/drawingml/2006/main">
              <a:ext uri="{FF2B5EF4-FFF2-40B4-BE49-F238E27FC236}">
                <a16:creationId xmlns:a16="http://schemas.microsoft.com/office/drawing/2014/main" id="{8F1D2FAB-6BF9-4F68-A105-1DD81E129349}"/>
              </a:ext>
            </a:extLst>
          </p:cNvPr>
          <p:cNvSpPr>
            <a:spLocks xmlns:a="http://schemas.openxmlformats.org/drawingml/2006/main" noGrp="1"/>
          </p:cNvSpPr>
          <p:nvPr/>
        </p:nvSpPr>
        <p:spPr>
          <a:xfrm xmlns:a="http://schemas.openxmlformats.org/drawingml/2006/main">
            <a:off x="1051560" y="4754880"/>
            <a:ext cx="10058040" cy="86832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73080" tIns="73080" rIns="73080" bIns="73080" anchor="ctr">
            <a:noAutofit/>
          </a:bodyPr>
          <a:lstStyle xmlns:a="http://schemas.openxmlformats.org/drawingml/2006/main"/>
          <a:p xmlns:a="http://schemas.openxmlformats.org/drawingml/2006/main">
            <a:pPr algn="ctr" defTabSz="914400">
              <a:lnSpc>
                <a:spcPct val="100000"/>
              </a:lnSpc>
              <a:buNone/>
            </a:pPr>
            <a:r>
              <a:rPr sz="2000" b="1" u="none" strike="noStrike">
                <a:solidFill>
                  <a:srgbClr val="044F9E"/>
                </a:solidFill>
                <a:latin typeface="Times New Roman"/>
                <a:ea typeface="Times New Roman"/>
                <a:cs typeface="Times New Roman"/>
              </a:rPr>
              <a:t>data_preprocessing.py  →  astronomy_processed.csv</a:t>
            </a:r>
            <a:endParaRPr sz="2000" b="0" u="none" strike="noStrike">
              <a:solidFill>
                <a:srgbClr val="000000"/>
              </a:solidFill>
              <a:latin typeface="Times New Roman"/>
              <a:ea typeface="Times New Roman"/>
              <a:cs typeface="Times New Roman"/>
            </a:endParaRPr>
          </a:p>
        </p:txBody>
      </p:sp>
    </p:spTree>
    <p:extLst>
      <p:ext uri="{BB962C8B-B14F-4D97-AF65-F5344CB8AC3E}">
        <p14:creationId xmlns:p14="http://schemas.microsoft.com/office/powerpoint/2010/main" val="754484872"/>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312" name="TextBox 4">
            <a:extLst xmlns:a="http://schemas.openxmlformats.org/drawingml/2006/main">
              <a:ext uri="{FF2B5EF4-FFF2-40B4-BE49-F238E27FC236}">
                <a16:creationId xmlns:a16="http://schemas.microsoft.com/office/drawing/2014/main" id="{D9F5B759-D266-4296-8C36-89D7416A63C4}"/>
              </a:ext>
            </a:extLst>
          </p:cNvPr>
          <p:cNvSpPr>
            <a:spLocks xmlns:a="http://schemas.openxmlformats.org/drawingml/2006/main" noGrp="1"/>
          </p:cNvSpPr>
          <p:nvPr/>
        </p:nvSpPr>
        <p:spPr>
          <a:xfrm xmlns:a="http://schemas.openxmlformats.org/drawingml/2006/main">
            <a:off x="713160" y="603360"/>
            <a:ext cx="10881000" cy="6030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defTabSz="914400">
              <a:lnSpc>
                <a:spcPct val="100000"/>
              </a:lnSpc>
              <a:buNone/>
            </a:pPr>
            <a:r>
              <a:rPr sz="2900" b="1" u="none" strike="noStrike">
                <a:solidFill>
                  <a:srgbClr val="044F9E"/>
                </a:solidFill>
                <a:latin typeface="Times New Roman"/>
                <a:ea typeface="Times New Roman"/>
                <a:cs typeface="Times New Roman"/>
              </a:rPr>
              <a:t>Median giúp xử lý thiếu mà ít bị kéo bởi ngoại lai</a:t>
            </a:r>
            <a:endParaRPr sz="2900" b="0" u="none" strike="noStrike">
              <a:solidFill>
                <a:srgbClr val="000000"/>
              </a:solidFill>
              <a:latin typeface="Times New Roman"/>
              <a:ea typeface="Times New Roman"/>
              <a:cs typeface="Times New Roman"/>
            </a:endParaRPr>
          </a:p>
        </p:txBody>
      </p:sp>
      <p:sp>
        <p:nvSpPr>
          <p:cNvPr id="313" name="Rectangle 5">
            <a:extLst xmlns:a="http://schemas.openxmlformats.org/drawingml/2006/main">
              <a:ext uri="{FF2B5EF4-FFF2-40B4-BE49-F238E27FC236}">
                <a16:creationId xmlns:a16="http://schemas.microsoft.com/office/drawing/2014/main" id="{4FFB6ABB-0A24-4B5B-B367-97425E2D4AAC}"/>
              </a:ext>
            </a:extLst>
          </p:cNvPr>
          <p:cNvSpPr>
            <a:spLocks xmlns:a="http://schemas.openxmlformats.org/drawingml/2006/main" noGrp="1"/>
          </p:cNvSpPr>
          <p:nvPr/>
        </p:nvSpPr>
        <p:spPr>
          <a:xfrm xmlns:a="http://schemas.openxmlformats.org/drawingml/2006/main">
            <a:off x="731520" y="1243440"/>
            <a:ext cx="822600" cy="5004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5400" rIns="90000" bIns="54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314" name="TextBox 6">
            <a:extLst xmlns:a="http://schemas.openxmlformats.org/drawingml/2006/main">
              <a:ext uri="{FF2B5EF4-FFF2-40B4-BE49-F238E27FC236}">
                <a16:creationId xmlns:a16="http://schemas.microsoft.com/office/drawing/2014/main" id="{83D40C7C-A81B-4137-9AD6-F90D3CEBF8A9}"/>
              </a:ext>
            </a:extLst>
          </p:cNvPr>
          <p:cNvSpPr>
            <a:spLocks xmlns:a="http://schemas.openxmlformats.org/drawingml/2006/main" noGrp="1"/>
          </p:cNvSpPr>
          <p:nvPr/>
        </p:nvSpPr>
        <p:spPr>
          <a:xfrm xmlns:a="http://schemas.openxmlformats.org/drawingml/2006/main">
            <a:off x="11384280" y="6492240"/>
            <a:ext cx="438480" cy="2743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spAutoFit/>
          </a:bodyPr>
          <a:lstStyle xmlns:a="http://schemas.openxmlformats.org/drawingml/2006/main"/>
          <a:p xmlns:a="http://schemas.openxmlformats.org/drawingml/2006/main">
            <a:pPr algn="r" defTabSz="914400">
              <a:lnSpc>
                <a:spcPct val="100000"/>
              </a:lnSpc>
              <a:buNone/>
            </a:pPr>
            <a:r>
              <a:rPr sz="1800" b="1" u="none" strike="noStrike">
                <a:solidFill>
                  <a:srgbClr val="044F9E"/>
                </a:solidFill>
                <a:latin typeface="Times New Roman"/>
                <a:ea typeface="Times New Roman"/>
                <a:cs typeface="Times New Roman"/>
              </a:rPr>
              <a:t>16</a:t>
            </a:r>
            <a:endParaRPr sz="1800" b="0" u="none" strike="noStrike">
              <a:solidFill>
                <a:srgbClr val="000000"/>
              </a:solidFill>
              <a:latin typeface="Times New Roman"/>
              <a:ea typeface="Times New Roman"/>
              <a:cs typeface="Times New Roman"/>
            </a:endParaRPr>
          </a:p>
        </p:txBody>
      </p:sp>
      <p:sp>
        <p:nvSpPr>
          <p:cNvPr id="315" name="Rounded Rectangle 7">
            <a:extLst xmlns:a="http://schemas.openxmlformats.org/drawingml/2006/main">
              <a:ext uri="{FF2B5EF4-FFF2-40B4-BE49-F238E27FC236}">
                <a16:creationId xmlns:a16="http://schemas.microsoft.com/office/drawing/2014/main" id="{23EE748C-E0D2-4FFA-A580-1161ED56542C}"/>
              </a:ext>
            </a:extLst>
          </p:cNvPr>
          <p:cNvSpPr>
            <a:spLocks xmlns:a="http://schemas.openxmlformats.org/drawingml/2006/main" noGrp="1"/>
          </p:cNvSpPr>
          <p:nvPr/>
        </p:nvSpPr>
        <p:spPr>
          <a:xfrm xmlns:a="http://schemas.openxmlformats.org/drawingml/2006/main">
            <a:off x="822960" y="1627560"/>
            <a:ext cx="4983120" cy="199296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316" name="Rectangle 8">
            <a:extLst xmlns:a="http://schemas.openxmlformats.org/drawingml/2006/main">
              <a:ext uri="{FF2B5EF4-FFF2-40B4-BE49-F238E27FC236}">
                <a16:creationId xmlns:a16="http://schemas.microsoft.com/office/drawing/2014/main" id="{D27447C9-8EFF-4C4A-809F-D5DD1946B1C6}"/>
              </a:ext>
            </a:extLst>
          </p:cNvPr>
          <p:cNvSpPr>
            <a:spLocks xmlns:a="http://schemas.openxmlformats.org/drawingml/2006/main" noGrp="1"/>
          </p:cNvSpPr>
          <p:nvPr/>
        </p:nvSpPr>
        <p:spPr>
          <a:xfrm xmlns:a="http://schemas.openxmlformats.org/drawingml/2006/main">
            <a:off x="822960" y="1627560"/>
            <a:ext cx="91080" cy="1992960"/>
          </a:xfrm>
          <a:prstGeom xmlns:a="http://schemas.openxmlformats.org/drawingml/2006/main" prst="rect">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317" name="TextBox 9">
            <a:extLst xmlns:a="http://schemas.openxmlformats.org/drawingml/2006/main">
              <a:ext uri="{FF2B5EF4-FFF2-40B4-BE49-F238E27FC236}">
                <a16:creationId xmlns:a16="http://schemas.microsoft.com/office/drawing/2014/main" id="{027FBE2C-DB47-4E80-A848-7BC94A5F2DEE}"/>
              </a:ext>
            </a:extLst>
          </p:cNvPr>
          <p:cNvSpPr>
            <a:spLocks xmlns:a="http://schemas.openxmlformats.org/drawingml/2006/main" noGrp="1"/>
          </p:cNvSpPr>
          <p:nvPr/>
        </p:nvSpPr>
        <p:spPr>
          <a:xfrm xmlns:a="http://schemas.openxmlformats.org/drawingml/2006/main">
            <a:off x="1005840" y="1712175"/>
            <a:ext cx="470880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400" b="1" u="none" strike="noStrike">
                <a:solidFill>
                  <a:srgbClr val="044F9E"/>
                </a:solidFill>
                <a:latin typeface="Times New Roman"/>
                <a:ea typeface="Times New Roman"/>
                <a:cs typeface="Times New Roman"/>
              </a:rPr>
              <a:t>Kiểm tra trùng lặp</a:t>
            </a:r>
            <a:endParaRPr sz="2400" b="0" u="none" strike="noStrike">
              <a:solidFill>
                <a:srgbClr val="000000"/>
              </a:solidFill>
              <a:latin typeface="Times New Roman"/>
              <a:ea typeface="Times New Roman"/>
              <a:cs typeface="Times New Roman"/>
            </a:endParaRPr>
          </a:p>
        </p:txBody>
      </p:sp>
      <p:sp>
        <p:nvSpPr>
          <p:cNvPr id="318" name="TextBox 10">
            <a:extLst xmlns:a="http://schemas.openxmlformats.org/drawingml/2006/main">
              <a:ext uri="{FF2B5EF4-FFF2-40B4-BE49-F238E27FC236}">
                <a16:creationId xmlns:a16="http://schemas.microsoft.com/office/drawing/2014/main" id="{0B818542-5A32-43C9-88BB-52C6A1D3B378}"/>
              </a:ext>
            </a:extLst>
          </p:cNvPr>
          <p:cNvSpPr>
            <a:spLocks xmlns:a="http://schemas.openxmlformats.org/drawingml/2006/main" noGrp="1"/>
          </p:cNvSpPr>
          <p:nvPr/>
        </p:nvSpPr>
        <p:spPr>
          <a:xfrm xmlns:a="http://schemas.openxmlformats.org/drawingml/2006/main">
            <a:off x="1005840" y="2139840"/>
            <a:ext cx="4708800" cy="775742"/>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Đếm dòng trùng và loại bằng drop_duplicates().</a:t>
            </a:r>
            <a:endParaRPr sz="2400" b="0" u="none" strike="noStrike">
              <a:solidFill>
                <a:srgbClr val="000000"/>
              </a:solidFill>
              <a:latin typeface="Times New Roman"/>
              <a:ea typeface="Times New Roman"/>
              <a:cs typeface="Times New Roman"/>
            </a:endParaRPr>
          </a:p>
        </p:txBody>
      </p:sp>
      <p:sp>
        <p:nvSpPr>
          <p:cNvPr id="319" name="Rounded Rectangle 11">
            <a:extLst xmlns:a="http://schemas.openxmlformats.org/drawingml/2006/main">
              <a:ext uri="{FF2B5EF4-FFF2-40B4-BE49-F238E27FC236}">
                <a16:creationId xmlns:a16="http://schemas.microsoft.com/office/drawing/2014/main" id="{BA1BE316-1631-48EE-907D-316BBE778CDF}"/>
              </a:ext>
            </a:extLst>
          </p:cNvPr>
          <p:cNvSpPr>
            <a:spLocks xmlns:a="http://schemas.openxmlformats.org/drawingml/2006/main" noGrp="1"/>
          </p:cNvSpPr>
          <p:nvPr/>
        </p:nvSpPr>
        <p:spPr>
          <a:xfrm xmlns:a="http://schemas.openxmlformats.org/drawingml/2006/main">
            <a:off x="6199560" y="1627560"/>
            <a:ext cx="4983120" cy="199296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320" name="Rectangle 12">
            <a:extLst xmlns:a="http://schemas.openxmlformats.org/drawingml/2006/main">
              <a:ext uri="{FF2B5EF4-FFF2-40B4-BE49-F238E27FC236}">
                <a16:creationId xmlns:a16="http://schemas.microsoft.com/office/drawing/2014/main" id="{CA0E19F6-554D-4CE8-AC84-F6449B498F19}"/>
              </a:ext>
            </a:extLst>
          </p:cNvPr>
          <p:cNvSpPr>
            <a:spLocks xmlns:a="http://schemas.openxmlformats.org/drawingml/2006/main" noGrp="1"/>
          </p:cNvSpPr>
          <p:nvPr/>
        </p:nvSpPr>
        <p:spPr>
          <a:xfrm xmlns:a="http://schemas.openxmlformats.org/drawingml/2006/main">
            <a:off x="6199560" y="1627560"/>
            <a:ext cx="91080" cy="199296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321" name="TextBox 13">
            <a:extLst xmlns:a="http://schemas.openxmlformats.org/drawingml/2006/main">
              <a:ext uri="{FF2B5EF4-FFF2-40B4-BE49-F238E27FC236}">
                <a16:creationId xmlns:a16="http://schemas.microsoft.com/office/drawing/2014/main" id="{E01238B6-4721-4BEA-BED8-B58C5ACA9E9B}"/>
              </a:ext>
            </a:extLst>
          </p:cNvPr>
          <p:cNvSpPr>
            <a:spLocks xmlns:a="http://schemas.openxmlformats.org/drawingml/2006/main" noGrp="1"/>
          </p:cNvSpPr>
          <p:nvPr/>
        </p:nvSpPr>
        <p:spPr>
          <a:xfrm xmlns:a="http://schemas.openxmlformats.org/drawingml/2006/main">
            <a:off x="6382440" y="1712175"/>
            <a:ext cx="470880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400" b="1" u="none" strike="noStrike">
                <a:solidFill>
                  <a:srgbClr val="044F9E"/>
                </a:solidFill>
                <a:latin typeface="Times New Roman"/>
                <a:ea typeface="Times New Roman"/>
                <a:cs typeface="Times New Roman"/>
              </a:rPr>
              <a:t>Ba cột được điền median</a:t>
            </a:r>
            <a:endParaRPr sz="2400" b="0" u="none" strike="noStrike">
              <a:solidFill>
                <a:srgbClr val="000000"/>
              </a:solidFill>
              <a:latin typeface="Times New Roman"/>
              <a:ea typeface="Times New Roman"/>
              <a:cs typeface="Times New Roman"/>
            </a:endParaRPr>
          </a:p>
        </p:txBody>
      </p:sp>
      <p:sp>
        <p:nvSpPr>
          <p:cNvPr id="322" name="TextBox 14">
            <a:extLst xmlns:a="http://schemas.openxmlformats.org/drawingml/2006/main">
              <a:ext uri="{FF2B5EF4-FFF2-40B4-BE49-F238E27FC236}">
                <a16:creationId xmlns:a16="http://schemas.microsoft.com/office/drawing/2014/main" id="{3D2A2FC9-44C3-4F9C-806F-A70133136CE0}"/>
              </a:ext>
            </a:extLst>
          </p:cNvPr>
          <p:cNvSpPr>
            <a:spLocks xmlns:a="http://schemas.openxmlformats.org/drawingml/2006/main" noGrp="1"/>
          </p:cNvSpPr>
          <p:nvPr/>
        </p:nvSpPr>
        <p:spPr>
          <a:xfrm xmlns:a="http://schemas.openxmlformats.org/drawingml/2006/main">
            <a:off x="6382440" y="2139840"/>
            <a:ext cx="4708800" cy="1145074"/>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stellar_teff_K</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transit_depth_ppm</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signal_to_noise</a:t>
            </a:r>
            <a:endParaRPr sz="2400" b="0" u="none" strike="noStrike">
              <a:solidFill>
                <a:srgbClr val="000000"/>
              </a:solidFill>
              <a:latin typeface="Times New Roman"/>
              <a:ea typeface="Times New Roman"/>
              <a:cs typeface="Times New Roman"/>
            </a:endParaRPr>
          </a:p>
        </p:txBody>
      </p:sp>
      <p:sp>
        <p:nvSpPr>
          <p:cNvPr id="323" name="Rounded Rectangle 15">
            <a:extLst xmlns:a="http://schemas.openxmlformats.org/drawingml/2006/main">
              <a:ext uri="{FF2B5EF4-FFF2-40B4-BE49-F238E27FC236}">
                <a16:creationId xmlns:a16="http://schemas.microsoft.com/office/drawing/2014/main" id="{EBE7200D-5BDD-43C3-9B50-810B2587C26B}"/>
              </a:ext>
            </a:extLst>
          </p:cNvPr>
          <p:cNvSpPr>
            <a:spLocks xmlns:a="http://schemas.openxmlformats.org/drawingml/2006/main" noGrp="1"/>
          </p:cNvSpPr>
          <p:nvPr/>
        </p:nvSpPr>
        <p:spPr>
          <a:xfrm xmlns:a="http://schemas.openxmlformats.org/drawingml/2006/main">
            <a:off x="1005840" y="4160520"/>
            <a:ext cx="10149480" cy="1170000"/>
          </a:xfrm>
          <a:prstGeom xmlns:a="http://schemas.openxmlformats.org/drawingml/2006/main" prst="roundRect">
            <a:avLst>
              <a:gd name="adj" fmla="val 16667"/>
            </a:avLst>
          </a:prstGeom>
          <a:solidFill xmlns:a="http://schemas.openxmlformats.org/drawingml/2006/main">
            <a:srgbClr val="FFF8E4"/>
          </a:solidFill>
          <a:ln xmlns:a="http://schemas.openxmlformats.org/drawingml/2006/main" w="13970">
            <a:solidFill>
              <a:srgbClr val="FEC01D"/>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73080" tIns="73080" rIns="73080" bIns="73080" anchor="ctr">
            <a:noAutofit/>
          </a:bodyPr>
          <a:lstStyle xmlns:a="http://schemas.openxmlformats.org/drawingml/2006/main"/>
          <a:p xmlns:a="http://schemas.openxmlformats.org/drawingml/2006/main">
            <a:pPr algn="ctr" defTabSz="914400">
              <a:lnSpc>
                <a:spcPct val="100000"/>
              </a:lnSpc>
              <a:buNone/>
            </a:pPr>
            <a:r>
              <a:rPr sz="2400" b="1" u="none" strike="noStrike">
                <a:solidFill>
                  <a:srgbClr val="18324B"/>
                </a:solidFill>
                <a:latin typeface="Times New Roman"/>
                <a:ea typeface="Times New Roman"/>
                <a:cs typeface="Times New Roman"/>
              </a:rPr>
              <a:t>Median ít nhạy với giá trị cực đoan hơn mean trong phân bố lệch.</a:t>
            </a:r>
            <a:endParaRPr sz="2400" b="0" u="none" strike="noStrike">
              <a:solidFill>
                <a:srgbClr val="000000"/>
              </a:solidFill>
              <a:latin typeface="Times New Roman"/>
              <a:ea typeface="Times New Roman"/>
              <a:cs typeface="Times New Roman"/>
            </a:endParaRPr>
          </a:p>
        </p:txBody>
      </p:sp>
    </p:spTree>
    <p:extLst>
      <p:ext uri="{BB962C8B-B14F-4D97-AF65-F5344CB8AC3E}">
        <p14:creationId xmlns:p14="http://schemas.microsoft.com/office/powerpoint/2010/main" val="2037169382"/>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326" name="Rectangle 3">
            <a:extLst xmlns:a="http://schemas.openxmlformats.org/drawingml/2006/main">
              <a:ext uri="{FF2B5EF4-FFF2-40B4-BE49-F238E27FC236}">
                <a16:creationId xmlns:a16="http://schemas.microsoft.com/office/drawing/2014/main" id="{A1071AFB-E61E-4F77-B853-9C97FACBF34B}"/>
              </a:ext>
            </a:extLst>
          </p:cNvPr>
          <p:cNvSpPr>
            <a:spLocks xmlns:a="http://schemas.openxmlformats.org/drawingml/2006/main" noGrp="1"/>
          </p:cNvSpPr>
          <p:nvPr/>
        </p:nvSpPr>
        <p:spPr>
          <a:xfrm xmlns:a="http://schemas.openxmlformats.org/drawingml/2006/main">
            <a:off x="167460" y="988624"/>
            <a:ext cx="10117082" cy="5246152"/>
          </a:xfrm>
          <a:prstGeom xmlns:a="http://schemas.openxmlformats.org/drawingml/2006/main" prst="rect">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327" name="Rectangle 4">
            <a:extLst xmlns:a="http://schemas.openxmlformats.org/drawingml/2006/main">
              <a:ext uri="{FF2B5EF4-FFF2-40B4-BE49-F238E27FC236}">
                <a16:creationId xmlns:a16="http://schemas.microsoft.com/office/drawing/2014/main" id="{5ADE9C7C-9D3D-4A81-90F9-7912D8E4C42A}"/>
              </a:ext>
            </a:extLst>
          </p:cNvPr>
          <p:cNvSpPr>
            <a:spLocks xmlns:a="http://schemas.openxmlformats.org/drawingml/2006/main" noGrp="1"/>
          </p:cNvSpPr>
          <p:nvPr/>
        </p:nvSpPr>
        <p:spPr>
          <a:xfrm xmlns:a="http://schemas.openxmlformats.org/drawingml/2006/main">
            <a:off x="640080" y="1371600"/>
            <a:ext cx="109440" cy="2971440"/>
          </a:xfrm>
          <a:prstGeom xmlns:a="http://schemas.openxmlformats.org/drawingml/2006/main" prst="rect">
            <a:avLst/>
          </a:prstGeom>
          <a:solidFill xmlns:a="http://schemas.openxmlformats.org/drawingml/2006/main">
            <a:srgbClr val="FEC01D"/>
          </a:solidFill>
          <a:ln xmlns:a="http://schemas.openxmlformats.org/drawingml/2006/main">
            <a:solidFill>
              <a:srgbClr val="FEC01D"/>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328" name="TextBox 5">
            <a:extLst xmlns:a="http://schemas.openxmlformats.org/drawingml/2006/main">
              <a:ext uri="{FF2B5EF4-FFF2-40B4-BE49-F238E27FC236}">
                <a16:creationId xmlns:a16="http://schemas.microsoft.com/office/drawing/2014/main" id="{A9A2EFD2-1390-412B-9A96-A2FFA1875A3B}"/>
              </a:ext>
            </a:extLst>
          </p:cNvPr>
          <p:cNvSpPr>
            <a:spLocks xmlns:a="http://schemas.openxmlformats.org/drawingml/2006/main" noGrp="1"/>
          </p:cNvSpPr>
          <p:nvPr/>
        </p:nvSpPr>
        <p:spPr>
          <a:xfrm xmlns:a="http://schemas.openxmlformats.org/drawingml/2006/main">
            <a:off x="960120" y="1569098"/>
            <a:ext cx="9966600" cy="1021964"/>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3200" b="1" u="none" strike="noStrike">
                <a:solidFill>
                  <a:srgbClr val="FFFFFF"/>
                </a:solidFill>
                <a:latin typeface="Times New Roman"/>
                <a:ea typeface="Times New Roman"/>
                <a:cs typeface="Times New Roman"/>
              </a:rPr>
              <a:t>PHẦN 3 </a:t>
            </a:r>
            <a:endParaRPr sz="32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3200" b="1" u="none" strike="noStrike">
                <a:solidFill>
                  <a:srgbClr val="FFFFFF"/>
                </a:solidFill>
                <a:latin typeface="Times New Roman"/>
                <a:ea typeface="Times New Roman"/>
                <a:cs typeface="Times New Roman"/>
              </a:rPr>
              <a:t>Công nghệ và kiến trúc</a:t>
            </a:r>
            <a:endParaRPr sz="3200" b="0" u="none" strike="noStrike">
              <a:solidFill>
                <a:srgbClr val="000000"/>
              </a:solidFill>
              <a:latin typeface="Times New Roman"/>
              <a:ea typeface="Times New Roman"/>
              <a:cs typeface="Times New Roman"/>
            </a:endParaRPr>
          </a:p>
        </p:txBody>
      </p:sp>
      <p:sp>
        <p:nvSpPr>
          <p:cNvPr id="329" name="TextBox 6">
            <a:extLst xmlns:a="http://schemas.openxmlformats.org/drawingml/2006/main">
              <a:ext uri="{FF2B5EF4-FFF2-40B4-BE49-F238E27FC236}">
                <a16:creationId xmlns:a16="http://schemas.microsoft.com/office/drawing/2014/main" id="{E61E21DC-776C-4096-92AC-A04C3C94849F}"/>
              </a:ext>
            </a:extLst>
          </p:cNvPr>
          <p:cNvSpPr>
            <a:spLocks xmlns:a="http://schemas.openxmlformats.org/drawingml/2006/main" noGrp="1"/>
          </p:cNvSpPr>
          <p:nvPr/>
        </p:nvSpPr>
        <p:spPr>
          <a:xfrm xmlns:a="http://schemas.openxmlformats.org/drawingml/2006/main">
            <a:off x="11384280" y="6492240"/>
            <a:ext cx="438480" cy="2743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spAutoFit/>
          </a:bodyPr>
          <a:lstStyle xmlns:a="http://schemas.openxmlformats.org/drawingml/2006/main"/>
          <a:p xmlns:a="http://schemas.openxmlformats.org/drawingml/2006/main">
            <a:pPr algn="r" defTabSz="914400">
              <a:lnSpc>
                <a:spcPct val="100000"/>
              </a:lnSpc>
              <a:buNone/>
            </a:pPr>
            <a:r>
              <a:rPr sz="1800" b="1" u="none" strike="noStrike">
                <a:solidFill>
                  <a:srgbClr val="044F9E"/>
                </a:solidFill>
                <a:latin typeface="Times New Roman"/>
                <a:ea typeface="Times New Roman"/>
                <a:cs typeface="Times New Roman"/>
              </a:rPr>
              <a:t>17</a:t>
            </a:r>
            <a:endParaRPr sz="1800" b="0" u="none" strike="noStrike">
              <a:solidFill>
                <a:srgbClr val="000000"/>
              </a:solidFill>
              <a:latin typeface="Times New Roman"/>
              <a:ea typeface="Times New Roman"/>
              <a:cs typeface="Times New Roman"/>
            </a:endParaRPr>
          </a:p>
        </p:txBody>
      </p:sp>
      <p:sp>
        <p:nvSpPr>
          <p:cNvPr id="330" name="TextBox 7">
            <a:extLst xmlns:a="http://schemas.openxmlformats.org/drawingml/2006/main">
              <a:ext uri="{FF2B5EF4-FFF2-40B4-BE49-F238E27FC236}">
                <a16:creationId xmlns:a16="http://schemas.microsoft.com/office/drawing/2014/main" id="{BD20CD8A-98B1-4D85-B536-807B556117F6}"/>
              </a:ext>
            </a:extLst>
          </p:cNvPr>
          <p:cNvSpPr>
            <a:spLocks xmlns:a="http://schemas.openxmlformats.org/drawingml/2006/main" noGrp="1"/>
          </p:cNvSpPr>
          <p:nvPr/>
        </p:nvSpPr>
        <p:spPr>
          <a:xfrm xmlns:a="http://schemas.openxmlformats.org/drawingml/2006/main">
            <a:off x="1005840" y="3154680"/>
            <a:ext cx="9875160" cy="91404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300" b="0" u="none" strike="noStrike">
                <a:solidFill>
                  <a:srgbClr val="FFFFFF"/>
                </a:solidFill>
                <a:latin typeface="Times New Roman"/>
                <a:ea typeface="Times New Roman"/>
                <a:cs typeface="Times New Roman"/>
              </a:rPr>
              <a:t>Hai cách tổ chức tính toán cho cùng một bài toán</a:t>
            </a:r>
            <a:endParaRPr sz="2300" b="0" u="none" strike="noStrike">
              <a:solidFill>
                <a:srgbClr val="000000"/>
              </a:solidFill>
              <a:latin typeface="Times New Roman"/>
              <a:ea typeface="Times New Roman"/>
              <a:cs typeface="Times New Roman"/>
            </a:endParaRPr>
          </a:p>
        </p:txBody>
      </p:sp>
    </p:spTree>
    <p:extLst>
      <p:ext uri="{BB962C8B-B14F-4D97-AF65-F5344CB8AC3E}">
        <p14:creationId xmlns:p14="http://schemas.microsoft.com/office/powerpoint/2010/main" val="2049684411"/>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334" name="TextBox 4">
            <a:extLst xmlns:a="http://schemas.openxmlformats.org/drawingml/2006/main">
              <a:ext uri="{FF2B5EF4-FFF2-40B4-BE49-F238E27FC236}">
                <a16:creationId xmlns:a16="http://schemas.microsoft.com/office/drawing/2014/main" id="{3C96C2F1-239C-4D0E-A29D-597AA4D4E1E7}"/>
              </a:ext>
            </a:extLst>
          </p:cNvPr>
          <p:cNvSpPr>
            <a:spLocks xmlns:a="http://schemas.openxmlformats.org/drawingml/2006/main" noGrp="1"/>
          </p:cNvSpPr>
          <p:nvPr/>
        </p:nvSpPr>
        <p:spPr>
          <a:xfrm xmlns:a="http://schemas.openxmlformats.org/drawingml/2006/main">
            <a:off x="713160" y="603360"/>
            <a:ext cx="10881000" cy="6030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defTabSz="914400">
              <a:lnSpc>
                <a:spcPct val="100000"/>
              </a:lnSpc>
              <a:buNone/>
            </a:pPr>
            <a:r>
              <a:rPr sz="2900" b="1" u="none" strike="noStrike">
                <a:solidFill>
                  <a:srgbClr val="044F9E"/>
                </a:solidFill>
                <a:latin typeface="Times New Roman"/>
                <a:ea typeface="Times New Roman"/>
                <a:cs typeface="Times New Roman"/>
              </a:rPr>
              <a:t>Spark phân chia công việc theo partition và executor</a:t>
            </a:r>
            <a:endParaRPr sz="2900" b="0" u="none" strike="noStrike">
              <a:solidFill>
                <a:srgbClr val="000000"/>
              </a:solidFill>
              <a:latin typeface="Times New Roman"/>
              <a:ea typeface="Times New Roman"/>
              <a:cs typeface="Times New Roman"/>
            </a:endParaRPr>
          </a:p>
        </p:txBody>
      </p:sp>
      <p:sp>
        <p:nvSpPr>
          <p:cNvPr id="335" name="Rectangle 5">
            <a:extLst xmlns:a="http://schemas.openxmlformats.org/drawingml/2006/main">
              <a:ext uri="{FF2B5EF4-FFF2-40B4-BE49-F238E27FC236}">
                <a16:creationId xmlns:a16="http://schemas.microsoft.com/office/drawing/2014/main" id="{8F83C6D9-A393-47E3-ACDC-1FF4E8A3B27D}"/>
              </a:ext>
            </a:extLst>
          </p:cNvPr>
          <p:cNvSpPr>
            <a:spLocks xmlns:a="http://schemas.openxmlformats.org/drawingml/2006/main" noGrp="1"/>
          </p:cNvSpPr>
          <p:nvPr/>
        </p:nvSpPr>
        <p:spPr>
          <a:xfrm xmlns:a="http://schemas.openxmlformats.org/drawingml/2006/main">
            <a:off x="731520" y="1243440"/>
            <a:ext cx="822600" cy="5004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5400" rIns="90000" bIns="54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336" name="TextBox 6">
            <a:extLst xmlns:a="http://schemas.openxmlformats.org/drawingml/2006/main">
              <a:ext uri="{FF2B5EF4-FFF2-40B4-BE49-F238E27FC236}">
                <a16:creationId xmlns:a16="http://schemas.microsoft.com/office/drawing/2014/main" id="{D6DE5C7F-E99E-4000-B5D7-CF9BA6A73EF5}"/>
              </a:ext>
            </a:extLst>
          </p:cNvPr>
          <p:cNvSpPr>
            <a:spLocks xmlns:a="http://schemas.openxmlformats.org/drawingml/2006/main" noGrp="1"/>
          </p:cNvSpPr>
          <p:nvPr/>
        </p:nvSpPr>
        <p:spPr>
          <a:xfrm xmlns:a="http://schemas.openxmlformats.org/drawingml/2006/main">
            <a:off x="11384280" y="6492240"/>
            <a:ext cx="438480" cy="2743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spAutoFit/>
          </a:bodyPr>
          <a:lstStyle xmlns:a="http://schemas.openxmlformats.org/drawingml/2006/main"/>
          <a:p xmlns:a="http://schemas.openxmlformats.org/drawingml/2006/main">
            <a:pPr algn="r" defTabSz="914400">
              <a:lnSpc>
                <a:spcPct val="100000"/>
              </a:lnSpc>
              <a:buNone/>
            </a:pPr>
            <a:r>
              <a:rPr sz="1800" b="1" u="none" strike="noStrike">
                <a:solidFill>
                  <a:srgbClr val="044F9E"/>
                </a:solidFill>
                <a:latin typeface="Times New Roman"/>
                <a:ea typeface="Times New Roman"/>
                <a:cs typeface="Times New Roman"/>
              </a:rPr>
              <a:t>18</a:t>
            </a:r>
            <a:endParaRPr sz="1800" b="0" u="none" strike="noStrike">
              <a:solidFill>
                <a:srgbClr val="000000"/>
              </a:solidFill>
              <a:latin typeface="Times New Roman"/>
              <a:ea typeface="Times New Roman"/>
              <a:cs typeface="Times New Roman"/>
            </a:endParaRPr>
          </a:p>
        </p:txBody>
      </p:sp>
      <p:sp>
        <p:nvSpPr>
          <p:cNvPr id="337" name="Rounded Rectangle 7">
            <a:extLst xmlns:a="http://schemas.openxmlformats.org/drawingml/2006/main">
              <a:ext uri="{FF2B5EF4-FFF2-40B4-BE49-F238E27FC236}">
                <a16:creationId xmlns:a16="http://schemas.microsoft.com/office/drawing/2014/main" id="{4EB1D7EB-7BE3-44AE-A7BC-EF55E78DBB41}"/>
              </a:ext>
            </a:extLst>
          </p:cNvPr>
          <p:cNvSpPr>
            <a:spLocks xmlns:a="http://schemas.openxmlformats.org/drawingml/2006/main" noGrp="1"/>
          </p:cNvSpPr>
          <p:nvPr/>
        </p:nvSpPr>
        <p:spPr>
          <a:xfrm xmlns:a="http://schemas.openxmlformats.org/drawingml/2006/main">
            <a:off x="4224600" y="1490400"/>
            <a:ext cx="3702960" cy="959760"/>
          </a:xfrm>
          <a:prstGeom xmlns:a="http://schemas.openxmlformats.org/drawingml/2006/main" prst="roundRect">
            <a:avLst>
              <a:gd name="adj" fmla="val 16667"/>
            </a:avLst>
          </a:prstGeom>
          <a:solidFill xmlns:a="http://schemas.openxmlformats.org/drawingml/2006/main">
            <a:srgbClr val="EAF4FB"/>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000" b="0" u="none" strike="noStrike">
              <a:solidFill>
                <a:schemeClr val="lt1"/>
              </a:solidFill>
              <a:latin typeface="Times New Roman"/>
              <a:ea typeface="Times New Roman"/>
              <a:cs typeface="Times New Roman"/>
            </a:endParaRPr>
          </a:p>
        </p:txBody>
      </p:sp>
      <p:sp>
        <p:nvSpPr>
          <p:cNvPr id="338" name="Rectangle 8">
            <a:extLst xmlns:a="http://schemas.openxmlformats.org/drawingml/2006/main">
              <a:ext uri="{FF2B5EF4-FFF2-40B4-BE49-F238E27FC236}">
                <a16:creationId xmlns:a16="http://schemas.microsoft.com/office/drawing/2014/main" id="{CEFCC9B0-91E5-497D-AD2B-CD90602E0077}"/>
              </a:ext>
            </a:extLst>
          </p:cNvPr>
          <p:cNvSpPr>
            <a:spLocks xmlns:a="http://schemas.openxmlformats.org/drawingml/2006/main" noGrp="1"/>
          </p:cNvSpPr>
          <p:nvPr/>
        </p:nvSpPr>
        <p:spPr>
          <a:xfrm xmlns:a="http://schemas.openxmlformats.org/drawingml/2006/main">
            <a:off x="4224600" y="1490400"/>
            <a:ext cx="91080" cy="959760"/>
          </a:xfrm>
          <a:prstGeom xmlns:a="http://schemas.openxmlformats.org/drawingml/2006/main" prst="rect">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000" b="0" u="none" strike="noStrike">
              <a:solidFill>
                <a:schemeClr val="lt1"/>
              </a:solidFill>
              <a:latin typeface="Times New Roman"/>
              <a:ea typeface="Times New Roman"/>
              <a:cs typeface="Times New Roman"/>
            </a:endParaRPr>
          </a:p>
        </p:txBody>
      </p:sp>
      <p:sp>
        <p:nvSpPr>
          <p:cNvPr id="339" name="TextBox 9">
            <a:extLst xmlns:a="http://schemas.openxmlformats.org/drawingml/2006/main">
              <a:ext uri="{FF2B5EF4-FFF2-40B4-BE49-F238E27FC236}">
                <a16:creationId xmlns:a16="http://schemas.microsoft.com/office/drawing/2014/main" id="{69CA5560-C1BE-493C-82D8-7F3DEF9E38D3}"/>
              </a:ext>
            </a:extLst>
          </p:cNvPr>
          <p:cNvSpPr>
            <a:spLocks xmlns:a="http://schemas.openxmlformats.org/drawingml/2006/main" noGrp="1"/>
          </p:cNvSpPr>
          <p:nvPr/>
        </p:nvSpPr>
        <p:spPr>
          <a:xfrm xmlns:a="http://schemas.openxmlformats.org/drawingml/2006/main">
            <a:off x="4381680" y="1452822"/>
            <a:ext cx="3428640" cy="344855"/>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algn="ctr" defTabSz="914400">
              <a:lnSpc>
                <a:spcPct val="100000"/>
              </a:lnSpc>
              <a:buNone/>
            </a:pPr>
            <a:r>
              <a:rPr sz="2000" b="1" u="none" strike="noStrike">
                <a:solidFill>
                  <a:srgbClr val="044F9E"/>
                </a:solidFill>
                <a:latin typeface="Times New Roman"/>
                <a:ea typeface="Times New Roman"/>
                <a:cs typeface="Times New Roman"/>
              </a:rPr>
              <a:t>Driver</a:t>
            </a:r>
            <a:endParaRPr sz="2000" b="0" u="none" strike="noStrike">
              <a:solidFill>
                <a:srgbClr val="000000"/>
              </a:solidFill>
              <a:latin typeface="Times New Roman"/>
              <a:ea typeface="Times New Roman"/>
              <a:cs typeface="Times New Roman"/>
            </a:endParaRPr>
          </a:p>
        </p:txBody>
      </p:sp>
      <p:sp>
        <p:nvSpPr>
          <p:cNvPr id="340" name="TextBox 10">
            <a:extLst xmlns:a="http://schemas.openxmlformats.org/drawingml/2006/main">
              <a:ext uri="{FF2B5EF4-FFF2-40B4-BE49-F238E27FC236}">
                <a16:creationId xmlns:a16="http://schemas.microsoft.com/office/drawing/2014/main" id="{98A5D138-D9ED-43A0-ABFB-0053F0A93C35}"/>
              </a:ext>
            </a:extLst>
          </p:cNvPr>
          <p:cNvSpPr>
            <a:spLocks xmlns:a="http://schemas.openxmlformats.org/drawingml/2006/main" noGrp="1"/>
          </p:cNvSpPr>
          <p:nvPr/>
        </p:nvSpPr>
        <p:spPr>
          <a:xfrm xmlns:a="http://schemas.openxmlformats.org/drawingml/2006/main">
            <a:off x="4396562" y="1776444"/>
            <a:ext cx="3428640" cy="652632"/>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algn="ctr" defTabSz="914400">
              <a:lnSpc>
                <a:spcPct val="100000"/>
              </a:lnSpc>
              <a:buNone/>
            </a:pPr>
            <a:r>
              <a:rPr sz="2000" b="0" u="none" strike="noStrike">
                <a:solidFill>
                  <a:srgbClr val="18324B"/>
                </a:solidFill>
                <a:latin typeface="Times New Roman"/>
                <a:ea typeface="Times New Roman"/>
                <a:cs typeface="Times New Roman"/>
              </a:rPr>
              <a:t>Điều phối job và lập kế hoạch thực thi</a:t>
            </a:r>
            <a:endParaRPr sz="2000" b="0" u="none" strike="noStrike">
              <a:solidFill>
                <a:srgbClr val="000000"/>
              </a:solidFill>
              <a:latin typeface="Times New Roman"/>
              <a:ea typeface="Times New Roman"/>
              <a:cs typeface="Times New Roman"/>
            </a:endParaRPr>
          </a:p>
        </p:txBody>
      </p:sp>
      <p:cxnSp>
        <p:nvCxnSpPr>
          <p:cNvPr id="341" name="Connector 11">
            <a:extLst xmlns:a="http://schemas.openxmlformats.org/drawingml/2006/main">
              <a:ext uri="{FF2B5EF4-FFF2-40B4-BE49-F238E27FC236}">
                <a16:creationId xmlns:a16="http://schemas.microsoft.com/office/drawing/2014/main" id="{74D77070-DBA9-4A41-95F0-652DC3C7440F}"/>
              </a:ext>
            </a:extLst>
          </p:cNvPr>
          <p:cNvCxnSpPr/>
          <p:nvPr/>
        </p:nvCxnSpPr>
        <p:spPr>
          <a:xfrm xmlns:a="http://schemas.openxmlformats.org/drawingml/2006/main" flipH="1">
            <a:off x="2413800" y="2468880"/>
            <a:ext cx="3667320" cy="530640"/>
          </a:xfrm>
          <a:prstGeom xmlns:a="http://schemas.openxmlformats.org/drawingml/2006/main" prst="straightConnector1">
            <a:avLst/>
          </a:prstGeom>
          <a:ln xmlns:a="http://schemas.openxmlformats.org/drawingml/2006/main" w="22860">
            <a:solidFill>
              <a:srgbClr val="4CC4EB"/>
            </a:solidFill>
          </a:ln>
        </p:spPr>
      </p:cxnSp>
      <p:sp>
        <p:nvSpPr>
          <p:cNvPr id="342" name="Rounded Rectangle 12">
            <a:extLst xmlns:a="http://schemas.openxmlformats.org/drawingml/2006/main">
              <a:ext uri="{FF2B5EF4-FFF2-40B4-BE49-F238E27FC236}">
                <a16:creationId xmlns:a16="http://schemas.microsoft.com/office/drawing/2014/main" id="{A1AFB352-70D0-45EA-A700-2397B2E30169}"/>
              </a:ext>
            </a:extLst>
          </p:cNvPr>
          <p:cNvSpPr>
            <a:spLocks xmlns:a="http://schemas.openxmlformats.org/drawingml/2006/main" noGrp="1"/>
          </p:cNvSpPr>
          <p:nvPr/>
        </p:nvSpPr>
        <p:spPr>
          <a:xfrm xmlns:a="http://schemas.openxmlformats.org/drawingml/2006/main">
            <a:off x="896040" y="2999160"/>
            <a:ext cx="3035520" cy="202968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343" name="Rectangle 13">
            <a:extLst xmlns:a="http://schemas.openxmlformats.org/drawingml/2006/main">
              <a:ext uri="{FF2B5EF4-FFF2-40B4-BE49-F238E27FC236}">
                <a16:creationId xmlns:a16="http://schemas.microsoft.com/office/drawing/2014/main" id="{B05513F0-0844-4104-9B73-890B5C35434F}"/>
              </a:ext>
            </a:extLst>
          </p:cNvPr>
          <p:cNvSpPr>
            <a:spLocks xmlns:a="http://schemas.openxmlformats.org/drawingml/2006/main" noGrp="1"/>
          </p:cNvSpPr>
          <p:nvPr/>
        </p:nvSpPr>
        <p:spPr>
          <a:xfrm xmlns:a="http://schemas.openxmlformats.org/drawingml/2006/main">
            <a:off x="896040" y="2999160"/>
            <a:ext cx="91080" cy="2029680"/>
          </a:xfrm>
          <a:prstGeom xmlns:a="http://schemas.openxmlformats.org/drawingml/2006/main" prst="rect">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344" name="TextBox 14">
            <a:extLst xmlns:a="http://schemas.openxmlformats.org/drawingml/2006/main">
              <a:ext uri="{FF2B5EF4-FFF2-40B4-BE49-F238E27FC236}">
                <a16:creationId xmlns:a16="http://schemas.microsoft.com/office/drawing/2014/main" id="{97FC806A-5BB9-4F4F-8C4E-C10FED45B3B6}"/>
              </a:ext>
            </a:extLst>
          </p:cNvPr>
          <p:cNvSpPr>
            <a:spLocks xmlns:a="http://schemas.openxmlformats.org/drawingml/2006/main" noGrp="1"/>
          </p:cNvSpPr>
          <p:nvPr/>
        </p:nvSpPr>
        <p:spPr>
          <a:xfrm xmlns:a="http://schemas.openxmlformats.org/drawingml/2006/main">
            <a:off x="1078920" y="3083775"/>
            <a:ext cx="276120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algn="ctr" defTabSz="914400">
              <a:lnSpc>
                <a:spcPct val="100000"/>
              </a:lnSpc>
              <a:buNone/>
            </a:pPr>
            <a:r>
              <a:rPr sz="2400" b="1" u="none" strike="noStrike">
                <a:solidFill>
                  <a:srgbClr val="044F9E"/>
                </a:solidFill>
                <a:latin typeface="Times New Roman"/>
                <a:ea typeface="Times New Roman"/>
                <a:cs typeface="Times New Roman"/>
              </a:rPr>
              <a:t>Executor 1</a:t>
            </a:r>
            <a:endParaRPr sz="2400" b="0" u="none" strike="noStrike">
              <a:solidFill>
                <a:srgbClr val="000000"/>
              </a:solidFill>
              <a:latin typeface="Times New Roman"/>
              <a:ea typeface="Times New Roman"/>
              <a:cs typeface="Times New Roman"/>
            </a:endParaRPr>
          </a:p>
        </p:txBody>
      </p:sp>
      <p:sp>
        <p:nvSpPr>
          <p:cNvPr id="345" name="TextBox 15">
            <a:extLst xmlns:a="http://schemas.openxmlformats.org/drawingml/2006/main">
              <a:ext uri="{FF2B5EF4-FFF2-40B4-BE49-F238E27FC236}">
                <a16:creationId xmlns:a16="http://schemas.microsoft.com/office/drawing/2014/main" id="{C0925FB6-F07A-49BE-B2D5-58FF47A47A48}"/>
              </a:ext>
            </a:extLst>
          </p:cNvPr>
          <p:cNvSpPr>
            <a:spLocks xmlns:a="http://schemas.openxmlformats.org/drawingml/2006/main" noGrp="1"/>
          </p:cNvSpPr>
          <p:nvPr/>
        </p:nvSpPr>
        <p:spPr>
          <a:xfrm xmlns:a="http://schemas.openxmlformats.org/drawingml/2006/main">
            <a:off x="1078920" y="3511440"/>
            <a:ext cx="2761200" cy="1145074"/>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algn="ctr" defTabSz="914400">
              <a:lnSpc>
                <a:spcPct val="100000"/>
              </a:lnSpc>
              <a:buNone/>
            </a:pPr>
            <a:r>
              <a:rPr sz="2400" b="0" u="none" strike="noStrike">
                <a:solidFill>
                  <a:srgbClr val="18324B"/>
                </a:solidFill>
                <a:latin typeface="Times New Roman"/>
                <a:ea typeface="Times New Roman"/>
                <a:cs typeface="Times New Roman"/>
              </a:rPr>
              <a:t>Tác vụ trên partition</a:t>
            </a:r>
            <a:endParaRPr sz="24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r>
              <a:rPr sz="2400" b="0" u="none" strike="noStrike">
                <a:solidFill>
                  <a:srgbClr val="18324B"/>
                </a:solidFill>
                <a:latin typeface="Times New Roman"/>
                <a:ea typeface="Times New Roman"/>
                <a:cs typeface="Times New Roman"/>
              </a:rPr>
              <a:t>Đọc / biến đổi / tính toán</a:t>
            </a:r>
            <a:endParaRPr sz="2400" b="0" u="none" strike="noStrike">
              <a:solidFill>
                <a:srgbClr val="000000"/>
              </a:solidFill>
              <a:latin typeface="Times New Roman"/>
              <a:ea typeface="Times New Roman"/>
              <a:cs typeface="Times New Roman"/>
            </a:endParaRPr>
          </a:p>
        </p:txBody>
      </p:sp>
      <p:sp>
        <p:nvSpPr>
          <p:cNvPr id="346" name="Rounded Rectangle 16">
            <a:extLst xmlns:a="http://schemas.openxmlformats.org/drawingml/2006/main">
              <a:ext uri="{FF2B5EF4-FFF2-40B4-BE49-F238E27FC236}">
                <a16:creationId xmlns:a16="http://schemas.microsoft.com/office/drawing/2014/main" id="{EC07A43F-3DD1-4A44-9CAF-27344968BB2A}"/>
              </a:ext>
            </a:extLst>
          </p:cNvPr>
          <p:cNvSpPr>
            <a:spLocks xmlns:a="http://schemas.openxmlformats.org/drawingml/2006/main" noGrp="1"/>
          </p:cNvSpPr>
          <p:nvPr/>
        </p:nvSpPr>
        <p:spPr>
          <a:xfrm xmlns:a="http://schemas.openxmlformats.org/drawingml/2006/main">
            <a:off x="1280160" y="5257800"/>
            <a:ext cx="2267280" cy="502560"/>
          </a:xfrm>
          <a:prstGeom xmlns:a="http://schemas.openxmlformats.org/drawingml/2006/main" prst="roundRect">
            <a:avLst>
              <a:gd name="adj" fmla="val 16667"/>
            </a:avLst>
          </a:prstGeom>
          <a:solidFill xmlns:a="http://schemas.openxmlformats.org/drawingml/2006/main">
            <a:srgbClr val="FFF8E4"/>
          </a:solidFill>
          <a:ln xmlns:a="http://schemas.openxmlformats.org/drawingml/2006/main" w="13970">
            <a:solidFill>
              <a:srgbClr val="FEC01D"/>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73080" tIns="73080" rIns="73080" bIns="73080" anchor="ctr">
            <a:noAutofit/>
          </a:bodyPr>
          <a:lstStyle xmlns:a="http://schemas.openxmlformats.org/drawingml/2006/main"/>
          <a:p xmlns:a="http://schemas.openxmlformats.org/drawingml/2006/main">
            <a:pPr algn="ctr" defTabSz="914400">
              <a:lnSpc>
                <a:spcPct val="100000"/>
              </a:lnSpc>
              <a:buNone/>
            </a:pPr>
            <a:r>
              <a:rPr sz="2000" b="1" u="none" strike="noStrike">
                <a:solidFill>
                  <a:srgbClr val="18324B"/>
                </a:solidFill>
                <a:latin typeface="Times New Roman"/>
                <a:ea typeface="Times New Roman"/>
                <a:cs typeface="Times New Roman"/>
              </a:rPr>
              <a:t>Partition 1</a:t>
            </a:r>
            <a:endParaRPr sz="2000" b="0" u="none" strike="noStrike">
              <a:solidFill>
                <a:srgbClr val="000000"/>
              </a:solidFill>
              <a:latin typeface="Times New Roman"/>
              <a:ea typeface="Times New Roman"/>
              <a:cs typeface="Times New Roman"/>
            </a:endParaRPr>
          </a:p>
        </p:txBody>
      </p:sp>
      <p:cxnSp>
        <p:nvCxnSpPr>
          <p:cNvPr id="347" name="Connector 17">
            <a:extLst xmlns:a="http://schemas.openxmlformats.org/drawingml/2006/main">
              <a:ext uri="{FF2B5EF4-FFF2-40B4-BE49-F238E27FC236}">
                <a16:creationId xmlns:a16="http://schemas.microsoft.com/office/drawing/2014/main" id="{B43ABD21-0E3B-474A-BDC3-B70C03E80AEF}"/>
              </a:ext>
            </a:extLst>
          </p:cNvPr>
          <p:cNvCxnSpPr/>
          <p:nvPr/>
        </p:nvCxnSpPr>
        <p:spPr>
          <a:xfrm xmlns:a="http://schemas.openxmlformats.org/drawingml/2006/main">
            <a:off x="6080760" y="2468880"/>
            <a:ext cx="100800" cy="530640"/>
          </a:xfrm>
          <a:prstGeom xmlns:a="http://schemas.openxmlformats.org/drawingml/2006/main" prst="straightConnector1">
            <a:avLst/>
          </a:prstGeom>
          <a:ln xmlns:a="http://schemas.openxmlformats.org/drawingml/2006/main" w="22860">
            <a:solidFill>
              <a:srgbClr val="4CC4EB"/>
            </a:solidFill>
          </a:ln>
        </p:spPr>
      </p:cxnSp>
      <p:sp>
        <p:nvSpPr>
          <p:cNvPr id="348" name="Rounded Rectangle 18">
            <a:extLst xmlns:a="http://schemas.openxmlformats.org/drawingml/2006/main">
              <a:ext uri="{FF2B5EF4-FFF2-40B4-BE49-F238E27FC236}">
                <a16:creationId xmlns:a16="http://schemas.microsoft.com/office/drawing/2014/main" id="{8FE34BD8-D471-4D3B-8E9B-605D804409E6}"/>
              </a:ext>
            </a:extLst>
          </p:cNvPr>
          <p:cNvSpPr>
            <a:spLocks xmlns:a="http://schemas.openxmlformats.org/drawingml/2006/main" noGrp="1"/>
          </p:cNvSpPr>
          <p:nvPr/>
        </p:nvSpPr>
        <p:spPr>
          <a:xfrm xmlns:a="http://schemas.openxmlformats.org/drawingml/2006/main">
            <a:off x="4663440" y="2999160"/>
            <a:ext cx="3035520" cy="202968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349" name="Rectangle 19">
            <a:extLst xmlns:a="http://schemas.openxmlformats.org/drawingml/2006/main">
              <a:ext uri="{FF2B5EF4-FFF2-40B4-BE49-F238E27FC236}">
                <a16:creationId xmlns:a16="http://schemas.microsoft.com/office/drawing/2014/main" id="{B7986A38-865A-4DE9-97F5-7F0FB527E48C}"/>
              </a:ext>
            </a:extLst>
          </p:cNvPr>
          <p:cNvSpPr>
            <a:spLocks xmlns:a="http://schemas.openxmlformats.org/drawingml/2006/main" noGrp="1"/>
          </p:cNvSpPr>
          <p:nvPr/>
        </p:nvSpPr>
        <p:spPr>
          <a:xfrm xmlns:a="http://schemas.openxmlformats.org/drawingml/2006/main">
            <a:off x="4663440" y="2999160"/>
            <a:ext cx="91080" cy="202968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350" name="TextBox 20">
            <a:extLst xmlns:a="http://schemas.openxmlformats.org/drawingml/2006/main">
              <a:ext uri="{FF2B5EF4-FFF2-40B4-BE49-F238E27FC236}">
                <a16:creationId xmlns:a16="http://schemas.microsoft.com/office/drawing/2014/main" id="{BBBB4F29-446F-4478-96FB-29BD3E19A02E}"/>
              </a:ext>
            </a:extLst>
          </p:cNvPr>
          <p:cNvSpPr>
            <a:spLocks xmlns:a="http://schemas.openxmlformats.org/drawingml/2006/main" noGrp="1"/>
          </p:cNvSpPr>
          <p:nvPr/>
        </p:nvSpPr>
        <p:spPr>
          <a:xfrm xmlns:a="http://schemas.openxmlformats.org/drawingml/2006/main">
            <a:off x="4846320" y="3083775"/>
            <a:ext cx="276120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algn="ctr" defTabSz="914400">
              <a:lnSpc>
                <a:spcPct val="100000"/>
              </a:lnSpc>
              <a:buNone/>
            </a:pPr>
            <a:r>
              <a:rPr sz="2400" b="1" u="none" strike="noStrike">
                <a:solidFill>
                  <a:srgbClr val="044F9E"/>
                </a:solidFill>
                <a:latin typeface="Times New Roman"/>
                <a:ea typeface="Times New Roman"/>
                <a:cs typeface="Times New Roman"/>
              </a:rPr>
              <a:t>Executor 2</a:t>
            </a:r>
            <a:endParaRPr sz="2400" b="0" u="none" strike="noStrike">
              <a:solidFill>
                <a:srgbClr val="000000"/>
              </a:solidFill>
              <a:latin typeface="Times New Roman"/>
              <a:ea typeface="Times New Roman"/>
              <a:cs typeface="Times New Roman"/>
            </a:endParaRPr>
          </a:p>
        </p:txBody>
      </p:sp>
      <p:sp>
        <p:nvSpPr>
          <p:cNvPr id="351" name="TextBox 21">
            <a:extLst xmlns:a="http://schemas.openxmlformats.org/drawingml/2006/main">
              <a:ext uri="{FF2B5EF4-FFF2-40B4-BE49-F238E27FC236}">
                <a16:creationId xmlns:a16="http://schemas.microsoft.com/office/drawing/2014/main" id="{1DCE998E-71AC-4A23-9983-D13D1E792D90}"/>
              </a:ext>
            </a:extLst>
          </p:cNvPr>
          <p:cNvSpPr>
            <a:spLocks xmlns:a="http://schemas.openxmlformats.org/drawingml/2006/main" noGrp="1"/>
          </p:cNvSpPr>
          <p:nvPr/>
        </p:nvSpPr>
        <p:spPr>
          <a:xfrm xmlns:a="http://schemas.openxmlformats.org/drawingml/2006/main">
            <a:off x="4846320" y="3511440"/>
            <a:ext cx="2761200" cy="1145074"/>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algn="ctr" defTabSz="914400">
              <a:lnSpc>
                <a:spcPct val="100000"/>
              </a:lnSpc>
              <a:buNone/>
            </a:pPr>
            <a:r>
              <a:rPr sz="2400" b="0" u="none" strike="noStrike">
                <a:solidFill>
                  <a:srgbClr val="18324B"/>
                </a:solidFill>
                <a:latin typeface="Times New Roman"/>
                <a:ea typeface="Times New Roman"/>
                <a:cs typeface="Times New Roman"/>
              </a:rPr>
              <a:t>Tác vụ trên partition</a:t>
            </a:r>
            <a:endParaRPr sz="24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r>
              <a:rPr sz="2400" b="0" u="none" strike="noStrike">
                <a:solidFill>
                  <a:srgbClr val="18324B"/>
                </a:solidFill>
                <a:latin typeface="Times New Roman"/>
                <a:ea typeface="Times New Roman"/>
                <a:cs typeface="Times New Roman"/>
              </a:rPr>
              <a:t>Đọc / biến đổi / tính toán</a:t>
            </a:r>
            <a:endParaRPr sz="2400" b="0" u="none" strike="noStrike">
              <a:solidFill>
                <a:srgbClr val="000000"/>
              </a:solidFill>
              <a:latin typeface="Times New Roman"/>
              <a:ea typeface="Times New Roman"/>
              <a:cs typeface="Times New Roman"/>
            </a:endParaRPr>
          </a:p>
        </p:txBody>
      </p:sp>
      <p:sp>
        <p:nvSpPr>
          <p:cNvPr id="352" name="Rounded Rectangle 22">
            <a:extLst xmlns:a="http://schemas.openxmlformats.org/drawingml/2006/main">
              <a:ext uri="{FF2B5EF4-FFF2-40B4-BE49-F238E27FC236}">
                <a16:creationId xmlns:a16="http://schemas.microsoft.com/office/drawing/2014/main" id="{36AF8BE2-10CA-45A5-991C-C9F205410436}"/>
              </a:ext>
            </a:extLst>
          </p:cNvPr>
          <p:cNvSpPr>
            <a:spLocks xmlns:a="http://schemas.openxmlformats.org/drawingml/2006/main" noGrp="1"/>
          </p:cNvSpPr>
          <p:nvPr/>
        </p:nvSpPr>
        <p:spPr>
          <a:xfrm xmlns:a="http://schemas.openxmlformats.org/drawingml/2006/main">
            <a:off x="5047560" y="5257800"/>
            <a:ext cx="2267280" cy="502560"/>
          </a:xfrm>
          <a:prstGeom xmlns:a="http://schemas.openxmlformats.org/drawingml/2006/main" prst="roundRect">
            <a:avLst>
              <a:gd name="adj" fmla="val 16667"/>
            </a:avLst>
          </a:prstGeom>
          <a:solidFill xmlns:a="http://schemas.openxmlformats.org/drawingml/2006/main">
            <a:srgbClr val="FFF8E4"/>
          </a:solidFill>
          <a:ln xmlns:a="http://schemas.openxmlformats.org/drawingml/2006/main" w="13970">
            <a:solidFill>
              <a:srgbClr val="FEC01D"/>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73080" tIns="73080" rIns="73080" bIns="73080" anchor="ctr">
            <a:noAutofit/>
          </a:bodyPr>
          <a:lstStyle xmlns:a="http://schemas.openxmlformats.org/drawingml/2006/main"/>
          <a:p xmlns:a="http://schemas.openxmlformats.org/drawingml/2006/main">
            <a:pPr algn="ctr" defTabSz="914400">
              <a:lnSpc>
                <a:spcPct val="100000"/>
              </a:lnSpc>
              <a:buNone/>
            </a:pPr>
            <a:r>
              <a:rPr sz="2000" b="1" u="none" strike="noStrike">
                <a:solidFill>
                  <a:srgbClr val="18324B"/>
                </a:solidFill>
                <a:latin typeface="Times New Roman"/>
                <a:ea typeface="Times New Roman"/>
                <a:cs typeface="Times New Roman"/>
              </a:rPr>
              <a:t>Partition 2</a:t>
            </a:r>
            <a:endParaRPr sz="2000" b="0" u="none" strike="noStrike">
              <a:solidFill>
                <a:srgbClr val="000000"/>
              </a:solidFill>
              <a:latin typeface="Times New Roman"/>
              <a:ea typeface="Times New Roman"/>
              <a:cs typeface="Times New Roman"/>
            </a:endParaRPr>
          </a:p>
        </p:txBody>
      </p:sp>
      <p:cxnSp>
        <p:nvCxnSpPr>
          <p:cNvPr id="353" name="Connector 23">
            <a:extLst xmlns:a="http://schemas.openxmlformats.org/drawingml/2006/main">
              <a:ext uri="{FF2B5EF4-FFF2-40B4-BE49-F238E27FC236}">
                <a16:creationId xmlns:a16="http://schemas.microsoft.com/office/drawing/2014/main" id="{B68F7A46-6991-4139-BB63-4D6B258EF7A6}"/>
              </a:ext>
            </a:extLst>
          </p:cNvPr>
          <p:cNvCxnSpPr/>
          <p:nvPr/>
        </p:nvCxnSpPr>
        <p:spPr>
          <a:xfrm xmlns:a="http://schemas.openxmlformats.org/drawingml/2006/main">
            <a:off x="6080760" y="2468880"/>
            <a:ext cx="3868200" cy="530640"/>
          </a:xfrm>
          <a:prstGeom xmlns:a="http://schemas.openxmlformats.org/drawingml/2006/main" prst="straightConnector1">
            <a:avLst/>
          </a:prstGeom>
          <a:ln xmlns:a="http://schemas.openxmlformats.org/drawingml/2006/main" w="22860">
            <a:solidFill>
              <a:srgbClr val="4CC4EB"/>
            </a:solidFill>
          </a:ln>
        </p:spPr>
      </p:cxnSp>
      <p:sp>
        <p:nvSpPr>
          <p:cNvPr id="354" name="Rounded Rectangle 24">
            <a:extLst xmlns:a="http://schemas.openxmlformats.org/drawingml/2006/main">
              <a:ext uri="{FF2B5EF4-FFF2-40B4-BE49-F238E27FC236}">
                <a16:creationId xmlns:a16="http://schemas.microsoft.com/office/drawing/2014/main" id="{EF35ED81-44EA-41DE-A02A-93BAB6D2E4B6}"/>
              </a:ext>
            </a:extLst>
          </p:cNvPr>
          <p:cNvSpPr>
            <a:spLocks xmlns:a="http://schemas.openxmlformats.org/drawingml/2006/main" noGrp="1"/>
          </p:cNvSpPr>
          <p:nvPr/>
        </p:nvSpPr>
        <p:spPr>
          <a:xfrm xmlns:a="http://schemas.openxmlformats.org/drawingml/2006/main">
            <a:off x="8430840" y="2999160"/>
            <a:ext cx="3035520" cy="202968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355" name="Rectangle 25">
            <a:extLst xmlns:a="http://schemas.openxmlformats.org/drawingml/2006/main">
              <a:ext uri="{FF2B5EF4-FFF2-40B4-BE49-F238E27FC236}">
                <a16:creationId xmlns:a16="http://schemas.microsoft.com/office/drawing/2014/main" id="{A4C332AA-9ADB-4B35-A34A-2D5CBC21D786}"/>
              </a:ext>
            </a:extLst>
          </p:cNvPr>
          <p:cNvSpPr>
            <a:spLocks xmlns:a="http://schemas.openxmlformats.org/drawingml/2006/main" noGrp="1"/>
          </p:cNvSpPr>
          <p:nvPr/>
        </p:nvSpPr>
        <p:spPr>
          <a:xfrm xmlns:a="http://schemas.openxmlformats.org/drawingml/2006/main">
            <a:off x="8430840" y="2999160"/>
            <a:ext cx="91080" cy="2029680"/>
          </a:xfrm>
          <a:prstGeom xmlns:a="http://schemas.openxmlformats.org/drawingml/2006/main" prst="rect">
            <a:avLst/>
          </a:prstGeom>
          <a:solidFill xmlns:a="http://schemas.openxmlformats.org/drawingml/2006/main">
            <a:srgbClr val="E81F26"/>
          </a:solidFill>
          <a:ln xmlns:a="http://schemas.openxmlformats.org/drawingml/2006/main">
            <a:solidFill>
              <a:srgbClr val="E81F2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356" name="TextBox 26">
            <a:extLst xmlns:a="http://schemas.openxmlformats.org/drawingml/2006/main">
              <a:ext uri="{FF2B5EF4-FFF2-40B4-BE49-F238E27FC236}">
                <a16:creationId xmlns:a16="http://schemas.microsoft.com/office/drawing/2014/main" id="{E580B8D0-B9BB-4C2C-A90D-2283AF9612E2}"/>
              </a:ext>
            </a:extLst>
          </p:cNvPr>
          <p:cNvSpPr>
            <a:spLocks xmlns:a="http://schemas.openxmlformats.org/drawingml/2006/main" noGrp="1"/>
          </p:cNvSpPr>
          <p:nvPr/>
        </p:nvSpPr>
        <p:spPr>
          <a:xfrm xmlns:a="http://schemas.openxmlformats.org/drawingml/2006/main">
            <a:off x="8613720" y="3083775"/>
            <a:ext cx="276120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algn="ctr" defTabSz="914400">
              <a:lnSpc>
                <a:spcPct val="100000"/>
              </a:lnSpc>
              <a:buNone/>
            </a:pPr>
            <a:r>
              <a:rPr sz="2400" b="1" u="none" strike="noStrike">
                <a:solidFill>
                  <a:srgbClr val="044F9E"/>
                </a:solidFill>
                <a:latin typeface="Times New Roman"/>
                <a:ea typeface="Times New Roman"/>
                <a:cs typeface="Times New Roman"/>
              </a:rPr>
              <a:t>Executor 3</a:t>
            </a:r>
            <a:endParaRPr sz="2400" b="0" u="none" strike="noStrike">
              <a:solidFill>
                <a:srgbClr val="000000"/>
              </a:solidFill>
              <a:latin typeface="Times New Roman"/>
              <a:ea typeface="Times New Roman"/>
              <a:cs typeface="Times New Roman"/>
            </a:endParaRPr>
          </a:p>
        </p:txBody>
      </p:sp>
      <p:sp>
        <p:nvSpPr>
          <p:cNvPr id="357" name="TextBox 27">
            <a:extLst xmlns:a="http://schemas.openxmlformats.org/drawingml/2006/main">
              <a:ext uri="{FF2B5EF4-FFF2-40B4-BE49-F238E27FC236}">
                <a16:creationId xmlns:a16="http://schemas.microsoft.com/office/drawing/2014/main" id="{DC0D0595-829A-4B6F-8E7D-74E85C92F524}"/>
              </a:ext>
            </a:extLst>
          </p:cNvPr>
          <p:cNvSpPr>
            <a:spLocks xmlns:a="http://schemas.openxmlformats.org/drawingml/2006/main" noGrp="1"/>
          </p:cNvSpPr>
          <p:nvPr/>
        </p:nvSpPr>
        <p:spPr>
          <a:xfrm xmlns:a="http://schemas.openxmlformats.org/drawingml/2006/main">
            <a:off x="8613720" y="3511440"/>
            <a:ext cx="2761200" cy="1145074"/>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algn="ctr" defTabSz="914400">
              <a:lnSpc>
                <a:spcPct val="100000"/>
              </a:lnSpc>
              <a:buNone/>
            </a:pPr>
            <a:r>
              <a:rPr sz="2400" b="0" u="none" strike="noStrike">
                <a:solidFill>
                  <a:srgbClr val="18324B"/>
                </a:solidFill>
                <a:latin typeface="Times New Roman"/>
                <a:ea typeface="Times New Roman"/>
                <a:cs typeface="Times New Roman"/>
              </a:rPr>
              <a:t>Tác vụ trên partition</a:t>
            </a:r>
            <a:endParaRPr sz="24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r>
              <a:rPr sz="2400" b="0" u="none" strike="noStrike">
                <a:solidFill>
                  <a:srgbClr val="18324B"/>
                </a:solidFill>
                <a:latin typeface="Times New Roman"/>
                <a:ea typeface="Times New Roman"/>
                <a:cs typeface="Times New Roman"/>
              </a:rPr>
              <a:t>Đọc / biến đổi / tính toán</a:t>
            </a:r>
            <a:endParaRPr sz="2400" b="0" u="none" strike="noStrike">
              <a:solidFill>
                <a:srgbClr val="000000"/>
              </a:solidFill>
              <a:latin typeface="Times New Roman"/>
              <a:ea typeface="Times New Roman"/>
              <a:cs typeface="Times New Roman"/>
            </a:endParaRPr>
          </a:p>
        </p:txBody>
      </p:sp>
      <p:sp>
        <p:nvSpPr>
          <p:cNvPr id="358" name="Rounded Rectangle 28">
            <a:extLst xmlns:a="http://schemas.openxmlformats.org/drawingml/2006/main">
              <a:ext uri="{FF2B5EF4-FFF2-40B4-BE49-F238E27FC236}">
                <a16:creationId xmlns:a16="http://schemas.microsoft.com/office/drawing/2014/main" id="{AF21F9E1-BE48-41AA-9049-EF325ED24189}"/>
              </a:ext>
            </a:extLst>
          </p:cNvPr>
          <p:cNvSpPr>
            <a:spLocks xmlns:a="http://schemas.openxmlformats.org/drawingml/2006/main" noGrp="1"/>
          </p:cNvSpPr>
          <p:nvPr/>
        </p:nvSpPr>
        <p:spPr>
          <a:xfrm xmlns:a="http://schemas.openxmlformats.org/drawingml/2006/main">
            <a:off x="8814960" y="5257800"/>
            <a:ext cx="2267280" cy="502560"/>
          </a:xfrm>
          <a:prstGeom xmlns:a="http://schemas.openxmlformats.org/drawingml/2006/main" prst="roundRect">
            <a:avLst>
              <a:gd name="adj" fmla="val 16667"/>
            </a:avLst>
          </a:prstGeom>
          <a:solidFill xmlns:a="http://schemas.openxmlformats.org/drawingml/2006/main">
            <a:srgbClr val="FFF8E4"/>
          </a:solidFill>
          <a:ln xmlns:a="http://schemas.openxmlformats.org/drawingml/2006/main" w="13970">
            <a:solidFill>
              <a:srgbClr val="FEC01D"/>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73080" tIns="73080" rIns="73080" bIns="73080" anchor="ctr">
            <a:noAutofit/>
          </a:bodyPr>
          <a:lstStyle xmlns:a="http://schemas.openxmlformats.org/drawingml/2006/main"/>
          <a:p xmlns:a="http://schemas.openxmlformats.org/drawingml/2006/main">
            <a:pPr algn="ctr" defTabSz="914400">
              <a:lnSpc>
                <a:spcPct val="100000"/>
              </a:lnSpc>
              <a:buNone/>
            </a:pPr>
            <a:r>
              <a:rPr sz="2000" b="1" u="none" strike="noStrike">
                <a:solidFill>
                  <a:srgbClr val="18324B"/>
                </a:solidFill>
                <a:latin typeface="Times New Roman"/>
                <a:ea typeface="Times New Roman"/>
                <a:cs typeface="Times New Roman"/>
              </a:rPr>
              <a:t>Partition 3</a:t>
            </a:r>
            <a:endParaRPr sz="2000" b="0" u="none" strike="noStrike">
              <a:solidFill>
                <a:srgbClr val="000000"/>
              </a:solidFill>
              <a:latin typeface="Times New Roman"/>
              <a:ea typeface="Times New Roman"/>
              <a:cs typeface="Times New Roman"/>
            </a:endParaRPr>
          </a:p>
        </p:txBody>
      </p:sp>
    </p:spTree>
    <p:extLst>
      <p:ext uri="{BB962C8B-B14F-4D97-AF65-F5344CB8AC3E}">
        <p14:creationId xmlns:p14="http://schemas.microsoft.com/office/powerpoint/2010/main" val="53419412"/>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362" name="TextBox 4">
            <a:extLst xmlns:a="http://schemas.openxmlformats.org/drawingml/2006/main">
              <a:ext uri="{FF2B5EF4-FFF2-40B4-BE49-F238E27FC236}">
                <a16:creationId xmlns:a16="http://schemas.microsoft.com/office/drawing/2014/main" id="{9152C444-5182-41E4-941B-81EF85E12336}"/>
              </a:ext>
            </a:extLst>
          </p:cNvPr>
          <p:cNvSpPr>
            <a:spLocks xmlns:a="http://schemas.openxmlformats.org/drawingml/2006/main" noGrp="1"/>
          </p:cNvSpPr>
          <p:nvPr/>
        </p:nvSpPr>
        <p:spPr>
          <a:xfrm xmlns:a="http://schemas.openxmlformats.org/drawingml/2006/main">
            <a:off x="713160" y="603360"/>
            <a:ext cx="10881000" cy="6030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defTabSz="914400">
              <a:lnSpc>
                <a:spcPct val="100000"/>
              </a:lnSpc>
              <a:buNone/>
            </a:pPr>
            <a:r>
              <a:rPr sz="2900" b="1" u="none" strike="noStrike">
                <a:solidFill>
                  <a:srgbClr val="044F9E"/>
                </a:solidFill>
                <a:latin typeface="Times New Roman"/>
                <a:ea typeface="Times New Roman"/>
                <a:cs typeface="Times New Roman"/>
              </a:rPr>
              <a:t>DataFrame API và MLlib tổ chức xử lý theo chuỗi biến đổi</a:t>
            </a:r>
            <a:endParaRPr sz="2900" b="0" u="none" strike="noStrike">
              <a:solidFill>
                <a:srgbClr val="000000"/>
              </a:solidFill>
              <a:latin typeface="Times New Roman"/>
              <a:ea typeface="Times New Roman"/>
              <a:cs typeface="Times New Roman"/>
            </a:endParaRPr>
          </a:p>
        </p:txBody>
      </p:sp>
      <p:sp>
        <p:nvSpPr>
          <p:cNvPr id="363" name="Rectangle 5">
            <a:extLst xmlns:a="http://schemas.openxmlformats.org/drawingml/2006/main">
              <a:ext uri="{FF2B5EF4-FFF2-40B4-BE49-F238E27FC236}">
                <a16:creationId xmlns:a16="http://schemas.microsoft.com/office/drawing/2014/main" id="{64A31C82-7E55-4DF0-8545-F65331AC1DA1}"/>
              </a:ext>
            </a:extLst>
          </p:cNvPr>
          <p:cNvSpPr>
            <a:spLocks xmlns:a="http://schemas.openxmlformats.org/drawingml/2006/main" noGrp="1"/>
          </p:cNvSpPr>
          <p:nvPr/>
        </p:nvSpPr>
        <p:spPr>
          <a:xfrm xmlns:a="http://schemas.openxmlformats.org/drawingml/2006/main">
            <a:off x="731520" y="1243440"/>
            <a:ext cx="822600" cy="5004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5400" rIns="90000" bIns="54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364" name="TextBox 6">
            <a:extLst xmlns:a="http://schemas.openxmlformats.org/drawingml/2006/main">
              <a:ext uri="{FF2B5EF4-FFF2-40B4-BE49-F238E27FC236}">
                <a16:creationId xmlns:a16="http://schemas.microsoft.com/office/drawing/2014/main" id="{A6235B6C-4069-4136-9221-BEBACB44A717}"/>
              </a:ext>
            </a:extLst>
          </p:cNvPr>
          <p:cNvSpPr>
            <a:spLocks xmlns:a="http://schemas.openxmlformats.org/drawingml/2006/main" noGrp="1"/>
          </p:cNvSpPr>
          <p:nvPr/>
        </p:nvSpPr>
        <p:spPr>
          <a:xfrm xmlns:a="http://schemas.openxmlformats.org/drawingml/2006/main">
            <a:off x="11384280" y="6492240"/>
            <a:ext cx="438480" cy="2743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spAutoFit/>
          </a:bodyPr>
          <a:lstStyle xmlns:a="http://schemas.openxmlformats.org/drawingml/2006/main"/>
          <a:p xmlns:a="http://schemas.openxmlformats.org/drawingml/2006/main">
            <a:pPr algn="r" defTabSz="914400">
              <a:lnSpc>
                <a:spcPct val="100000"/>
              </a:lnSpc>
              <a:buNone/>
            </a:pPr>
            <a:r>
              <a:rPr sz="1800" b="1" u="none" strike="noStrike">
                <a:solidFill>
                  <a:srgbClr val="044F9E"/>
                </a:solidFill>
                <a:latin typeface="Times New Roman"/>
                <a:ea typeface="Times New Roman"/>
                <a:cs typeface="Times New Roman"/>
              </a:rPr>
              <a:t>19</a:t>
            </a:r>
            <a:endParaRPr sz="1800" b="0" u="none" strike="noStrike">
              <a:solidFill>
                <a:srgbClr val="000000"/>
              </a:solidFill>
              <a:latin typeface="Times New Roman"/>
              <a:ea typeface="Times New Roman"/>
              <a:cs typeface="Times New Roman"/>
            </a:endParaRPr>
          </a:p>
        </p:txBody>
      </p:sp>
      <p:sp>
        <p:nvSpPr>
          <p:cNvPr id="365" name="Rounded Rectangle 7">
            <a:extLst xmlns:a="http://schemas.openxmlformats.org/drawingml/2006/main">
              <a:ext uri="{FF2B5EF4-FFF2-40B4-BE49-F238E27FC236}">
                <a16:creationId xmlns:a16="http://schemas.microsoft.com/office/drawing/2014/main" id="{C01C60DC-D44E-4B7B-A11B-EB7215BD54A4}"/>
              </a:ext>
            </a:extLst>
          </p:cNvPr>
          <p:cNvSpPr>
            <a:spLocks xmlns:a="http://schemas.openxmlformats.org/drawingml/2006/main" noGrp="1"/>
          </p:cNvSpPr>
          <p:nvPr/>
        </p:nvSpPr>
        <p:spPr>
          <a:xfrm xmlns:a="http://schemas.openxmlformats.org/drawingml/2006/main">
            <a:off x="758880" y="1965960"/>
            <a:ext cx="2486880" cy="242280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366" name="Rectangle 8">
            <a:extLst xmlns:a="http://schemas.openxmlformats.org/drawingml/2006/main">
              <a:ext uri="{FF2B5EF4-FFF2-40B4-BE49-F238E27FC236}">
                <a16:creationId xmlns:a16="http://schemas.microsoft.com/office/drawing/2014/main" id="{9069F1F8-9A62-4204-9DC1-79C7463FD09B}"/>
              </a:ext>
            </a:extLst>
          </p:cNvPr>
          <p:cNvSpPr>
            <a:spLocks xmlns:a="http://schemas.openxmlformats.org/drawingml/2006/main" noGrp="1"/>
          </p:cNvSpPr>
          <p:nvPr/>
        </p:nvSpPr>
        <p:spPr>
          <a:xfrm xmlns:a="http://schemas.openxmlformats.org/drawingml/2006/main">
            <a:off x="758880" y="1965960"/>
            <a:ext cx="91080" cy="2422800"/>
          </a:xfrm>
          <a:prstGeom xmlns:a="http://schemas.openxmlformats.org/drawingml/2006/main" prst="rect">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367" name="TextBox 9">
            <a:extLst xmlns:a="http://schemas.openxmlformats.org/drawingml/2006/main">
              <a:ext uri="{FF2B5EF4-FFF2-40B4-BE49-F238E27FC236}">
                <a16:creationId xmlns:a16="http://schemas.microsoft.com/office/drawing/2014/main" id="{1E5C198B-FEEE-4E4D-8CDD-4E60090DA89A}"/>
              </a:ext>
            </a:extLst>
          </p:cNvPr>
          <p:cNvSpPr>
            <a:spLocks xmlns:a="http://schemas.openxmlformats.org/drawingml/2006/main" noGrp="1"/>
          </p:cNvSpPr>
          <p:nvPr/>
        </p:nvSpPr>
        <p:spPr>
          <a:xfrm xmlns:a="http://schemas.openxmlformats.org/drawingml/2006/main">
            <a:off x="941760" y="2050575"/>
            <a:ext cx="221256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algn="ctr" defTabSz="914400">
              <a:lnSpc>
                <a:spcPct val="100000"/>
              </a:lnSpc>
              <a:buNone/>
            </a:pPr>
            <a:r>
              <a:rPr sz="2400" b="1" u="none" strike="noStrike">
                <a:solidFill>
                  <a:srgbClr val="044F9E"/>
                </a:solidFill>
                <a:latin typeface="Times New Roman"/>
                <a:ea typeface="Times New Roman"/>
                <a:cs typeface="Times New Roman"/>
              </a:rPr>
              <a:t>DataFrame</a:t>
            </a:r>
            <a:endParaRPr sz="2400" b="0" u="none" strike="noStrike">
              <a:solidFill>
                <a:srgbClr val="000000"/>
              </a:solidFill>
              <a:latin typeface="Times New Roman"/>
              <a:ea typeface="Times New Roman"/>
              <a:cs typeface="Times New Roman"/>
            </a:endParaRPr>
          </a:p>
        </p:txBody>
      </p:sp>
      <p:sp>
        <p:nvSpPr>
          <p:cNvPr id="368" name="TextBox 10">
            <a:extLst xmlns:a="http://schemas.openxmlformats.org/drawingml/2006/main">
              <a:ext uri="{FF2B5EF4-FFF2-40B4-BE49-F238E27FC236}">
                <a16:creationId xmlns:a16="http://schemas.microsoft.com/office/drawing/2014/main" id="{60C5F22B-B111-4841-893D-DB7F72DBF709}"/>
              </a:ext>
            </a:extLst>
          </p:cNvPr>
          <p:cNvSpPr>
            <a:spLocks xmlns:a="http://schemas.openxmlformats.org/drawingml/2006/main" noGrp="1"/>
          </p:cNvSpPr>
          <p:nvPr/>
        </p:nvSpPr>
        <p:spPr>
          <a:xfrm xmlns:a="http://schemas.openxmlformats.org/drawingml/2006/main">
            <a:off x="941760" y="2477880"/>
            <a:ext cx="2212560" cy="775742"/>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algn="ctr" defTabSz="914400">
              <a:lnSpc>
                <a:spcPct val="100000"/>
              </a:lnSpc>
              <a:buNone/>
            </a:pPr>
            <a:r>
              <a:rPr sz="2400" b="0" u="none" strike="noStrike">
                <a:solidFill>
                  <a:srgbClr val="18324B"/>
                </a:solidFill>
                <a:latin typeface="Times New Roman"/>
                <a:ea typeface="Times New Roman"/>
                <a:cs typeface="Times New Roman"/>
              </a:rPr>
              <a:t>Dữ liệu dạng bảng có schema</a:t>
            </a:r>
            <a:endParaRPr sz="2400" b="0" u="none" strike="noStrike">
              <a:solidFill>
                <a:srgbClr val="000000"/>
              </a:solidFill>
              <a:latin typeface="Times New Roman"/>
              <a:ea typeface="Times New Roman"/>
              <a:cs typeface="Times New Roman"/>
            </a:endParaRPr>
          </a:p>
        </p:txBody>
      </p:sp>
      <p:sp>
        <p:nvSpPr>
          <p:cNvPr id="369" name="Right Arrow 11">
            <a:extLst xmlns:a="http://schemas.openxmlformats.org/drawingml/2006/main">
              <a:ext uri="{FF2B5EF4-FFF2-40B4-BE49-F238E27FC236}">
                <a16:creationId xmlns:a16="http://schemas.microsoft.com/office/drawing/2014/main" id="{DACB5142-83DD-4D04-A3AE-A1CC84718555}"/>
              </a:ext>
            </a:extLst>
          </p:cNvPr>
          <p:cNvSpPr>
            <a:spLocks xmlns:a="http://schemas.openxmlformats.org/drawingml/2006/main" noGrp="1"/>
          </p:cNvSpPr>
          <p:nvPr/>
        </p:nvSpPr>
        <p:spPr>
          <a:xfrm xmlns:a="http://schemas.openxmlformats.org/drawingml/2006/main">
            <a:off x="3300840" y="3035880"/>
            <a:ext cx="255600" cy="237240"/>
          </a:xfrm>
          <a:prstGeom xmlns:a="http://schemas.openxmlformats.org/drawingml/2006/main" prst="rightArrow">
            <a:avLst>
              <a:gd name="adj1" fmla="val 50000"/>
              <a:gd name="adj2" fmla="val 50000"/>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370" name="Rounded Rectangle 12">
            <a:extLst xmlns:a="http://schemas.openxmlformats.org/drawingml/2006/main">
              <a:ext uri="{FF2B5EF4-FFF2-40B4-BE49-F238E27FC236}">
                <a16:creationId xmlns:a16="http://schemas.microsoft.com/office/drawing/2014/main" id="{ED353536-1A57-41DA-A61A-9D9337E32216}"/>
              </a:ext>
            </a:extLst>
          </p:cNvPr>
          <p:cNvSpPr>
            <a:spLocks xmlns:a="http://schemas.openxmlformats.org/drawingml/2006/main" noGrp="1"/>
          </p:cNvSpPr>
          <p:nvPr/>
        </p:nvSpPr>
        <p:spPr>
          <a:xfrm xmlns:a="http://schemas.openxmlformats.org/drawingml/2006/main">
            <a:off x="3611880" y="1965960"/>
            <a:ext cx="2486880" cy="242280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371" name="Rectangle 13">
            <a:extLst xmlns:a="http://schemas.openxmlformats.org/drawingml/2006/main">
              <a:ext uri="{FF2B5EF4-FFF2-40B4-BE49-F238E27FC236}">
                <a16:creationId xmlns:a16="http://schemas.microsoft.com/office/drawing/2014/main" id="{6FA33366-49D6-4FAC-A8E7-E19633DC7483}"/>
              </a:ext>
            </a:extLst>
          </p:cNvPr>
          <p:cNvSpPr>
            <a:spLocks xmlns:a="http://schemas.openxmlformats.org/drawingml/2006/main" noGrp="1"/>
          </p:cNvSpPr>
          <p:nvPr/>
        </p:nvSpPr>
        <p:spPr>
          <a:xfrm xmlns:a="http://schemas.openxmlformats.org/drawingml/2006/main">
            <a:off x="3611880" y="1965960"/>
            <a:ext cx="91080" cy="242280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372" name="TextBox 14">
            <a:extLst xmlns:a="http://schemas.openxmlformats.org/drawingml/2006/main">
              <a:ext uri="{FF2B5EF4-FFF2-40B4-BE49-F238E27FC236}">
                <a16:creationId xmlns:a16="http://schemas.microsoft.com/office/drawing/2014/main" id="{506A6A3E-BDD7-48A3-A531-E01F850BF84D}"/>
              </a:ext>
            </a:extLst>
          </p:cNvPr>
          <p:cNvSpPr>
            <a:spLocks xmlns:a="http://schemas.openxmlformats.org/drawingml/2006/main" noGrp="1"/>
          </p:cNvSpPr>
          <p:nvPr/>
        </p:nvSpPr>
        <p:spPr>
          <a:xfrm xmlns:a="http://schemas.openxmlformats.org/drawingml/2006/main">
            <a:off x="3794760" y="2050575"/>
            <a:ext cx="221256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algn="ctr" defTabSz="914400">
              <a:lnSpc>
                <a:spcPct val="100000"/>
              </a:lnSpc>
              <a:buNone/>
            </a:pPr>
            <a:r>
              <a:rPr sz="2400" b="1" u="none" strike="noStrike">
                <a:solidFill>
                  <a:srgbClr val="044F9E"/>
                </a:solidFill>
                <a:latin typeface="Times New Roman"/>
                <a:ea typeface="Times New Roman"/>
                <a:cs typeface="Times New Roman"/>
              </a:rPr>
              <a:t>Transformer</a:t>
            </a:r>
            <a:endParaRPr sz="2400" b="0" u="none" strike="noStrike">
              <a:solidFill>
                <a:srgbClr val="000000"/>
              </a:solidFill>
              <a:latin typeface="Times New Roman"/>
              <a:ea typeface="Times New Roman"/>
              <a:cs typeface="Times New Roman"/>
            </a:endParaRPr>
          </a:p>
        </p:txBody>
      </p:sp>
      <p:sp>
        <p:nvSpPr>
          <p:cNvPr id="373" name="TextBox 15">
            <a:extLst xmlns:a="http://schemas.openxmlformats.org/drawingml/2006/main">
              <a:ext uri="{FF2B5EF4-FFF2-40B4-BE49-F238E27FC236}">
                <a16:creationId xmlns:a16="http://schemas.microsoft.com/office/drawing/2014/main" id="{70533E8E-03B4-4103-9604-4B762764F8BC}"/>
              </a:ext>
            </a:extLst>
          </p:cNvPr>
          <p:cNvSpPr>
            <a:spLocks xmlns:a="http://schemas.openxmlformats.org/drawingml/2006/main" noGrp="1"/>
          </p:cNvSpPr>
          <p:nvPr/>
        </p:nvSpPr>
        <p:spPr>
          <a:xfrm xmlns:a="http://schemas.openxmlformats.org/drawingml/2006/main">
            <a:off x="3794760" y="2477880"/>
            <a:ext cx="2212560" cy="1145074"/>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algn="ctr" defTabSz="914400">
              <a:lnSpc>
                <a:spcPct val="100000"/>
              </a:lnSpc>
              <a:buNone/>
            </a:pPr>
            <a:r>
              <a:rPr sz="2400" b="0" u="none" strike="noStrike">
                <a:solidFill>
                  <a:srgbClr val="18324B"/>
                </a:solidFill>
                <a:latin typeface="Times New Roman"/>
                <a:ea typeface="Times New Roman"/>
                <a:cs typeface="Times New Roman"/>
              </a:rPr>
              <a:t>Biến đổi dữ liệu, không tự học tham số</a:t>
            </a:r>
            <a:endParaRPr sz="2400" b="0" u="none" strike="noStrike">
              <a:solidFill>
                <a:srgbClr val="000000"/>
              </a:solidFill>
              <a:latin typeface="Times New Roman"/>
              <a:ea typeface="Times New Roman"/>
              <a:cs typeface="Times New Roman"/>
            </a:endParaRPr>
          </a:p>
        </p:txBody>
      </p:sp>
      <p:sp>
        <p:nvSpPr>
          <p:cNvPr id="374" name="Right Arrow 16">
            <a:extLst xmlns:a="http://schemas.openxmlformats.org/drawingml/2006/main">
              <a:ext uri="{FF2B5EF4-FFF2-40B4-BE49-F238E27FC236}">
                <a16:creationId xmlns:a16="http://schemas.microsoft.com/office/drawing/2014/main" id="{1122BCAF-C23D-436D-B5C3-1B1712A16945}"/>
              </a:ext>
            </a:extLst>
          </p:cNvPr>
          <p:cNvSpPr>
            <a:spLocks xmlns:a="http://schemas.openxmlformats.org/drawingml/2006/main" noGrp="1"/>
          </p:cNvSpPr>
          <p:nvPr/>
        </p:nvSpPr>
        <p:spPr>
          <a:xfrm xmlns:a="http://schemas.openxmlformats.org/drawingml/2006/main">
            <a:off x="6153840" y="3035880"/>
            <a:ext cx="255600" cy="237240"/>
          </a:xfrm>
          <a:prstGeom xmlns:a="http://schemas.openxmlformats.org/drawingml/2006/main" prst="rightArrow">
            <a:avLst>
              <a:gd name="adj1" fmla="val 50000"/>
              <a:gd name="adj2" fmla="val 50000"/>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375" name="Rounded Rectangle 17">
            <a:extLst xmlns:a="http://schemas.openxmlformats.org/drawingml/2006/main">
              <a:ext uri="{FF2B5EF4-FFF2-40B4-BE49-F238E27FC236}">
                <a16:creationId xmlns:a16="http://schemas.microsoft.com/office/drawing/2014/main" id="{98DFCC64-2620-44D5-90D4-11F8735C76C2}"/>
              </a:ext>
            </a:extLst>
          </p:cNvPr>
          <p:cNvSpPr>
            <a:spLocks xmlns:a="http://schemas.openxmlformats.org/drawingml/2006/main" noGrp="1"/>
          </p:cNvSpPr>
          <p:nvPr/>
        </p:nvSpPr>
        <p:spPr>
          <a:xfrm xmlns:a="http://schemas.openxmlformats.org/drawingml/2006/main">
            <a:off x="6464880" y="1965960"/>
            <a:ext cx="2486880" cy="242280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376" name="Rectangle 18">
            <a:extLst xmlns:a="http://schemas.openxmlformats.org/drawingml/2006/main">
              <a:ext uri="{FF2B5EF4-FFF2-40B4-BE49-F238E27FC236}">
                <a16:creationId xmlns:a16="http://schemas.microsoft.com/office/drawing/2014/main" id="{453DEE42-3CED-4AD0-90D1-1098D80385B0}"/>
              </a:ext>
            </a:extLst>
          </p:cNvPr>
          <p:cNvSpPr>
            <a:spLocks xmlns:a="http://schemas.openxmlformats.org/drawingml/2006/main" noGrp="1"/>
          </p:cNvSpPr>
          <p:nvPr/>
        </p:nvSpPr>
        <p:spPr>
          <a:xfrm xmlns:a="http://schemas.openxmlformats.org/drawingml/2006/main">
            <a:off x="6464880" y="1965960"/>
            <a:ext cx="91080" cy="2422800"/>
          </a:xfrm>
          <a:prstGeom xmlns:a="http://schemas.openxmlformats.org/drawingml/2006/main" prst="rect">
            <a:avLst/>
          </a:prstGeom>
          <a:solidFill xmlns:a="http://schemas.openxmlformats.org/drawingml/2006/main">
            <a:srgbClr val="E81F26"/>
          </a:solidFill>
          <a:ln xmlns:a="http://schemas.openxmlformats.org/drawingml/2006/main">
            <a:solidFill>
              <a:srgbClr val="E81F2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377" name="TextBox 19">
            <a:extLst xmlns:a="http://schemas.openxmlformats.org/drawingml/2006/main">
              <a:ext uri="{FF2B5EF4-FFF2-40B4-BE49-F238E27FC236}">
                <a16:creationId xmlns:a16="http://schemas.microsoft.com/office/drawing/2014/main" id="{8E9597B4-F004-4C1F-86A8-1878B7159C60}"/>
              </a:ext>
            </a:extLst>
          </p:cNvPr>
          <p:cNvSpPr>
            <a:spLocks xmlns:a="http://schemas.openxmlformats.org/drawingml/2006/main" noGrp="1"/>
          </p:cNvSpPr>
          <p:nvPr/>
        </p:nvSpPr>
        <p:spPr>
          <a:xfrm xmlns:a="http://schemas.openxmlformats.org/drawingml/2006/main">
            <a:off x="6647760" y="2050575"/>
            <a:ext cx="221256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algn="ctr" defTabSz="914400">
              <a:lnSpc>
                <a:spcPct val="100000"/>
              </a:lnSpc>
              <a:buNone/>
            </a:pPr>
            <a:r>
              <a:rPr sz="2400" b="1" u="none" strike="noStrike">
                <a:solidFill>
                  <a:srgbClr val="044F9E"/>
                </a:solidFill>
                <a:latin typeface="Times New Roman"/>
                <a:ea typeface="Times New Roman"/>
                <a:cs typeface="Times New Roman"/>
              </a:rPr>
              <a:t>Estimator</a:t>
            </a:r>
            <a:endParaRPr sz="2400" b="0" u="none" strike="noStrike">
              <a:solidFill>
                <a:srgbClr val="000000"/>
              </a:solidFill>
              <a:latin typeface="Times New Roman"/>
              <a:ea typeface="Times New Roman"/>
              <a:cs typeface="Times New Roman"/>
            </a:endParaRPr>
          </a:p>
        </p:txBody>
      </p:sp>
      <p:sp>
        <p:nvSpPr>
          <p:cNvPr id="378" name="TextBox 20">
            <a:extLst xmlns:a="http://schemas.openxmlformats.org/drawingml/2006/main">
              <a:ext uri="{FF2B5EF4-FFF2-40B4-BE49-F238E27FC236}">
                <a16:creationId xmlns:a16="http://schemas.microsoft.com/office/drawing/2014/main" id="{E3437091-7312-4D98-BCC5-C216DAC678F3}"/>
              </a:ext>
            </a:extLst>
          </p:cNvPr>
          <p:cNvSpPr>
            <a:spLocks xmlns:a="http://schemas.openxmlformats.org/drawingml/2006/main" noGrp="1"/>
          </p:cNvSpPr>
          <p:nvPr/>
        </p:nvSpPr>
        <p:spPr>
          <a:xfrm xmlns:a="http://schemas.openxmlformats.org/drawingml/2006/main">
            <a:off x="6647760" y="2477880"/>
            <a:ext cx="2212560" cy="775742"/>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algn="ctr" defTabSz="914400">
              <a:lnSpc>
                <a:spcPct val="100000"/>
              </a:lnSpc>
              <a:buNone/>
            </a:pPr>
            <a:r>
              <a:rPr sz="2400" b="0" u="none" strike="noStrike">
                <a:solidFill>
                  <a:srgbClr val="18324B"/>
                </a:solidFill>
                <a:latin typeface="Times New Roman"/>
                <a:ea typeface="Times New Roman"/>
                <a:cs typeface="Times New Roman"/>
              </a:rPr>
              <a:t>Fit dữ liệu để tạo Model</a:t>
            </a:r>
            <a:endParaRPr sz="2400" b="0" u="none" strike="noStrike">
              <a:solidFill>
                <a:srgbClr val="000000"/>
              </a:solidFill>
              <a:latin typeface="Times New Roman"/>
              <a:ea typeface="Times New Roman"/>
              <a:cs typeface="Times New Roman"/>
            </a:endParaRPr>
          </a:p>
        </p:txBody>
      </p:sp>
      <p:sp>
        <p:nvSpPr>
          <p:cNvPr id="379" name="Right Arrow 21">
            <a:extLst xmlns:a="http://schemas.openxmlformats.org/drawingml/2006/main">
              <a:ext uri="{FF2B5EF4-FFF2-40B4-BE49-F238E27FC236}">
                <a16:creationId xmlns:a16="http://schemas.microsoft.com/office/drawing/2014/main" id="{90B95059-CD9A-49EC-BCDC-4E3C5657366A}"/>
              </a:ext>
            </a:extLst>
          </p:cNvPr>
          <p:cNvSpPr>
            <a:spLocks xmlns:a="http://schemas.openxmlformats.org/drawingml/2006/main" noGrp="1"/>
          </p:cNvSpPr>
          <p:nvPr/>
        </p:nvSpPr>
        <p:spPr>
          <a:xfrm xmlns:a="http://schemas.openxmlformats.org/drawingml/2006/main">
            <a:off x="9006840" y="3035880"/>
            <a:ext cx="255600" cy="237240"/>
          </a:xfrm>
          <a:prstGeom xmlns:a="http://schemas.openxmlformats.org/drawingml/2006/main" prst="rightArrow">
            <a:avLst>
              <a:gd name="adj1" fmla="val 50000"/>
              <a:gd name="adj2" fmla="val 50000"/>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380" name="Rounded Rectangle 22">
            <a:extLst xmlns:a="http://schemas.openxmlformats.org/drawingml/2006/main">
              <a:ext uri="{FF2B5EF4-FFF2-40B4-BE49-F238E27FC236}">
                <a16:creationId xmlns:a16="http://schemas.microsoft.com/office/drawing/2014/main" id="{05288EAD-46E2-4338-B563-E8C5AB572953}"/>
              </a:ext>
            </a:extLst>
          </p:cNvPr>
          <p:cNvSpPr>
            <a:spLocks xmlns:a="http://schemas.openxmlformats.org/drawingml/2006/main" noGrp="1"/>
          </p:cNvSpPr>
          <p:nvPr/>
        </p:nvSpPr>
        <p:spPr>
          <a:xfrm xmlns:a="http://schemas.openxmlformats.org/drawingml/2006/main">
            <a:off x="9317880" y="1965960"/>
            <a:ext cx="2486880" cy="242280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381" name="Rectangle 23">
            <a:extLst xmlns:a="http://schemas.openxmlformats.org/drawingml/2006/main">
              <a:ext uri="{FF2B5EF4-FFF2-40B4-BE49-F238E27FC236}">
                <a16:creationId xmlns:a16="http://schemas.microsoft.com/office/drawing/2014/main" id="{B87664D1-1184-4119-9584-9336FAB6BE7F}"/>
              </a:ext>
            </a:extLst>
          </p:cNvPr>
          <p:cNvSpPr>
            <a:spLocks xmlns:a="http://schemas.openxmlformats.org/drawingml/2006/main" noGrp="1"/>
          </p:cNvSpPr>
          <p:nvPr/>
        </p:nvSpPr>
        <p:spPr>
          <a:xfrm xmlns:a="http://schemas.openxmlformats.org/drawingml/2006/main">
            <a:off x="9317880" y="1965960"/>
            <a:ext cx="91080" cy="2422800"/>
          </a:xfrm>
          <a:prstGeom xmlns:a="http://schemas.openxmlformats.org/drawingml/2006/main" prst="rect">
            <a:avLst/>
          </a:prstGeom>
          <a:solidFill xmlns:a="http://schemas.openxmlformats.org/drawingml/2006/main">
            <a:srgbClr val="FEC01D"/>
          </a:solidFill>
          <a:ln xmlns:a="http://schemas.openxmlformats.org/drawingml/2006/main">
            <a:solidFill>
              <a:srgbClr val="FEC01D"/>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382" name="TextBox 24">
            <a:extLst xmlns:a="http://schemas.openxmlformats.org/drawingml/2006/main">
              <a:ext uri="{FF2B5EF4-FFF2-40B4-BE49-F238E27FC236}">
                <a16:creationId xmlns:a16="http://schemas.microsoft.com/office/drawing/2014/main" id="{257C7FEA-FB3D-44ED-986E-ED2F11016CBC}"/>
              </a:ext>
            </a:extLst>
          </p:cNvPr>
          <p:cNvSpPr>
            <a:spLocks xmlns:a="http://schemas.openxmlformats.org/drawingml/2006/main" noGrp="1"/>
          </p:cNvSpPr>
          <p:nvPr/>
        </p:nvSpPr>
        <p:spPr>
          <a:xfrm xmlns:a="http://schemas.openxmlformats.org/drawingml/2006/main">
            <a:off x="9500760" y="2050575"/>
            <a:ext cx="221256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algn="ctr" defTabSz="914400">
              <a:lnSpc>
                <a:spcPct val="100000"/>
              </a:lnSpc>
              <a:buNone/>
            </a:pPr>
            <a:r>
              <a:rPr sz="2400" b="1" u="none" strike="noStrike">
                <a:solidFill>
                  <a:srgbClr val="044F9E"/>
                </a:solidFill>
                <a:latin typeface="Times New Roman"/>
                <a:ea typeface="Times New Roman"/>
                <a:cs typeface="Times New Roman"/>
              </a:rPr>
              <a:t>Pipeline</a:t>
            </a:r>
            <a:endParaRPr sz="2400" b="0" u="none" strike="noStrike">
              <a:solidFill>
                <a:srgbClr val="000000"/>
              </a:solidFill>
              <a:latin typeface="Times New Roman"/>
              <a:ea typeface="Times New Roman"/>
              <a:cs typeface="Times New Roman"/>
            </a:endParaRPr>
          </a:p>
        </p:txBody>
      </p:sp>
      <p:sp>
        <p:nvSpPr>
          <p:cNvPr id="383" name="TextBox 25">
            <a:extLst xmlns:a="http://schemas.openxmlformats.org/drawingml/2006/main">
              <a:ext uri="{FF2B5EF4-FFF2-40B4-BE49-F238E27FC236}">
                <a16:creationId xmlns:a16="http://schemas.microsoft.com/office/drawing/2014/main" id="{C488552F-8B88-4C79-B185-BC62A9816713}"/>
              </a:ext>
            </a:extLst>
          </p:cNvPr>
          <p:cNvSpPr>
            <a:spLocks xmlns:a="http://schemas.openxmlformats.org/drawingml/2006/main" noGrp="1"/>
          </p:cNvSpPr>
          <p:nvPr/>
        </p:nvSpPr>
        <p:spPr>
          <a:xfrm xmlns:a="http://schemas.openxmlformats.org/drawingml/2006/main">
            <a:off x="9500760" y="2477880"/>
            <a:ext cx="2212560" cy="775742"/>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algn="ctr" defTabSz="914400">
              <a:lnSpc>
                <a:spcPct val="100000"/>
              </a:lnSpc>
              <a:buNone/>
            </a:pPr>
            <a:r>
              <a:rPr sz="2400" b="0" u="none" strike="noStrike">
                <a:solidFill>
                  <a:srgbClr val="18324B"/>
                </a:solidFill>
                <a:latin typeface="Times New Roman"/>
                <a:ea typeface="Times New Roman"/>
                <a:cs typeface="Times New Roman"/>
              </a:rPr>
              <a:t>Ghép các bước thành quy trình</a:t>
            </a:r>
            <a:endParaRPr sz="2400" b="0" u="none" strike="noStrike">
              <a:solidFill>
                <a:srgbClr val="000000"/>
              </a:solidFill>
              <a:latin typeface="Times New Roman"/>
              <a:ea typeface="Times New Roman"/>
              <a:cs typeface="Times New Roman"/>
            </a:endParaRPr>
          </a:p>
        </p:txBody>
      </p:sp>
      <p:sp>
        <p:nvSpPr>
          <p:cNvPr id="384" name="Rounded Rectangle 26">
            <a:extLst xmlns:a="http://schemas.openxmlformats.org/drawingml/2006/main">
              <a:ext uri="{FF2B5EF4-FFF2-40B4-BE49-F238E27FC236}">
                <a16:creationId xmlns:a16="http://schemas.microsoft.com/office/drawing/2014/main" id="{87D95E9F-0797-48F1-9941-075CBD5DE834}"/>
              </a:ext>
            </a:extLst>
          </p:cNvPr>
          <p:cNvSpPr>
            <a:spLocks xmlns:a="http://schemas.openxmlformats.org/drawingml/2006/main" noGrp="1"/>
          </p:cNvSpPr>
          <p:nvPr/>
        </p:nvSpPr>
        <p:spPr>
          <a:xfrm xmlns:a="http://schemas.openxmlformats.org/drawingml/2006/main">
            <a:off x="960120" y="4956120"/>
            <a:ext cx="10286640" cy="639720"/>
          </a:xfrm>
          <a:prstGeom xmlns:a="http://schemas.openxmlformats.org/drawingml/2006/main" prst="roundRect">
            <a:avLst>
              <a:gd name="adj" fmla="val 16667"/>
            </a:avLst>
          </a:prstGeom>
          <a:solidFill xmlns:a="http://schemas.openxmlformats.org/drawingml/2006/main">
            <a:srgbClr val="EEF7FD"/>
          </a:solidFill>
          <a:ln xmlns:a="http://schemas.openxmlformats.org/drawingml/2006/main" w="13970">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73080" tIns="73080" rIns="73080" bIns="73080" anchor="ctr">
            <a:noAutofit/>
          </a:bodyPr>
          <a:lstStyle xmlns:a="http://schemas.openxmlformats.org/drawingml/2006/main"/>
          <a:p xmlns:a="http://schemas.openxmlformats.org/drawingml/2006/main">
            <a:pPr algn="ctr" defTabSz="914400">
              <a:lnSpc>
                <a:spcPct val="100000"/>
              </a:lnSpc>
              <a:buNone/>
            </a:pPr>
            <a:r>
              <a:rPr sz="2000" b="1" u="none" strike="noStrike">
                <a:solidFill>
                  <a:srgbClr val="044F9E"/>
                </a:solidFill>
                <a:latin typeface="Times New Roman"/>
                <a:ea typeface="Times New Roman"/>
                <a:cs typeface="Times New Roman"/>
              </a:rPr>
              <a:t>Lazy evaluation: action mới kích hoạt nhiều phép tính; cache giữ dữ liệu dùng lại.</a:t>
            </a:r>
            <a:endParaRPr sz="2000" b="0" u="none" strike="noStrike">
              <a:solidFill>
                <a:srgbClr val="000000"/>
              </a:solidFill>
              <a:latin typeface="Times New Roman"/>
              <a:ea typeface="Times New Roman"/>
              <a:cs typeface="Times New Roman"/>
            </a:endParaRPr>
          </a:p>
        </p:txBody>
      </p:sp>
    </p:spTree>
    <p:extLst>
      <p:ext uri="{BB962C8B-B14F-4D97-AF65-F5344CB8AC3E}">
        <p14:creationId xmlns:p14="http://schemas.microsoft.com/office/powerpoint/2010/main" val="475786698"/>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sp>
        <p:nvSpPr>
          <p:cNvPr id="388" name="TextBox 4">
            <a:extLst xmlns:a="http://schemas.openxmlformats.org/drawingml/2006/main">
              <a:ext uri="{FF2B5EF4-FFF2-40B4-BE49-F238E27FC236}">
                <a16:creationId xmlns:a16="http://schemas.microsoft.com/office/drawing/2014/main" id="{017DA4D0-08DF-4CE2-BA77-D79E1C8D50CC}"/>
              </a:ext>
            </a:extLst>
          </p:cNvPr>
          <p:cNvSpPr>
            <a:spLocks xmlns:a="http://schemas.openxmlformats.org/drawingml/2006/main" noGrp="1"/>
          </p:cNvSpPr>
          <p:nvPr/>
        </p:nvSpPr>
        <p:spPr>
          <a:xfrm xmlns:a="http://schemas.openxmlformats.org/drawingml/2006/main">
            <a:off x="713160" y="603360"/>
            <a:ext cx="10881000" cy="6030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defTabSz="914400">
              <a:lnSpc>
                <a:spcPct val="100000"/>
              </a:lnSpc>
              <a:buNone/>
            </a:pPr>
            <a:r>
              <a:rPr sz="2900" b="1" u="none" strike="noStrike">
                <a:solidFill>
                  <a:srgbClr val="044F9E"/>
                </a:solidFill>
                <a:latin typeface="Times New Roman"/>
                <a:ea typeface="Times New Roman"/>
                <a:cs typeface="Times New Roman"/>
              </a:rPr>
              <a:t>Pandas và Scikit-learn triển khai gọn trên một máy</a:t>
            </a:r>
            <a:endParaRPr sz="2900" b="0" u="none" strike="noStrike">
              <a:solidFill>
                <a:srgbClr val="000000"/>
              </a:solidFill>
              <a:latin typeface="Times New Roman"/>
              <a:ea typeface="Times New Roman"/>
              <a:cs typeface="Times New Roman"/>
            </a:endParaRPr>
          </a:p>
        </p:txBody>
      </p:sp>
      <p:sp>
        <p:nvSpPr>
          <p:cNvPr id="389" name="Rectangle 5">
            <a:extLst xmlns:a="http://schemas.openxmlformats.org/drawingml/2006/main">
              <a:ext uri="{FF2B5EF4-FFF2-40B4-BE49-F238E27FC236}">
                <a16:creationId xmlns:a16="http://schemas.microsoft.com/office/drawing/2014/main" id="{7DBF72CD-022F-4A0D-818C-ECA74DFDE9A4}"/>
              </a:ext>
            </a:extLst>
          </p:cNvPr>
          <p:cNvSpPr>
            <a:spLocks xmlns:a="http://schemas.openxmlformats.org/drawingml/2006/main" noGrp="1"/>
          </p:cNvSpPr>
          <p:nvPr/>
        </p:nvSpPr>
        <p:spPr>
          <a:xfrm xmlns:a="http://schemas.openxmlformats.org/drawingml/2006/main">
            <a:off x="731520" y="1243440"/>
            <a:ext cx="822600" cy="5004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5400" rIns="90000" bIns="54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390" name="TextBox 6">
            <a:extLst xmlns:a="http://schemas.openxmlformats.org/drawingml/2006/main">
              <a:ext uri="{FF2B5EF4-FFF2-40B4-BE49-F238E27FC236}">
                <a16:creationId xmlns:a16="http://schemas.microsoft.com/office/drawing/2014/main" id="{23AF2B12-DF2A-4C7B-9992-DC20FA0E4DA5}"/>
              </a:ext>
            </a:extLst>
          </p:cNvPr>
          <p:cNvSpPr>
            <a:spLocks xmlns:a="http://schemas.openxmlformats.org/drawingml/2006/main" noGrp="1"/>
          </p:cNvSpPr>
          <p:nvPr/>
        </p:nvSpPr>
        <p:spPr>
          <a:xfrm xmlns:a="http://schemas.openxmlformats.org/drawingml/2006/main">
            <a:off x="11384280" y="6492240"/>
            <a:ext cx="438480" cy="2743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spAutoFit/>
          </a:bodyPr>
          <a:lstStyle xmlns:a="http://schemas.openxmlformats.org/drawingml/2006/main"/>
          <a:p xmlns:a="http://schemas.openxmlformats.org/drawingml/2006/main">
            <a:pPr algn="r" defTabSz="914400">
              <a:lnSpc>
                <a:spcPct val="100000"/>
              </a:lnSpc>
              <a:buNone/>
            </a:pPr>
            <a:r>
              <a:rPr sz="1800" b="1" u="none" strike="noStrike">
                <a:solidFill>
                  <a:srgbClr val="044F9E"/>
                </a:solidFill>
                <a:latin typeface="Times New Roman"/>
                <a:ea typeface="Times New Roman"/>
                <a:cs typeface="Times New Roman"/>
              </a:rPr>
              <a:t>20</a:t>
            </a:r>
            <a:endParaRPr sz="1800" b="0" u="none" strike="noStrike">
              <a:solidFill>
                <a:srgbClr val="000000"/>
              </a:solidFill>
              <a:latin typeface="Times New Roman"/>
              <a:ea typeface="Times New Roman"/>
              <a:cs typeface="Times New Roman"/>
            </a:endParaRPr>
          </a:p>
        </p:txBody>
      </p:sp>
      <p:sp>
        <p:nvSpPr>
          <p:cNvPr id="391" name="Rounded Rectangle 7">
            <a:extLst xmlns:a="http://schemas.openxmlformats.org/drawingml/2006/main">
              <a:ext uri="{FF2B5EF4-FFF2-40B4-BE49-F238E27FC236}">
                <a16:creationId xmlns:a16="http://schemas.microsoft.com/office/drawing/2014/main" id="{456EB596-4733-46B9-B488-C3FB1896F90C}"/>
              </a:ext>
            </a:extLst>
          </p:cNvPr>
          <p:cNvSpPr>
            <a:spLocks xmlns:a="http://schemas.openxmlformats.org/drawingml/2006/main" noGrp="1"/>
          </p:cNvSpPr>
          <p:nvPr/>
        </p:nvSpPr>
        <p:spPr>
          <a:xfrm xmlns:a="http://schemas.openxmlformats.org/drawingml/2006/main">
            <a:off x="804600" y="1600200"/>
            <a:ext cx="3309840" cy="352008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392" name="Rectangle 8">
            <a:extLst xmlns:a="http://schemas.openxmlformats.org/drawingml/2006/main">
              <a:ext uri="{FF2B5EF4-FFF2-40B4-BE49-F238E27FC236}">
                <a16:creationId xmlns:a16="http://schemas.microsoft.com/office/drawing/2014/main" id="{510E38CE-4738-40B1-9AF2-BF6930D53780}"/>
              </a:ext>
            </a:extLst>
          </p:cNvPr>
          <p:cNvSpPr>
            <a:spLocks xmlns:a="http://schemas.openxmlformats.org/drawingml/2006/main" noGrp="1"/>
          </p:cNvSpPr>
          <p:nvPr/>
        </p:nvSpPr>
        <p:spPr>
          <a:xfrm xmlns:a="http://schemas.openxmlformats.org/drawingml/2006/main">
            <a:off x="804600" y="1600200"/>
            <a:ext cx="91080" cy="3520080"/>
          </a:xfrm>
          <a:prstGeom xmlns:a="http://schemas.openxmlformats.org/drawingml/2006/main" prst="rect">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393" name="TextBox 9">
            <a:extLst xmlns:a="http://schemas.openxmlformats.org/drawingml/2006/main">
              <a:ext uri="{FF2B5EF4-FFF2-40B4-BE49-F238E27FC236}">
                <a16:creationId xmlns:a16="http://schemas.microsoft.com/office/drawing/2014/main" id="{D55C5E61-5E5C-4A14-B1A3-A59A481B40DE}"/>
              </a:ext>
            </a:extLst>
          </p:cNvPr>
          <p:cNvSpPr>
            <a:spLocks xmlns:a="http://schemas.openxmlformats.org/drawingml/2006/main" noGrp="1"/>
          </p:cNvSpPr>
          <p:nvPr/>
        </p:nvSpPr>
        <p:spPr>
          <a:xfrm xmlns:a="http://schemas.openxmlformats.org/drawingml/2006/main">
            <a:off x="987480" y="1684815"/>
            <a:ext cx="303552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400" b="1" u="none" strike="noStrike">
                <a:solidFill>
                  <a:srgbClr val="044F9E"/>
                </a:solidFill>
                <a:latin typeface="Times New Roman"/>
                <a:ea typeface="Times New Roman"/>
                <a:cs typeface="Times New Roman"/>
              </a:rPr>
              <a:t>Pandas</a:t>
            </a:r>
            <a:endParaRPr sz="2400" b="0" u="none" strike="noStrike">
              <a:solidFill>
                <a:srgbClr val="000000"/>
              </a:solidFill>
              <a:latin typeface="Times New Roman"/>
              <a:ea typeface="Times New Roman"/>
              <a:cs typeface="Times New Roman"/>
            </a:endParaRPr>
          </a:p>
        </p:txBody>
      </p:sp>
      <p:sp>
        <p:nvSpPr>
          <p:cNvPr id="394" name="TextBox 10">
            <a:extLst xmlns:a="http://schemas.openxmlformats.org/drawingml/2006/main">
              <a:ext uri="{FF2B5EF4-FFF2-40B4-BE49-F238E27FC236}">
                <a16:creationId xmlns:a16="http://schemas.microsoft.com/office/drawing/2014/main" id="{D5CB6AD2-257F-458C-8038-91654FBD8EA9}"/>
              </a:ext>
            </a:extLst>
          </p:cNvPr>
          <p:cNvSpPr>
            <a:spLocks xmlns:a="http://schemas.openxmlformats.org/drawingml/2006/main" noGrp="1"/>
          </p:cNvSpPr>
          <p:nvPr/>
        </p:nvSpPr>
        <p:spPr>
          <a:xfrm xmlns:a="http://schemas.openxmlformats.org/drawingml/2006/main">
            <a:off x="987480" y="2112120"/>
            <a:ext cx="3035520" cy="1883738"/>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Đọc CSV thành DataFrame</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Kiểm tra cột và giá trị thiếu</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Chọn X và y</a:t>
            </a:r>
            <a:endParaRPr sz="2400" b="0" u="none" strike="noStrike">
              <a:solidFill>
                <a:srgbClr val="000000"/>
              </a:solidFill>
              <a:latin typeface="Times New Roman"/>
              <a:ea typeface="Times New Roman"/>
              <a:cs typeface="Times New Roman"/>
            </a:endParaRPr>
          </a:p>
        </p:txBody>
      </p:sp>
      <p:sp>
        <p:nvSpPr>
          <p:cNvPr id="395" name="Rounded Rectangle 11">
            <a:extLst xmlns:a="http://schemas.openxmlformats.org/drawingml/2006/main">
              <a:ext uri="{FF2B5EF4-FFF2-40B4-BE49-F238E27FC236}">
                <a16:creationId xmlns:a16="http://schemas.microsoft.com/office/drawing/2014/main" id="{9E644AB8-4BAA-433D-9DD4-BC1ED0459704}"/>
              </a:ext>
            </a:extLst>
          </p:cNvPr>
          <p:cNvSpPr>
            <a:spLocks xmlns:a="http://schemas.openxmlformats.org/drawingml/2006/main" noGrp="1"/>
          </p:cNvSpPr>
          <p:nvPr/>
        </p:nvSpPr>
        <p:spPr>
          <a:xfrm xmlns:a="http://schemas.openxmlformats.org/drawingml/2006/main">
            <a:off x="4443840" y="1600200"/>
            <a:ext cx="3309840" cy="352008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396" name="Rectangle 12">
            <a:extLst xmlns:a="http://schemas.openxmlformats.org/drawingml/2006/main">
              <a:ext uri="{FF2B5EF4-FFF2-40B4-BE49-F238E27FC236}">
                <a16:creationId xmlns:a16="http://schemas.microsoft.com/office/drawing/2014/main" id="{9BA98E24-B280-4932-90B1-3A35DE7F0C98}"/>
              </a:ext>
            </a:extLst>
          </p:cNvPr>
          <p:cNvSpPr>
            <a:spLocks xmlns:a="http://schemas.openxmlformats.org/drawingml/2006/main" noGrp="1"/>
          </p:cNvSpPr>
          <p:nvPr/>
        </p:nvSpPr>
        <p:spPr>
          <a:xfrm xmlns:a="http://schemas.openxmlformats.org/drawingml/2006/main">
            <a:off x="4443840" y="1600200"/>
            <a:ext cx="91080" cy="352008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397" name="TextBox 13">
            <a:extLst xmlns:a="http://schemas.openxmlformats.org/drawingml/2006/main">
              <a:ext uri="{FF2B5EF4-FFF2-40B4-BE49-F238E27FC236}">
                <a16:creationId xmlns:a16="http://schemas.microsoft.com/office/drawing/2014/main" id="{943AE88E-1BDC-4B66-A553-D1AFC3B07DCC}"/>
              </a:ext>
            </a:extLst>
          </p:cNvPr>
          <p:cNvSpPr>
            <a:spLocks xmlns:a="http://schemas.openxmlformats.org/drawingml/2006/main" noGrp="1"/>
          </p:cNvSpPr>
          <p:nvPr/>
        </p:nvSpPr>
        <p:spPr>
          <a:xfrm xmlns:a="http://schemas.openxmlformats.org/drawingml/2006/main">
            <a:off x="4626720" y="1684815"/>
            <a:ext cx="303552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400" b="1" u="none" strike="noStrike">
                <a:solidFill>
                  <a:srgbClr val="044F9E"/>
                </a:solidFill>
                <a:latin typeface="Times New Roman"/>
                <a:ea typeface="Times New Roman"/>
                <a:cs typeface="Times New Roman"/>
              </a:rPr>
              <a:t>Scikit-learn</a:t>
            </a:r>
            <a:endParaRPr sz="2400" b="0" u="none" strike="noStrike">
              <a:solidFill>
                <a:srgbClr val="000000"/>
              </a:solidFill>
              <a:latin typeface="Times New Roman"/>
              <a:ea typeface="Times New Roman"/>
              <a:cs typeface="Times New Roman"/>
            </a:endParaRPr>
          </a:p>
        </p:txBody>
      </p:sp>
      <p:sp>
        <p:nvSpPr>
          <p:cNvPr id="398" name="TextBox 14">
            <a:extLst xmlns:a="http://schemas.openxmlformats.org/drawingml/2006/main">
              <a:ext uri="{FF2B5EF4-FFF2-40B4-BE49-F238E27FC236}">
                <a16:creationId xmlns:a16="http://schemas.microsoft.com/office/drawing/2014/main" id="{66926993-AFA5-4F63-97E1-DA7A933E0E04}"/>
              </a:ext>
            </a:extLst>
          </p:cNvPr>
          <p:cNvSpPr>
            <a:spLocks xmlns:a="http://schemas.openxmlformats.org/drawingml/2006/main" noGrp="1"/>
          </p:cNvSpPr>
          <p:nvPr/>
        </p:nvSpPr>
        <p:spPr>
          <a:xfrm xmlns:a="http://schemas.openxmlformats.org/drawingml/2006/main">
            <a:off x="4626720" y="2112120"/>
            <a:ext cx="3035520" cy="1145074"/>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StandardScaler</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train_test_split</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RandomForestClassifier</a:t>
            </a:r>
            <a:endParaRPr sz="2400" b="0" u="none" strike="noStrike">
              <a:solidFill>
                <a:srgbClr val="000000"/>
              </a:solidFill>
              <a:latin typeface="Times New Roman"/>
              <a:ea typeface="Times New Roman"/>
              <a:cs typeface="Times New Roman"/>
            </a:endParaRPr>
          </a:p>
        </p:txBody>
      </p:sp>
      <p:sp>
        <p:nvSpPr>
          <p:cNvPr id="399" name="Rounded Rectangle 15">
            <a:extLst xmlns:a="http://schemas.openxmlformats.org/drawingml/2006/main">
              <a:ext uri="{FF2B5EF4-FFF2-40B4-BE49-F238E27FC236}">
                <a16:creationId xmlns:a16="http://schemas.microsoft.com/office/drawing/2014/main" id="{9145E5FD-78C9-47DA-B26F-664D2C4A8B2F}"/>
              </a:ext>
            </a:extLst>
          </p:cNvPr>
          <p:cNvSpPr>
            <a:spLocks xmlns:a="http://schemas.openxmlformats.org/drawingml/2006/main" noGrp="1"/>
          </p:cNvSpPr>
          <p:nvPr/>
        </p:nvSpPr>
        <p:spPr>
          <a:xfrm xmlns:a="http://schemas.openxmlformats.org/drawingml/2006/main">
            <a:off x="8083440" y="1600200"/>
            <a:ext cx="3309840" cy="352008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400" name="Rectangle 16">
            <a:extLst xmlns:a="http://schemas.openxmlformats.org/drawingml/2006/main">
              <a:ext uri="{FF2B5EF4-FFF2-40B4-BE49-F238E27FC236}">
                <a16:creationId xmlns:a16="http://schemas.microsoft.com/office/drawing/2014/main" id="{DA15D8B3-4528-4C3F-A955-7336C7998548}"/>
              </a:ext>
            </a:extLst>
          </p:cNvPr>
          <p:cNvSpPr>
            <a:spLocks xmlns:a="http://schemas.openxmlformats.org/drawingml/2006/main" noGrp="1"/>
          </p:cNvSpPr>
          <p:nvPr/>
        </p:nvSpPr>
        <p:spPr>
          <a:xfrm xmlns:a="http://schemas.openxmlformats.org/drawingml/2006/main">
            <a:off x="8083440" y="1600200"/>
            <a:ext cx="91080" cy="3520080"/>
          </a:xfrm>
          <a:prstGeom xmlns:a="http://schemas.openxmlformats.org/drawingml/2006/main" prst="rect">
            <a:avLst/>
          </a:prstGeom>
          <a:solidFill xmlns:a="http://schemas.openxmlformats.org/drawingml/2006/main">
            <a:srgbClr val="E81F26"/>
          </a:solidFill>
          <a:ln xmlns:a="http://schemas.openxmlformats.org/drawingml/2006/main">
            <a:solidFill>
              <a:srgbClr val="E81F2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401" name="TextBox 17">
            <a:extLst xmlns:a="http://schemas.openxmlformats.org/drawingml/2006/main">
              <a:ext uri="{FF2B5EF4-FFF2-40B4-BE49-F238E27FC236}">
                <a16:creationId xmlns:a16="http://schemas.microsoft.com/office/drawing/2014/main" id="{01804A9C-8967-44D8-A16B-EAFF543A6C5B}"/>
              </a:ext>
            </a:extLst>
          </p:cNvPr>
          <p:cNvSpPr>
            <a:spLocks xmlns:a="http://schemas.openxmlformats.org/drawingml/2006/main" noGrp="1"/>
          </p:cNvSpPr>
          <p:nvPr/>
        </p:nvSpPr>
        <p:spPr>
          <a:xfrm xmlns:a="http://schemas.openxmlformats.org/drawingml/2006/main">
            <a:off x="8266320" y="1684815"/>
            <a:ext cx="303552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400" b="1" u="none" strike="noStrike">
                <a:solidFill>
                  <a:srgbClr val="044F9E"/>
                </a:solidFill>
                <a:latin typeface="Times New Roman"/>
                <a:ea typeface="Times New Roman"/>
                <a:cs typeface="Times New Roman"/>
              </a:rPr>
              <a:t>Tận dụng CPU</a:t>
            </a:r>
            <a:endParaRPr sz="2400" b="0" u="none" strike="noStrike">
              <a:solidFill>
                <a:srgbClr val="000000"/>
              </a:solidFill>
              <a:latin typeface="Times New Roman"/>
              <a:ea typeface="Times New Roman"/>
              <a:cs typeface="Times New Roman"/>
            </a:endParaRPr>
          </a:p>
        </p:txBody>
      </p:sp>
      <p:sp>
        <p:nvSpPr>
          <p:cNvPr id="402" name="TextBox 18">
            <a:extLst xmlns:a="http://schemas.openxmlformats.org/drawingml/2006/main">
              <a:ext uri="{FF2B5EF4-FFF2-40B4-BE49-F238E27FC236}">
                <a16:creationId xmlns:a16="http://schemas.microsoft.com/office/drawing/2014/main" id="{CE48C11A-7550-44E3-A5BF-3B172E19F53F}"/>
              </a:ext>
            </a:extLst>
          </p:cNvPr>
          <p:cNvSpPr>
            <a:spLocks xmlns:a="http://schemas.openxmlformats.org/drawingml/2006/main" noGrp="1"/>
          </p:cNvSpPr>
          <p:nvPr/>
        </p:nvSpPr>
        <p:spPr>
          <a:xfrm xmlns:a="http://schemas.openxmlformats.org/drawingml/2006/main">
            <a:off x="8266320" y="2112120"/>
            <a:ext cx="3035520" cy="1514406"/>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n_jobs = -1</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Đa luồng trong Random Forest</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Model lưu bằng joblib</a:t>
            </a:r>
            <a:endParaRPr sz="2400" b="0" u="none" strike="noStrike">
              <a:solidFill>
                <a:srgbClr val="000000"/>
              </a:solidFill>
              <a:latin typeface="Times New Roman"/>
              <a:ea typeface="Times New Roman"/>
              <a:cs typeface="Times New Roman"/>
            </a:endParaRPr>
          </a:p>
        </p:txBody>
      </p:sp>
      <p:sp>
        <p:nvSpPr>
          <p:cNvPr id="403" name="TextBox 19">
            <a:extLst xmlns:a="http://schemas.openxmlformats.org/drawingml/2006/main">
              <a:ext uri="{FF2B5EF4-FFF2-40B4-BE49-F238E27FC236}">
                <a16:creationId xmlns:a16="http://schemas.microsoft.com/office/drawing/2014/main" id="{E3A7E036-09F5-442B-8358-63100997A55E}"/>
              </a:ext>
            </a:extLst>
          </p:cNvPr>
          <p:cNvSpPr>
            <a:spLocks xmlns:a="http://schemas.openxmlformats.org/drawingml/2006/main" noGrp="1"/>
          </p:cNvSpPr>
          <p:nvPr/>
        </p:nvSpPr>
        <p:spPr>
          <a:xfrm xmlns:a="http://schemas.openxmlformats.org/drawingml/2006/main">
            <a:off x="1097280" y="5429626"/>
            <a:ext cx="9875160" cy="387508"/>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algn="ctr" defTabSz="914400">
              <a:lnSpc>
                <a:spcPct val="100000"/>
              </a:lnSpc>
              <a:buNone/>
            </a:pPr>
            <a:r>
              <a:rPr sz="2400" b="0" u="none" strike="noStrike">
                <a:solidFill>
                  <a:srgbClr val="527089"/>
                </a:solidFill>
                <a:latin typeface="Times New Roman"/>
                <a:ea typeface="Times New Roman"/>
                <a:cs typeface="Times New Roman"/>
              </a:rPr>
              <a:t>Phù hợp khi dữ liệu và tài nguyên vẫn đáp ứng trên một máy.</a:t>
            </a:r>
            <a:endParaRPr sz="2400" b="0" u="none" strike="noStrike">
              <a:solidFill>
                <a:srgbClr val="000000"/>
              </a:solidFill>
              <a:latin typeface="Times New Roman"/>
              <a:ea typeface="Times New Roman"/>
              <a:cs typeface="Times New Roman"/>
            </a:endParaRPr>
          </a:p>
        </p:txBody>
      </p:sp>
    </p:spTree>
    <p:extLst>
      <p:ext uri="{BB962C8B-B14F-4D97-AF65-F5344CB8AC3E}">
        <p14:creationId xmlns:p14="http://schemas.microsoft.com/office/powerpoint/2010/main" val="846991193"/>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sp>
        <p:nvSpPr>
          <p:cNvPr id="404" name="PlaceHolder 1">
            <a:extLst xmlns:a="http://schemas.openxmlformats.org/drawingml/2006/main">
              <a:ext uri="{FF2B5EF4-FFF2-40B4-BE49-F238E27FC236}">
                <a16:creationId xmlns:a16="http://schemas.microsoft.com/office/drawing/2014/main" id="{C2DD05F2-FB2B-4200-86B6-375BEEB628D8}"/>
              </a:ext>
            </a:extLst>
          </p:cNvPr>
          <p:cNvSpPr>
            <a:spLocks xmlns:a="http://schemas.openxmlformats.org/drawingml/2006/main" noGrp="1"/>
          </p:cNvSpPr>
          <p:nvPr>
            <p:ph idx="0"/>
          </p:nvPr>
        </p:nvSpPr>
        <p:spPr>
          <a:xfrm xmlns:a="http://schemas.openxmlformats.org/drawingml/2006/main">
            <a:off x="839880" y="1681200"/>
            <a:ext cx="5157360" cy="8236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91440" tIns="45720" rIns="91440" bIns="45720" anchor="b">
            <a:noAutofit/>
          </a:bodyPr>
          <a:lstStyle xmlns:a="http://schemas.openxmlformats.org/drawingml/2006/main"/>
          <a:p xmlns:a="http://schemas.openxmlformats.org/drawingml/2006/main">
            <a:pPr indent="0">
              <a:lnSpc>
                <a:spcPct val="90000"/>
              </a:lnSpc>
              <a:spcBef>
                <a:spcPts val="1417"/>
              </a:spcBef>
              <a:buNone/>
            </a:pPr>
            <a:endParaRPr sz="2400" b="1" u="none" strike="noStrike">
              <a:solidFill>
                <a:schemeClr val="dk1"/>
              </a:solidFill>
              <a:latin typeface="Times New Roman"/>
              <a:ea typeface="Times New Roman"/>
              <a:cs typeface="Times New Roman"/>
            </a:endParaRPr>
          </a:p>
        </p:txBody>
      </p:sp>
      <p:sp>
        <p:nvSpPr>
          <p:cNvPr id="406" name="PlaceHolder 3">
            <a:extLst xmlns:a="http://schemas.openxmlformats.org/drawingml/2006/main">
              <a:ext uri="{FF2B5EF4-FFF2-40B4-BE49-F238E27FC236}">
                <a16:creationId xmlns:a16="http://schemas.microsoft.com/office/drawing/2014/main" id="{5EF4D517-9DC6-463C-9670-5463592D25F9}"/>
              </a:ext>
            </a:extLst>
          </p:cNvPr>
          <p:cNvSpPr>
            <a:spLocks xmlns:a="http://schemas.openxmlformats.org/drawingml/2006/main" noGrp="1"/>
          </p:cNvSpPr>
          <p:nvPr>
            <p:ph idx="0"/>
          </p:nvPr>
        </p:nvSpPr>
        <p:spPr>
          <a:xfrm xmlns:a="http://schemas.openxmlformats.org/drawingml/2006/main">
            <a:off x="6172200" y="1681200"/>
            <a:ext cx="5182920" cy="8236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91440" tIns="45720" rIns="91440" bIns="45720" anchor="b">
            <a:noAutofit/>
          </a:bodyPr>
          <a:lstStyle xmlns:a="http://schemas.openxmlformats.org/drawingml/2006/main"/>
          <a:p xmlns:a="http://schemas.openxmlformats.org/drawingml/2006/main">
            <a:pPr indent="0">
              <a:lnSpc>
                <a:spcPct val="90000"/>
              </a:lnSpc>
              <a:spcBef>
                <a:spcPts val="1417"/>
              </a:spcBef>
              <a:buNone/>
            </a:pPr>
            <a:endParaRPr sz="2400" b="1" u="none" strike="noStrike">
              <a:solidFill>
                <a:schemeClr val="dk1"/>
              </a:solidFill>
              <a:latin typeface="Times New Roman"/>
              <a:ea typeface="Times New Roman"/>
              <a:cs typeface="Times New Roman"/>
            </a:endParaRPr>
          </a:p>
        </p:txBody>
      </p:sp>
      <p:sp>
        <p:nvSpPr>
          <p:cNvPr id="409" name="TextBox 6">
            <a:extLst xmlns:a="http://schemas.openxmlformats.org/drawingml/2006/main">
              <a:ext uri="{FF2B5EF4-FFF2-40B4-BE49-F238E27FC236}">
                <a16:creationId xmlns:a16="http://schemas.microsoft.com/office/drawing/2014/main" id="{36388FD8-E9FA-4B0C-B0DB-E8AF56FFBE5A}"/>
              </a:ext>
            </a:extLst>
          </p:cNvPr>
          <p:cNvSpPr>
            <a:spLocks xmlns:a="http://schemas.openxmlformats.org/drawingml/2006/main" noGrp="1"/>
          </p:cNvSpPr>
          <p:nvPr/>
        </p:nvSpPr>
        <p:spPr>
          <a:xfrm xmlns:a="http://schemas.openxmlformats.org/drawingml/2006/main">
            <a:off x="713160" y="603360"/>
            <a:ext cx="10881000" cy="6030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defTabSz="914400">
              <a:lnSpc>
                <a:spcPct val="100000"/>
              </a:lnSpc>
              <a:buNone/>
            </a:pPr>
            <a:r>
              <a:rPr sz="2900" b="1" u="none" strike="noStrike">
                <a:solidFill>
                  <a:srgbClr val="044F9E"/>
                </a:solidFill>
                <a:latin typeface="Times New Roman"/>
                <a:ea typeface="Times New Roman"/>
                <a:cs typeface="Times New Roman"/>
              </a:rPr>
              <a:t>Khác biệt chính nằm ở cách tổ chức dữ liệu và tài nguyên</a:t>
            </a:r>
            <a:endParaRPr sz="2900" b="0" u="none" strike="noStrike">
              <a:solidFill>
                <a:srgbClr val="000000"/>
              </a:solidFill>
              <a:latin typeface="Times New Roman"/>
              <a:ea typeface="Times New Roman"/>
              <a:cs typeface="Times New Roman"/>
            </a:endParaRPr>
          </a:p>
        </p:txBody>
      </p:sp>
      <p:sp>
        <p:nvSpPr>
          <p:cNvPr id="410" name="Rectangle 7">
            <a:extLst xmlns:a="http://schemas.openxmlformats.org/drawingml/2006/main">
              <a:ext uri="{FF2B5EF4-FFF2-40B4-BE49-F238E27FC236}">
                <a16:creationId xmlns:a16="http://schemas.microsoft.com/office/drawing/2014/main" id="{B7DE908B-E633-414E-BC2D-73C22BF84A94}"/>
              </a:ext>
            </a:extLst>
          </p:cNvPr>
          <p:cNvSpPr>
            <a:spLocks xmlns:a="http://schemas.openxmlformats.org/drawingml/2006/main" noGrp="1"/>
          </p:cNvSpPr>
          <p:nvPr/>
        </p:nvSpPr>
        <p:spPr>
          <a:xfrm xmlns:a="http://schemas.openxmlformats.org/drawingml/2006/main">
            <a:off x="731520" y="1243440"/>
            <a:ext cx="822600" cy="5004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5400" rIns="90000" bIns="54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411" name="TextBox 8">
            <a:extLst xmlns:a="http://schemas.openxmlformats.org/drawingml/2006/main">
              <a:ext uri="{FF2B5EF4-FFF2-40B4-BE49-F238E27FC236}">
                <a16:creationId xmlns:a16="http://schemas.microsoft.com/office/drawing/2014/main" id="{D1814462-08B9-4274-8C61-44F5A9B456B9}"/>
              </a:ext>
            </a:extLst>
          </p:cNvPr>
          <p:cNvSpPr>
            <a:spLocks xmlns:a="http://schemas.openxmlformats.org/drawingml/2006/main" noGrp="1"/>
          </p:cNvSpPr>
          <p:nvPr/>
        </p:nvSpPr>
        <p:spPr>
          <a:xfrm xmlns:a="http://schemas.openxmlformats.org/drawingml/2006/main">
            <a:off x="11384280" y="6492240"/>
            <a:ext cx="438480" cy="2743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spAutoFit/>
          </a:bodyPr>
          <a:lstStyle xmlns:a="http://schemas.openxmlformats.org/drawingml/2006/main"/>
          <a:p xmlns:a="http://schemas.openxmlformats.org/drawingml/2006/main">
            <a:pPr algn="r" defTabSz="914400">
              <a:lnSpc>
                <a:spcPct val="100000"/>
              </a:lnSpc>
              <a:buNone/>
            </a:pPr>
            <a:r>
              <a:rPr sz="1800" b="1" u="none" strike="noStrike">
                <a:solidFill>
                  <a:srgbClr val="044F9E"/>
                </a:solidFill>
                <a:latin typeface="Times New Roman"/>
                <a:ea typeface="Times New Roman"/>
                <a:cs typeface="Times New Roman"/>
              </a:rPr>
              <a:t>21</a:t>
            </a:r>
            <a:endParaRPr sz="1800" b="0" u="none" strike="noStrike">
              <a:solidFill>
                <a:srgbClr val="000000"/>
              </a:solidFill>
              <a:latin typeface="Times New Roman"/>
              <a:ea typeface="Times New Roman"/>
              <a:cs typeface="Times New Roman"/>
            </a:endParaRPr>
          </a:p>
        </p:txBody>
      </p:sp>
      <p:graphicFrame>
        <p:nvGraphicFramePr>
          <p:cNvPr id="412" name="Table 9">
            <a:extLst xmlns:a="http://schemas.openxmlformats.org/drawingml/2006/main">
              <a:ext uri="{FF2B5EF4-FFF2-40B4-BE49-F238E27FC236}">
                <a16:creationId xmlns:a16="http://schemas.microsoft.com/office/drawing/2014/main" id="{57DD0425-72D6-49D2-9284-051F0DF5213A}"/>
              </a:ext>
            </a:extLst>
          </p:cNvPr>
          <p:cNvGraphicFramePr/>
          <p:nvPr/>
        </p:nvGraphicFramePr>
        <p:xfrm>
          <a:off xmlns:a="http://schemas.openxmlformats.org/drawingml/2006/main" x="786240" y="1627560"/>
          <a:ext xmlns:a="http://schemas.openxmlformats.org/drawingml/2006/main" cx="10625040" cy="3858480"/>
        </p:xfrm>
        <a:graphic xmlns:a="http://schemas.openxmlformats.org/drawingml/2006/main">
          <a:graphicData uri="http://schemas.openxmlformats.org/drawingml/2006/table">
            <a:tbl>
              <a:tblPr/>
              <a:tblGrid>
                <a:gridCol w="2240280"/>
                <a:gridCol w="4160520"/>
                <a:gridCol w="4224240"/>
              </a:tblGrid>
              <a:tr h="640080">
                <a:tc>
                  <a:txBody>
                    <a:bodyPr/>
                    <a:lstStyle/>
                    <a:p>
                      <a:pPr algn="ctr" defTabSz="914400">
                        <a:lnSpc>
                          <a:spcPct val="100000"/>
                        </a:lnSpc>
                        <a:buNone/>
                      </a:pPr>
                      <a:r>
                        <a:rPr sz="2400" b="1" u="none" strike="noStrike">
                          <a:solidFill>
                            <a:srgbClr val="FFFFFF"/>
                          </a:solidFill>
                          <a:latin typeface="Times New Roman"/>
                          <a:ea typeface="Times New Roman"/>
                          <a:cs typeface="Times New Roman"/>
                        </a:rPr>
                        <a:t>Khía cạnh</a:t>
                      </a:r>
                      <a:endParaRPr sz="2400" b="0" u="none" strike="noStrike">
                        <a:solidFill>
                          <a:srgbClr val="FFFFFF"/>
                        </a:solidFill>
                        <a:latin typeface="Times New Roman"/>
                        <a:ea typeface="Times New Roman"/>
                        <a:cs typeface="Times New Roman"/>
                      </a:endParaRP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44F9E"/>
                    </a:solidFill>
                  </a:tcPr>
                </a:tc>
                <a:tc>
                  <a:txBody>
                    <a:bodyPr/>
                    <a:lstStyle/>
                    <a:p>
                      <a:pPr algn="ctr" defTabSz="914400">
                        <a:lnSpc>
                          <a:spcPct val="100000"/>
                        </a:lnSpc>
                        <a:buNone/>
                      </a:pPr>
                      <a:r>
                        <a:rPr sz="2400" b="1" u="none" strike="noStrike">
                          <a:solidFill>
                            <a:srgbClr val="FFFFFF"/>
                          </a:solidFill>
                          <a:latin typeface="Times New Roman"/>
                          <a:ea typeface="Times New Roman"/>
                          <a:cs typeface="Times New Roman"/>
                        </a:rPr>
                        <a:t>Pandas + Scikit-learn</a:t>
                      </a:r>
                      <a:endParaRPr sz="2400" b="0" u="none" strike="noStrike">
                        <a:solidFill>
                          <a:srgbClr val="FFFFFF"/>
                        </a:solidFill>
                        <a:latin typeface="Times New Roman"/>
                        <a:ea typeface="Times New Roman"/>
                        <a:cs typeface="Times New Roman"/>
                      </a:endParaRP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44F9E"/>
                    </a:solidFill>
                  </a:tcPr>
                </a:tc>
                <a:tc>
                  <a:txBody>
                    <a:bodyPr/>
                    <a:lstStyle/>
                    <a:p>
                      <a:pPr algn="ctr" defTabSz="914400">
                        <a:lnSpc>
                          <a:spcPct val="100000"/>
                        </a:lnSpc>
                        <a:buNone/>
                      </a:pPr>
                      <a:r>
                        <a:rPr sz="2400" b="1" u="none" strike="noStrike">
                          <a:solidFill>
                            <a:srgbClr val="FFFFFF"/>
                          </a:solidFill>
                          <a:latin typeface="Times New Roman"/>
                          <a:ea typeface="Times New Roman"/>
                          <a:cs typeface="Times New Roman"/>
                        </a:rPr>
                        <a:t>Apache Spark MLlib</a:t>
                      </a:r>
                      <a:endParaRPr sz="2400" b="0" u="none" strike="noStrike">
                        <a:solidFill>
                          <a:srgbClr val="FFFFFF"/>
                        </a:solidFill>
                        <a:latin typeface="Times New Roman"/>
                        <a:ea typeface="Times New Roman"/>
                        <a:cs typeface="Times New Roman"/>
                      </a:endParaRP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44F9E"/>
                    </a:solidFill>
                  </a:tcPr>
                </a:tc>
              </a:tr>
              <a:tr h="804600">
                <a:tc>
                  <a:txBody>
                    <a:bodyPr/>
                    <a:lstStyle/>
                    <a:p>
                      <a:pPr algn="ctr" defTabSz="914400">
                        <a:lnSpc>
                          <a:spcPct val="100000"/>
                        </a:lnSpc>
                        <a:buNone/>
                      </a:pPr>
                      <a:r>
                        <a:rPr sz="2000" b="0" u="none" strike="noStrike">
                          <a:solidFill>
                            <a:srgbClr val="18324B"/>
                          </a:solidFill>
                          <a:latin typeface="Times New Roman"/>
                          <a:ea typeface="Times New Roman"/>
                          <a:cs typeface="Times New Roman"/>
                        </a:rPr>
                        <a:t>Đơn vị dữ liệu</a:t>
                      </a:r>
                      <a:endParaRPr sz="2000" b="0" u="none" strike="noStrike">
                        <a:solidFill>
                          <a:srgbClr val="000000"/>
                        </a:solidFill>
                        <a:latin typeface="Times New Roman"/>
                        <a:ea typeface="Times New Roman"/>
                        <a:cs typeface="Times New Roman"/>
                      </a:endParaRP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4F8FC"/>
                    </a:solidFill>
                  </a:tcPr>
                </a:tc>
                <a:tc>
                  <a:txBody>
                    <a:bodyPr/>
                    <a:lstStyle/>
                    <a:p>
                      <a:pPr defTabSz="914400">
                        <a:lnSpc>
                          <a:spcPct val="100000"/>
                        </a:lnSpc>
                        <a:buNone/>
                      </a:pPr>
                      <a:r>
                        <a:rPr sz="2000" b="0" u="none" strike="noStrike">
                          <a:solidFill>
                            <a:srgbClr val="18324B"/>
                          </a:solidFill>
                          <a:latin typeface="Times New Roman"/>
                          <a:ea typeface="Times New Roman"/>
                          <a:cs typeface="Times New Roman"/>
                        </a:rPr>
                        <a:t>DataFrame / mảng trong bộ nhớ</a:t>
                      </a:r>
                      <a:endParaRPr sz="2000" b="0" u="none" strike="noStrike">
                        <a:solidFill>
                          <a:srgbClr val="000000"/>
                        </a:solidFill>
                        <a:latin typeface="Times New Roman"/>
                        <a:ea typeface="Times New Roman"/>
                        <a:cs typeface="Times New Roman"/>
                      </a:endParaRP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4F8FC"/>
                    </a:solidFill>
                  </a:tcPr>
                </a:tc>
                <a:tc>
                  <a:txBody>
                    <a:bodyPr/>
                    <a:lstStyle/>
                    <a:p>
                      <a:pPr defTabSz="914400">
                        <a:lnSpc>
                          <a:spcPct val="100000"/>
                        </a:lnSpc>
                        <a:buNone/>
                      </a:pPr>
                      <a:r>
                        <a:rPr sz="2000" b="0" u="none" strike="noStrike">
                          <a:solidFill>
                            <a:srgbClr val="18324B"/>
                          </a:solidFill>
                          <a:latin typeface="Times New Roman"/>
                          <a:ea typeface="Times New Roman"/>
                          <a:cs typeface="Times New Roman"/>
                        </a:rPr>
                        <a:t>Spark DataFrame / partition</a:t>
                      </a:r>
                      <a:endParaRPr sz="2000" b="0" u="none" strike="noStrike">
                        <a:solidFill>
                          <a:srgbClr val="000000"/>
                        </a:solidFill>
                        <a:latin typeface="Times New Roman"/>
                        <a:ea typeface="Times New Roman"/>
                        <a:cs typeface="Times New Roman"/>
                      </a:endParaRP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4F8FC"/>
                    </a:solidFill>
                  </a:tcPr>
                </a:tc>
              </a:tr>
              <a:tr h="804600">
                <a:tc>
                  <a:txBody>
                    <a:bodyPr/>
                    <a:lstStyle/>
                    <a:p>
                      <a:pPr algn="ctr" defTabSz="914400">
                        <a:lnSpc>
                          <a:spcPct val="100000"/>
                        </a:lnSpc>
                        <a:buNone/>
                      </a:pPr>
                      <a:r>
                        <a:rPr sz="2000" b="0" u="none" strike="noStrike">
                          <a:solidFill>
                            <a:srgbClr val="18324B"/>
                          </a:solidFill>
                          <a:latin typeface="Times New Roman"/>
                          <a:ea typeface="Times New Roman"/>
                          <a:cs typeface="Times New Roman"/>
                        </a:rPr>
                        <a:t>Mô hình tính toán</a:t>
                      </a:r>
                      <a:endParaRPr sz="2000" b="0" u="none" strike="noStrike">
                        <a:solidFill>
                          <a:srgbClr val="000000"/>
                        </a:solidFill>
                        <a:latin typeface="Times New Roman"/>
                        <a:ea typeface="Times New Roman"/>
                        <a:cs typeface="Times New Roman"/>
                      </a:endParaRP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lstStyle/>
                    <a:p>
                      <a:pPr defTabSz="914400">
                        <a:lnSpc>
                          <a:spcPct val="100000"/>
                        </a:lnSpc>
                        <a:buNone/>
                      </a:pPr>
                      <a:r>
                        <a:rPr sz="2000" b="0" u="none" strike="noStrike">
                          <a:solidFill>
                            <a:srgbClr val="18324B"/>
                          </a:solidFill>
                          <a:latin typeface="Times New Roman"/>
                          <a:ea typeface="Times New Roman"/>
                          <a:cs typeface="Times New Roman"/>
                        </a:rPr>
                        <a:t>Single-node</a:t>
                      </a:r>
                      <a:endParaRPr sz="2000" b="0" u="none" strike="noStrike">
                        <a:solidFill>
                          <a:srgbClr val="000000"/>
                        </a:solidFill>
                        <a:latin typeface="Times New Roman"/>
                        <a:ea typeface="Times New Roman"/>
                        <a:cs typeface="Times New Roman"/>
                      </a:endParaRP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lstStyle/>
                    <a:p>
                      <a:pPr defTabSz="914400">
                        <a:lnSpc>
                          <a:spcPct val="100000"/>
                        </a:lnSpc>
                        <a:buNone/>
                      </a:pPr>
                      <a:r>
                        <a:rPr sz="2000" b="0" u="none" strike="noStrike">
                          <a:solidFill>
                            <a:srgbClr val="18324B"/>
                          </a:solidFill>
                          <a:latin typeface="Times New Roman"/>
                          <a:ea typeface="Times New Roman"/>
                          <a:cs typeface="Times New Roman"/>
                        </a:rPr>
                        <a:t>Distributed execution model</a:t>
                      </a:r>
                      <a:endParaRPr sz="2000" b="0" u="none" strike="noStrike">
                        <a:solidFill>
                          <a:srgbClr val="000000"/>
                        </a:solidFill>
                        <a:latin typeface="Times New Roman"/>
                        <a:ea typeface="Times New Roman"/>
                        <a:cs typeface="Times New Roman"/>
                      </a:endParaRP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804600">
                <a:tc>
                  <a:txBody>
                    <a:bodyPr/>
                    <a:lstStyle/>
                    <a:p>
                      <a:pPr algn="ctr" defTabSz="914400">
                        <a:lnSpc>
                          <a:spcPct val="100000"/>
                        </a:lnSpc>
                        <a:buNone/>
                      </a:pPr>
                      <a:r>
                        <a:rPr sz="2000" b="0" u="none" strike="noStrike">
                          <a:solidFill>
                            <a:srgbClr val="18324B"/>
                          </a:solidFill>
                          <a:latin typeface="Times New Roman"/>
                          <a:ea typeface="Times New Roman"/>
                          <a:cs typeface="Times New Roman"/>
                        </a:rPr>
                        <a:t>Song song</a:t>
                      </a:r>
                      <a:endParaRPr sz="2000" b="0" u="none" strike="noStrike">
                        <a:solidFill>
                          <a:srgbClr val="000000"/>
                        </a:solidFill>
                        <a:latin typeface="Times New Roman"/>
                        <a:ea typeface="Times New Roman"/>
                        <a:cs typeface="Times New Roman"/>
                      </a:endParaRP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4F8FC"/>
                    </a:solidFill>
                  </a:tcPr>
                </a:tc>
                <a:tc>
                  <a:txBody>
                    <a:bodyPr/>
                    <a:lstStyle/>
                    <a:p>
                      <a:pPr defTabSz="914400">
                        <a:lnSpc>
                          <a:spcPct val="100000"/>
                        </a:lnSpc>
                        <a:buNone/>
                      </a:pPr>
                      <a:r>
                        <a:rPr sz="2000" b="0" u="none" strike="noStrike">
                          <a:solidFill>
                            <a:srgbClr val="18324B"/>
                          </a:solidFill>
                          <a:latin typeface="Times New Roman"/>
                          <a:ea typeface="Times New Roman"/>
                          <a:cs typeface="Times New Roman"/>
                        </a:rPr>
                        <a:t>n_jobs=-1 cho Random Forest</a:t>
                      </a:r>
                      <a:endParaRPr sz="2000" b="0" u="none" strike="noStrike">
                        <a:solidFill>
                          <a:srgbClr val="000000"/>
                        </a:solidFill>
                        <a:latin typeface="Times New Roman"/>
                        <a:ea typeface="Times New Roman"/>
                        <a:cs typeface="Times New Roman"/>
                      </a:endParaRP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4F8FC"/>
                    </a:solidFill>
                  </a:tcPr>
                </a:tc>
                <a:tc>
                  <a:txBody>
                    <a:bodyPr/>
                    <a:lstStyle/>
                    <a:p>
                      <a:pPr defTabSz="914400">
                        <a:lnSpc>
                          <a:spcPct val="100000"/>
                        </a:lnSpc>
                        <a:buNone/>
                      </a:pPr>
                      <a:r>
                        <a:rPr sz="2000" b="0" u="none" strike="noStrike">
                          <a:solidFill>
                            <a:srgbClr val="18324B"/>
                          </a:solidFill>
                          <a:latin typeface="Times New Roman"/>
                          <a:ea typeface="Times New Roman"/>
                          <a:cs typeface="Times New Roman"/>
                        </a:rPr>
                        <a:t>Task chạy theo partition</a:t>
                      </a:r>
                      <a:endParaRPr sz="2000" b="0" u="none" strike="noStrike">
                        <a:solidFill>
                          <a:srgbClr val="000000"/>
                        </a:solidFill>
                        <a:latin typeface="Times New Roman"/>
                        <a:ea typeface="Times New Roman"/>
                        <a:cs typeface="Times New Roman"/>
                      </a:endParaRP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4F8FC"/>
                    </a:solidFill>
                  </a:tcPr>
                </a:tc>
              </a:tr>
              <a:tr h="804600">
                <a:tc>
                  <a:txBody>
                    <a:bodyPr/>
                    <a:lstStyle/>
                    <a:p>
                      <a:pPr algn="ctr" defTabSz="914400">
                        <a:lnSpc>
                          <a:spcPct val="100000"/>
                        </a:lnSpc>
                        <a:buNone/>
                      </a:pPr>
                      <a:r>
                        <a:rPr sz="2000" b="0" u="none" strike="noStrike">
                          <a:solidFill>
                            <a:srgbClr val="18324B"/>
                          </a:solidFill>
                          <a:latin typeface="Times New Roman"/>
                          <a:ea typeface="Times New Roman"/>
                          <a:cs typeface="Times New Roman"/>
                        </a:rPr>
                        <a:t>Điều kiện dùng</a:t>
                      </a:r>
                      <a:endParaRPr sz="2000" b="0" u="none" strike="noStrike">
                        <a:solidFill>
                          <a:srgbClr val="000000"/>
                        </a:solidFill>
                        <a:latin typeface="Times New Roman"/>
                        <a:ea typeface="Times New Roman"/>
                        <a:cs typeface="Times New Roman"/>
                      </a:endParaRP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lstStyle/>
                    <a:p>
                      <a:pPr defTabSz="914400">
                        <a:lnSpc>
                          <a:spcPct val="100000"/>
                        </a:lnSpc>
                        <a:buNone/>
                      </a:pPr>
                      <a:r>
                        <a:rPr sz="2000" b="0" u="none" strike="noStrike">
                          <a:solidFill>
                            <a:srgbClr val="18324B"/>
                          </a:solidFill>
                          <a:latin typeface="Times New Roman"/>
                          <a:ea typeface="Times New Roman"/>
                          <a:cs typeface="Times New Roman"/>
                        </a:rPr>
                        <a:t>Dữ liệu vừa trong RAM một máy</a:t>
                      </a:r>
                      <a:endParaRPr sz="2000" b="0" u="none" strike="noStrike">
                        <a:solidFill>
                          <a:srgbClr val="000000"/>
                        </a:solidFill>
                        <a:latin typeface="Times New Roman"/>
                        <a:ea typeface="Times New Roman"/>
                        <a:cs typeface="Times New Roman"/>
                      </a:endParaRP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lstStyle/>
                    <a:p>
                      <a:pPr defTabSz="914400">
                        <a:lnSpc>
                          <a:spcPct val="100000"/>
                        </a:lnSpc>
                        <a:buNone/>
                      </a:pPr>
                      <a:r>
                        <a:rPr sz="2000" b="0" u="none" strike="noStrike">
                          <a:solidFill>
                            <a:srgbClr val="18324B"/>
                          </a:solidFill>
                          <a:latin typeface="Times New Roman"/>
                          <a:ea typeface="Times New Roman"/>
                          <a:cs typeface="Times New Roman"/>
                        </a:rPr>
                        <a:t>Khi cần phân vùng hoặc cluster</a:t>
                      </a:r>
                      <a:endParaRPr sz="2000" b="0" u="none" strike="noStrike">
                        <a:solidFill>
                          <a:srgbClr val="000000"/>
                        </a:solidFill>
                        <a:latin typeface="Times New Roman"/>
                        <a:ea typeface="Times New Roman"/>
                        <a:cs typeface="Times New Roman"/>
                      </a:endParaRP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bl>
          </a:graphicData>
        </a:graphic>
      </p:graphicFrame>
    </p:spTree>
    <p:extLst>
      <p:ext uri="{BB962C8B-B14F-4D97-AF65-F5344CB8AC3E}">
        <p14:creationId xmlns:p14="http://schemas.microsoft.com/office/powerpoint/2010/main" val="160438351"/>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sp>
        <p:nvSpPr>
          <p:cNvPr id="415" name="TextBox 3">
            <a:extLst xmlns:a="http://schemas.openxmlformats.org/drawingml/2006/main">
              <a:ext uri="{FF2B5EF4-FFF2-40B4-BE49-F238E27FC236}">
                <a16:creationId xmlns:a16="http://schemas.microsoft.com/office/drawing/2014/main" id="{8CCF5495-DE37-4B8D-93FB-AE9E57CAF294}"/>
              </a:ext>
            </a:extLst>
          </p:cNvPr>
          <p:cNvSpPr>
            <a:spLocks xmlns:a="http://schemas.openxmlformats.org/drawingml/2006/main" noGrp="1"/>
          </p:cNvSpPr>
          <p:nvPr/>
        </p:nvSpPr>
        <p:spPr>
          <a:xfrm xmlns:a="http://schemas.openxmlformats.org/drawingml/2006/main">
            <a:off x="713160" y="603360"/>
            <a:ext cx="10881000" cy="6030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defTabSz="914400">
              <a:lnSpc>
                <a:spcPct val="100000"/>
              </a:lnSpc>
              <a:buNone/>
            </a:pPr>
            <a:r>
              <a:rPr sz="2900" b="1" u="none" strike="noStrike">
                <a:solidFill>
                  <a:srgbClr val="044F9E"/>
                </a:solidFill>
                <a:latin typeface="Times New Roman"/>
                <a:ea typeface="Times New Roman"/>
                <a:cs typeface="Times New Roman"/>
              </a:rPr>
              <a:t>Kiến trúc tổng thể dùng chung dữ liệu và so sánh hai nhánh</a:t>
            </a:r>
            <a:endParaRPr sz="2900" b="0" u="none" strike="noStrike">
              <a:solidFill>
                <a:srgbClr val="000000"/>
              </a:solidFill>
              <a:latin typeface="Times New Roman"/>
              <a:ea typeface="Times New Roman"/>
              <a:cs typeface="Times New Roman"/>
            </a:endParaRPr>
          </a:p>
        </p:txBody>
      </p:sp>
      <p:sp>
        <p:nvSpPr>
          <p:cNvPr id="416" name="Rectangle 4">
            <a:extLst xmlns:a="http://schemas.openxmlformats.org/drawingml/2006/main">
              <a:ext uri="{FF2B5EF4-FFF2-40B4-BE49-F238E27FC236}">
                <a16:creationId xmlns:a16="http://schemas.microsoft.com/office/drawing/2014/main" id="{BB7B8D29-3914-45E0-84C2-20B29D48905E}"/>
              </a:ext>
            </a:extLst>
          </p:cNvPr>
          <p:cNvSpPr>
            <a:spLocks xmlns:a="http://schemas.openxmlformats.org/drawingml/2006/main" noGrp="1"/>
          </p:cNvSpPr>
          <p:nvPr/>
        </p:nvSpPr>
        <p:spPr>
          <a:xfrm xmlns:a="http://schemas.openxmlformats.org/drawingml/2006/main">
            <a:off x="731520" y="1243440"/>
            <a:ext cx="822600" cy="5004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5400" rIns="90000" bIns="54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417" name="TextBox 5">
            <a:extLst xmlns:a="http://schemas.openxmlformats.org/drawingml/2006/main">
              <a:ext uri="{FF2B5EF4-FFF2-40B4-BE49-F238E27FC236}">
                <a16:creationId xmlns:a16="http://schemas.microsoft.com/office/drawing/2014/main" id="{960E1A8C-6CBF-478F-BDEC-A65CC7F2E35F}"/>
              </a:ext>
            </a:extLst>
          </p:cNvPr>
          <p:cNvSpPr>
            <a:spLocks xmlns:a="http://schemas.openxmlformats.org/drawingml/2006/main" noGrp="1"/>
          </p:cNvSpPr>
          <p:nvPr/>
        </p:nvSpPr>
        <p:spPr>
          <a:xfrm xmlns:a="http://schemas.openxmlformats.org/drawingml/2006/main">
            <a:off x="11384280" y="6492240"/>
            <a:ext cx="438480" cy="2743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spAutoFit/>
          </a:bodyPr>
          <a:lstStyle xmlns:a="http://schemas.openxmlformats.org/drawingml/2006/main"/>
          <a:p xmlns:a="http://schemas.openxmlformats.org/drawingml/2006/main">
            <a:pPr algn="r" defTabSz="914400">
              <a:lnSpc>
                <a:spcPct val="100000"/>
              </a:lnSpc>
              <a:buNone/>
            </a:pPr>
            <a:r>
              <a:rPr sz="1800" b="1" u="none" strike="noStrike">
                <a:solidFill>
                  <a:srgbClr val="044F9E"/>
                </a:solidFill>
                <a:latin typeface="Times New Roman"/>
                <a:ea typeface="Times New Roman"/>
                <a:cs typeface="Times New Roman"/>
              </a:rPr>
              <a:t>22</a:t>
            </a:r>
            <a:endParaRPr sz="1800" b="0" u="none" strike="noStrike">
              <a:solidFill>
                <a:srgbClr val="000000"/>
              </a:solidFill>
              <a:latin typeface="Times New Roman"/>
              <a:ea typeface="Times New Roman"/>
              <a:cs typeface="Times New Roman"/>
            </a:endParaRPr>
          </a:p>
        </p:txBody>
      </p:sp>
      <p:sp>
        <p:nvSpPr>
          <p:cNvPr id="418" name="Rounded Rectangle 6">
            <a:extLst xmlns:a="http://schemas.openxmlformats.org/drawingml/2006/main">
              <a:ext uri="{FF2B5EF4-FFF2-40B4-BE49-F238E27FC236}">
                <a16:creationId xmlns:a16="http://schemas.microsoft.com/office/drawing/2014/main" id="{2E231466-9A9B-4F0C-8C09-B6F37762DBBE}"/>
              </a:ext>
            </a:extLst>
          </p:cNvPr>
          <p:cNvSpPr>
            <a:spLocks xmlns:a="http://schemas.openxmlformats.org/drawingml/2006/main" noGrp="1"/>
          </p:cNvSpPr>
          <p:nvPr/>
        </p:nvSpPr>
        <p:spPr>
          <a:xfrm xmlns:a="http://schemas.openxmlformats.org/drawingml/2006/main">
            <a:off x="548640" y="2788920"/>
            <a:ext cx="1325520" cy="107856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54720" tIns="54720" rIns="54720" bIns="54720" anchor="ctr">
            <a:noAutofit/>
          </a:bodyPr>
          <a:lstStyle xmlns:a="http://schemas.openxmlformats.org/drawingml/2006/main"/>
          <a:p xmlns:a="http://schemas.openxmlformats.org/drawingml/2006/main">
            <a:pPr algn="ctr" defTabSz="914400">
              <a:lnSpc>
                <a:spcPct val="100000"/>
              </a:lnSpc>
              <a:buNone/>
            </a:pPr>
            <a:r>
              <a:rPr sz="1800" b="1" u="none" strike="noStrike">
                <a:solidFill>
                  <a:srgbClr val="18324B"/>
                </a:solidFill>
                <a:latin typeface="Times New Roman"/>
                <a:ea typeface="Times New Roman"/>
                <a:cs typeface="Times New Roman"/>
              </a:rPr>
              <a:t>CSV</a:t>
            </a:r>
            <a:endParaRPr sz="18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r>
              <a:rPr sz="1800" b="1" u="none" strike="noStrike">
                <a:solidFill>
                  <a:srgbClr val="18324B"/>
                </a:solidFill>
                <a:latin typeface="Times New Roman"/>
                <a:ea typeface="Times New Roman"/>
                <a:cs typeface="Times New Roman"/>
              </a:rPr>
              <a:t>đầu vào</a:t>
            </a:r>
            <a:endParaRPr sz="1800" b="0" u="none" strike="noStrike">
              <a:solidFill>
                <a:srgbClr val="000000"/>
              </a:solidFill>
              <a:latin typeface="Times New Roman"/>
              <a:ea typeface="Times New Roman"/>
              <a:cs typeface="Times New Roman"/>
            </a:endParaRPr>
          </a:p>
        </p:txBody>
      </p:sp>
      <p:sp>
        <p:nvSpPr>
          <p:cNvPr id="419" name="Right Arrow 7">
            <a:extLst xmlns:a="http://schemas.openxmlformats.org/drawingml/2006/main">
              <a:ext uri="{FF2B5EF4-FFF2-40B4-BE49-F238E27FC236}">
                <a16:creationId xmlns:a16="http://schemas.microsoft.com/office/drawing/2014/main" id="{73602673-95DA-4C0C-92A0-B6E3FDE8B9FB}"/>
              </a:ext>
            </a:extLst>
          </p:cNvPr>
          <p:cNvSpPr>
            <a:spLocks xmlns:a="http://schemas.openxmlformats.org/drawingml/2006/main" noGrp="1"/>
          </p:cNvSpPr>
          <p:nvPr/>
        </p:nvSpPr>
        <p:spPr>
          <a:xfrm xmlns:a="http://schemas.openxmlformats.org/drawingml/2006/main">
            <a:off x="1938600" y="3182040"/>
            <a:ext cx="255600" cy="255600"/>
          </a:xfrm>
          <a:prstGeom xmlns:a="http://schemas.openxmlformats.org/drawingml/2006/main" prst="rightArrow">
            <a:avLst>
              <a:gd name="adj1" fmla="val 50000"/>
              <a:gd name="adj2" fmla="val 50000"/>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420" name="Rounded Rectangle 8">
            <a:extLst xmlns:a="http://schemas.openxmlformats.org/drawingml/2006/main">
              <a:ext uri="{FF2B5EF4-FFF2-40B4-BE49-F238E27FC236}">
                <a16:creationId xmlns:a16="http://schemas.microsoft.com/office/drawing/2014/main" id="{5D57E124-DDCD-475D-A97B-D7D26F2920D8}"/>
              </a:ext>
            </a:extLst>
          </p:cNvPr>
          <p:cNvSpPr>
            <a:spLocks xmlns:a="http://schemas.openxmlformats.org/drawingml/2006/main" noGrp="1"/>
          </p:cNvSpPr>
          <p:nvPr/>
        </p:nvSpPr>
        <p:spPr>
          <a:xfrm xmlns:a="http://schemas.openxmlformats.org/drawingml/2006/main">
            <a:off x="2267640" y="2788920"/>
            <a:ext cx="1737000" cy="1078560"/>
          </a:xfrm>
          <a:prstGeom xmlns:a="http://schemas.openxmlformats.org/drawingml/2006/main" prst="roundRect">
            <a:avLst>
              <a:gd name="adj" fmla="val 16667"/>
            </a:avLst>
          </a:prstGeom>
          <a:solidFill xmlns:a="http://schemas.openxmlformats.org/drawingml/2006/main">
            <a:srgbClr val="EEF7FD"/>
          </a:solidFill>
          <a:ln xmlns:a="http://schemas.openxmlformats.org/drawingml/2006/main" w="13970">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54720" tIns="54720" rIns="54720" bIns="54720" anchor="ctr">
            <a:noAutofit/>
          </a:bodyPr>
          <a:lstStyle xmlns:a="http://schemas.openxmlformats.org/drawingml/2006/main"/>
          <a:p xmlns:a="http://schemas.openxmlformats.org/drawingml/2006/main">
            <a:pPr algn="ctr" defTabSz="914400">
              <a:lnSpc>
                <a:spcPct val="100000"/>
              </a:lnSpc>
              <a:buNone/>
            </a:pPr>
            <a:r>
              <a:rPr sz="1800" b="1" u="none" strike="noStrike">
                <a:solidFill>
                  <a:srgbClr val="18324B"/>
                </a:solidFill>
                <a:latin typeface="Times New Roman"/>
                <a:ea typeface="Times New Roman"/>
                <a:cs typeface="Times New Roman"/>
              </a:rPr>
              <a:t>Tiền xử lý</a:t>
            </a:r>
            <a:endParaRPr sz="18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r>
              <a:rPr sz="1800" b="1" u="none" strike="noStrike">
                <a:solidFill>
                  <a:srgbClr val="18324B"/>
                </a:solidFill>
                <a:latin typeface="Times New Roman"/>
                <a:ea typeface="Times New Roman"/>
                <a:cs typeface="Times New Roman"/>
              </a:rPr>
              <a:t>DataFrame</a:t>
            </a:r>
            <a:endParaRPr sz="1800" b="0" u="none" strike="noStrike">
              <a:solidFill>
                <a:srgbClr val="000000"/>
              </a:solidFill>
              <a:latin typeface="Times New Roman"/>
              <a:ea typeface="Times New Roman"/>
              <a:cs typeface="Times New Roman"/>
            </a:endParaRPr>
          </a:p>
        </p:txBody>
      </p:sp>
      <p:cxnSp>
        <p:nvCxnSpPr>
          <p:cNvPr id="421" name="Connector 9">
            <a:extLst xmlns:a="http://schemas.openxmlformats.org/drawingml/2006/main">
              <a:ext uri="{FF2B5EF4-FFF2-40B4-BE49-F238E27FC236}">
                <a16:creationId xmlns:a16="http://schemas.microsoft.com/office/drawing/2014/main" id="{0CFB0031-6F31-4A66-BA83-08DA2297158E}"/>
              </a:ext>
            </a:extLst>
          </p:cNvPr>
          <p:cNvCxnSpPr/>
          <p:nvPr/>
        </p:nvCxnSpPr>
        <p:spPr>
          <a:xfrm xmlns:a="http://schemas.openxmlformats.org/drawingml/2006/main">
            <a:off x="4005000" y="3328200"/>
            <a:ext cx="293040" cy="360"/>
          </a:xfrm>
          <a:prstGeom xmlns:a="http://schemas.openxmlformats.org/drawingml/2006/main" prst="straightConnector1">
            <a:avLst/>
          </a:prstGeom>
          <a:ln xmlns:a="http://schemas.openxmlformats.org/drawingml/2006/main" w="20320">
            <a:solidFill>
              <a:srgbClr val="4CC4EB"/>
            </a:solidFill>
          </a:ln>
        </p:spPr>
      </p:cxnSp>
      <p:cxnSp>
        <p:nvCxnSpPr>
          <p:cNvPr id="422" name="Connector 10">
            <a:extLst xmlns:a="http://schemas.openxmlformats.org/drawingml/2006/main">
              <a:ext uri="{FF2B5EF4-FFF2-40B4-BE49-F238E27FC236}">
                <a16:creationId xmlns:a16="http://schemas.microsoft.com/office/drawing/2014/main" id="{A9D886EE-F257-4C72-9628-555DE9BC53A4}"/>
              </a:ext>
            </a:extLst>
          </p:cNvPr>
          <p:cNvCxnSpPr/>
          <p:nvPr/>
        </p:nvCxnSpPr>
        <p:spPr>
          <a:xfrm xmlns:a="http://schemas.openxmlformats.org/drawingml/2006/main">
            <a:off x="4297680" y="2331720"/>
            <a:ext cx="360" cy="2039400"/>
          </a:xfrm>
          <a:prstGeom xmlns:a="http://schemas.openxmlformats.org/drawingml/2006/main" prst="straightConnector1">
            <a:avLst/>
          </a:prstGeom>
          <a:ln xmlns:a="http://schemas.openxmlformats.org/drawingml/2006/main" w="20320">
            <a:solidFill>
              <a:srgbClr val="4CC4EB"/>
            </a:solidFill>
          </a:ln>
        </p:spPr>
      </p:cxnSp>
      <p:cxnSp>
        <p:nvCxnSpPr>
          <p:cNvPr id="423" name="Connector 11">
            <a:extLst xmlns:a="http://schemas.openxmlformats.org/drawingml/2006/main">
              <a:ext uri="{FF2B5EF4-FFF2-40B4-BE49-F238E27FC236}">
                <a16:creationId xmlns:a16="http://schemas.microsoft.com/office/drawing/2014/main" id="{B59A5B75-355C-494E-957C-7D8815B27395}"/>
              </a:ext>
            </a:extLst>
          </p:cNvPr>
          <p:cNvCxnSpPr/>
          <p:nvPr/>
        </p:nvCxnSpPr>
        <p:spPr>
          <a:xfrm xmlns:a="http://schemas.openxmlformats.org/drawingml/2006/main">
            <a:off x="4297680" y="2331720"/>
            <a:ext cx="201240" cy="360"/>
          </a:xfrm>
          <a:prstGeom xmlns:a="http://schemas.openxmlformats.org/drawingml/2006/main" prst="straightConnector1">
            <a:avLst/>
          </a:prstGeom>
          <a:ln xmlns:a="http://schemas.openxmlformats.org/drawingml/2006/main" w="20320">
            <a:solidFill>
              <a:srgbClr val="4CC4EB"/>
            </a:solidFill>
          </a:ln>
        </p:spPr>
      </p:cxnSp>
      <p:cxnSp>
        <p:nvCxnSpPr>
          <p:cNvPr id="424" name="Connector 12">
            <a:extLst xmlns:a="http://schemas.openxmlformats.org/drawingml/2006/main">
              <a:ext uri="{FF2B5EF4-FFF2-40B4-BE49-F238E27FC236}">
                <a16:creationId xmlns:a16="http://schemas.microsoft.com/office/drawing/2014/main" id="{57015FAE-2D90-4061-B721-7D7DC3ECE5D4}"/>
              </a:ext>
            </a:extLst>
          </p:cNvPr>
          <p:cNvCxnSpPr/>
          <p:nvPr/>
        </p:nvCxnSpPr>
        <p:spPr>
          <a:xfrm xmlns:a="http://schemas.openxmlformats.org/drawingml/2006/main">
            <a:off x="4297680" y="4370760"/>
            <a:ext cx="201240" cy="360"/>
          </a:xfrm>
          <a:prstGeom xmlns:a="http://schemas.openxmlformats.org/drawingml/2006/main" prst="straightConnector1">
            <a:avLst/>
          </a:prstGeom>
          <a:ln xmlns:a="http://schemas.openxmlformats.org/drawingml/2006/main" w="20320">
            <a:solidFill>
              <a:srgbClr val="4CC4EB"/>
            </a:solidFill>
          </a:ln>
        </p:spPr>
      </p:cxnSp>
      <p:sp>
        <p:nvSpPr>
          <p:cNvPr id="425" name="Rounded Rectangle 13">
            <a:extLst xmlns:a="http://schemas.openxmlformats.org/drawingml/2006/main">
              <a:ext uri="{FF2B5EF4-FFF2-40B4-BE49-F238E27FC236}">
                <a16:creationId xmlns:a16="http://schemas.microsoft.com/office/drawing/2014/main" id="{9C8F7968-C5C9-415D-977F-545023D2CDD9}"/>
              </a:ext>
            </a:extLst>
          </p:cNvPr>
          <p:cNvSpPr>
            <a:spLocks xmlns:a="http://schemas.openxmlformats.org/drawingml/2006/main" noGrp="1"/>
          </p:cNvSpPr>
          <p:nvPr/>
        </p:nvSpPr>
        <p:spPr>
          <a:xfrm xmlns:a="http://schemas.openxmlformats.org/drawingml/2006/main">
            <a:off x="4498920" y="1901880"/>
            <a:ext cx="2121120" cy="877320"/>
          </a:xfrm>
          <a:prstGeom xmlns:a="http://schemas.openxmlformats.org/drawingml/2006/main" prst="roundRect">
            <a:avLst>
              <a:gd name="adj" fmla="val 16667"/>
            </a:avLst>
          </a:prstGeom>
          <a:solidFill xmlns:a="http://schemas.openxmlformats.org/drawingml/2006/main">
            <a:srgbClr val="EAF4FB"/>
          </a:solidFill>
          <a:ln xmlns:a="http://schemas.openxmlformats.org/drawingml/2006/main" w="13970">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54720" tIns="54720" rIns="54720" bIns="54720" anchor="ctr">
            <a:noAutofit/>
          </a:bodyPr>
          <a:lstStyle xmlns:a="http://schemas.openxmlformats.org/drawingml/2006/main"/>
          <a:p xmlns:a="http://schemas.openxmlformats.org/drawingml/2006/main">
            <a:pPr algn="ctr" defTabSz="914400">
              <a:lnSpc>
                <a:spcPct val="100000"/>
              </a:lnSpc>
              <a:buNone/>
            </a:pPr>
            <a:r>
              <a:rPr sz="1800" b="1" u="none" strike="noStrike">
                <a:solidFill>
                  <a:srgbClr val="18324B"/>
                </a:solidFill>
                <a:latin typeface="Times New Roman"/>
                <a:ea typeface="Times New Roman"/>
                <a:cs typeface="Times New Roman"/>
              </a:rPr>
              <a:t>Pandas +</a:t>
            </a:r>
            <a:endParaRPr sz="18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r>
              <a:rPr sz="1800" b="1" u="none" strike="noStrike">
                <a:solidFill>
                  <a:srgbClr val="18324B"/>
                </a:solidFill>
                <a:latin typeface="Times New Roman"/>
                <a:ea typeface="Times New Roman"/>
                <a:cs typeface="Times New Roman"/>
              </a:rPr>
              <a:t>Scikit-learn</a:t>
            </a:r>
            <a:endParaRPr sz="1800" b="0" u="none" strike="noStrike">
              <a:solidFill>
                <a:srgbClr val="000000"/>
              </a:solidFill>
              <a:latin typeface="Times New Roman"/>
              <a:ea typeface="Times New Roman"/>
              <a:cs typeface="Times New Roman"/>
            </a:endParaRPr>
          </a:p>
        </p:txBody>
      </p:sp>
      <p:sp>
        <p:nvSpPr>
          <p:cNvPr id="426" name="Rounded Rectangle 14">
            <a:extLst xmlns:a="http://schemas.openxmlformats.org/drawingml/2006/main">
              <a:ext uri="{FF2B5EF4-FFF2-40B4-BE49-F238E27FC236}">
                <a16:creationId xmlns:a16="http://schemas.microsoft.com/office/drawing/2014/main" id="{A2468B3F-55EC-43F0-A48F-4C70D7AA70E7}"/>
              </a:ext>
            </a:extLst>
          </p:cNvPr>
          <p:cNvSpPr>
            <a:spLocks xmlns:a="http://schemas.openxmlformats.org/drawingml/2006/main" noGrp="1"/>
          </p:cNvSpPr>
          <p:nvPr/>
        </p:nvSpPr>
        <p:spPr>
          <a:xfrm xmlns:a="http://schemas.openxmlformats.org/drawingml/2006/main">
            <a:off x="4498920" y="3931920"/>
            <a:ext cx="2121120" cy="877320"/>
          </a:xfrm>
          <a:prstGeom xmlns:a="http://schemas.openxmlformats.org/drawingml/2006/main" prst="roundRect">
            <a:avLst>
              <a:gd name="adj" fmla="val 16667"/>
            </a:avLst>
          </a:prstGeom>
          <a:solidFill xmlns:a="http://schemas.openxmlformats.org/drawingml/2006/main">
            <a:srgbClr val="FFF7E1"/>
          </a:solidFill>
          <a:ln xmlns:a="http://schemas.openxmlformats.org/drawingml/2006/main" w="13970">
            <a:solidFill>
              <a:srgbClr val="FEC01D"/>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54720" tIns="54720" rIns="54720" bIns="54720" anchor="ctr">
            <a:noAutofit/>
          </a:bodyPr>
          <a:lstStyle xmlns:a="http://schemas.openxmlformats.org/drawingml/2006/main"/>
          <a:p xmlns:a="http://schemas.openxmlformats.org/drawingml/2006/main">
            <a:pPr algn="ctr" defTabSz="914400">
              <a:lnSpc>
                <a:spcPct val="100000"/>
              </a:lnSpc>
              <a:buNone/>
            </a:pPr>
            <a:r>
              <a:rPr sz="1800" b="1" u="none" strike="noStrike">
                <a:solidFill>
                  <a:srgbClr val="18324B"/>
                </a:solidFill>
                <a:latin typeface="Times New Roman"/>
                <a:ea typeface="Times New Roman"/>
                <a:cs typeface="Times New Roman"/>
              </a:rPr>
              <a:t>Spark MLlib</a:t>
            </a:r>
            <a:endParaRPr sz="1800" b="0" u="none" strike="noStrike">
              <a:solidFill>
                <a:srgbClr val="000000"/>
              </a:solidFill>
              <a:latin typeface="Times New Roman"/>
              <a:ea typeface="Times New Roman"/>
              <a:cs typeface="Times New Roman"/>
            </a:endParaRPr>
          </a:p>
        </p:txBody>
      </p:sp>
      <p:cxnSp>
        <p:nvCxnSpPr>
          <p:cNvPr id="427" name="Connector 15">
            <a:extLst xmlns:a="http://schemas.openxmlformats.org/drawingml/2006/main">
              <a:ext uri="{FF2B5EF4-FFF2-40B4-BE49-F238E27FC236}">
                <a16:creationId xmlns:a16="http://schemas.microsoft.com/office/drawing/2014/main" id="{77A1A391-F2B3-4BEC-B17C-7CE9636F5855}"/>
              </a:ext>
            </a:extLst>
          </p:cNvPr>
          <p:cNvCxnSpPr/>
          <p:nvPr/>
        </p:nvCxnSpPr>
        <p:spPr>
          <a:xfrm xmlns:a="http://schemas.openxmlformats.org/drawingml/2006/main">
            <a:off x="6620040" y="2331720"/>
            <a:ext cx="284040" cy="360"/>
          </a:xfrm>
          <a:prstGeom xmlns:a="http://schemas.openxmlformats.org/drawingml/2006/main" prst="straightConnector1">
            <a:avLst/>
          </a:prstGeom>
          <a:ln xmlns:a="http://schemas.openxmlformats.org/drawingml/2006/main" w="20320">
            <a:solidFill>
              <a:srgbClr val="4CC4EB"/>
            </a:solidFill>
          </a:ln>
        </p:spPr>
      </p:cxnSp>
      <p:cxnSp>
        <p:nvCxnSpPr>
          <p:cNvPr id="428" name="Connector 16">
            <a:extLst xmlns:a="http://schemas.openxmlformats.org/drawingml/2006/main">
              <a:ext uri="{FF2B5EF4-FFF2-40B4-BE49-F238E27FC236}">
                <a16:creationId xmlns:a16="http://schemas.microsoft.com/office/drawing/2014/main" id="{A75D4421-55D9-4EA0-A69A-321D2694C333}"/>
              </a:ext>
            </a:extLst>
          </p:cNvPr>
          <p:cNvCxnSpPr/>
          <p:nvPr/>
        </p:nvCxnSpPr>
        <p:spPr>
          <a:xfrm xmlns:a="http://schemas.openxmlformats.org/drawingml/2006/main">
            <a:off x="6620040" y="4370760"/>
            <a:ext cx="284040" cy="360"/>
          </a:xfrm>
          <a:prstGeom xmlns:a="http://schemas.openxmlformats.org/drawingml/2006/main" prst="straightConnector1">
            <a:avLst/>
          </a:prstGeom>
          <a:ln xmlns:a="http://schemas.openxmlformats.org/drawingml/2006/main" w="20320">
            <a:solidFill>
              <a:srgbClr val="4CC4EB"/>
            </a:solidFill>
          </a:ln>
        </p:spPr>
      </p:cxnSp>
      <p:cxnSp>
        <p:nvCxnSpPr>
          <p:cNvPr id="429" name="Connector 17">
            <a:extLst xmlns:a="http://schemas.openxmlformats.org/drawingml/2006/main">
              <a:ext uri="{FF2B5EF4-FFF2-40B4-BE49-F238E27FC236}">
                <a16:creationId xmlns:a16="http://schemas.microsoft.com/office/drawing/2014/main" id="{6C9C2989-1D83-4857-AEF4-02233413C735}"/>
              </a:ext>
            </a:extLst>
          </p:cNvPr>
          <p:cNvCxnSpPr/>
          <p:nvPr/>
        </p:nvCxnSpPr>
        <p:spPr>
          <a:xfrm xmlns:a="http://schemas.openxmlformats.org/drawingml/2006/main">
            <a:off x="6903720" y="2331720"/>
            <a:ext cx="360" cy="2039400"/>
          </a:xfrm>
          <a:prstGeom xmlns:a="http://schemas.openxmlformats.org/drawingml/2006/main" prst="straightConnector1">
            <a:avLst/>
          </a:prstGeom>
          <a:ln xmlns:a="http://schemas.openxmlformats.org/drawingml/2006/main" w="20320">
            <a:solidFill>
              <a:srgbClr val="4CC4EB"/>
            </a:solidFill>
          </a:ln>
        </p:spPr>
      </p:cxnSp>
      <p:cxnSp>
        <p:nvCxnSpPr>
          <p:cNvPr id="430" name="Connector 18">
            <a:extLst xmlns:a="http://schemas.openxmlformats.org/drawingml/2006/main">
              <a:ext uri="{FF2B5EF4-FFF2-40B4-BE49-F238E27FC236}">
                <a16:creationId xmlns:a16="http://schemas.microsoft.com/office/drawing/2014/main" id="{7592D39E-C0B0-40A7-96D7-7B2F8A6CA4E2}"/>
              </a:ext>
            </a:extLst>
          </p:cNvPr>
          <p:cNvCxnSpPr/>
          <p:nvPr/>
        </p:nvCxnSpPr>
        <p:spPr>
          <a:xfrm xmlns:a="http://schemas.openxmlformats.org/drawingml/2006/main">
            <a:off x="6903720" y="3328200"/>
            <a:ext cx="274680" cy="360"/>
          </a:xfrm>
          <a:prstGeom xmlns:a="http://schemas.openxmlformats.org/drawingml/2006/main" prst="straightConnector1">
            <a:avLst/>
          </a:prstGeom>
          <a:ln xmlns:a="http://schemas.openxmlformats.org/drawingml/2006/main" w="20320">
            <a:solidFill>
              <a:srgbClr val="4CC4EB"/>
            </a:solidFill>
          </a:ln>
        </p:spPr>
      </p:cxnSp>
      <p:sp>
        <p:nvSpPr>
          <p:cNvPr id="431" name="Right Arrow 19">
            <a:extLst xmlns:a="http://schemas.openxmlformats.org/drawingml/2006/main">
              <a:ext uri="{FF2B5EF4-FFF2-40B4-BE49-F238E27FC236}">
                <a16:creationId xmlns:a16="http://schemas.microsoft.com/office/drawing/2014/main" id="{49A3ED6B-4541-4E24-B8E8-B77CD1799F66}"/>
              </a:ext>
            </a:extLst>
          </p:cNvPr>
          <p:cNvSpPr>
            <a:spLocks xmlns:a="http://schemas.openxmlformats.org/drawingml/2006/main" noGrp="1"/>
          </p:cNvSpPr>
          <p:nvPr/>
        </p:nvSpPr>
        <p:spPr>
          <a:xfrm xmlns:a="http://schemas.openxmlformats.org/drawingml/2006/main">
            <a:off x="7150680" y="3200400"/>
            <a:ext cx="255600" cy="255600"/>
          </a:xfrm>
          <a:prstGeom xmlns:a="http://schemas.openxmlformats.org/drawingml/2006/main" prst="rightArrow">
            <a:avLst>
              <a:gd name="adj1" fmla="val 50000"/>
              <a:gd name="adj2" fmla="val 50000"/>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432" name="Rounded Rectangle 20">
            <a:extLst xmlns:a="http://schemas.openxmlformats.org/drawingml/2006/main">
              <a:ext uri="{FF2B5EF4-FFF2-40B4-BE49-F238E27FC236}">
                <a16:creationId xmlns:a16="http://schemas.microsoft.com/office/drawing/2014/main" id="{BC85A2D0-DA05-4171-9912-87F714D6E442}"/>
              </a:ext>
            </a:extLst>
          </p:cNvPr>
          <p:cNvSpPr>
            <a:spLocks xmlns:a="http://schemas.openxmlformats.org/drawingml/2006/main" noGrp="1"/>
          </p:cNvSpPr>
          <p:nvPr/>
        </p:nvSpPr>
        <p:spPr>
          <a:xfrm xmlns:a="http://schemas.openxmlformats.org/drawingml/2006/main">
            <a:off x="7479720" y="2788920"/>
            <a:ext cx="1554120" cy="107856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E81F2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54720" tIns="54720" rIns="54720" bIns="54720" anchor="ctr">
            <a:noAutofit/>
          </a:bodyPr>
          <a:lstStyle xmlns:a="http://schemas.openxmlformats.org/drawingml/2006/main"/>
          <a:p xmlns:a="http://schemas.openxmlformats.org/drawingml/2006/main">
            <a:pPr algn="ctr" defTabSz="914400">
              <a:lnSpc>
                <a:spcPct val="100000"/>
              </a:lnSpc>
              <a:buNone/>
            </a:pPr>
            <a:r>
              <a:rPr sz="1800" b="1" u="none" strike="noStrike">
                <a:solidFill>
                  <a:srgbClr val="18324B"/>
                </a:solidFill>
                <a:latin typeface="Times New Roman"/>
                <a:ea typeface="Times New Roman"/>
                <a:cs typeface="Times New Roman"/>
              </a:rPr>
              <a:t>Đánh giá</a:t>
            </a:r>
            <a:endParaRPr sz="18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r>
              <a:rPr sz="1800" b="1" u="none" strike="noStrike">
                <a:solidFill>
                  <a:srgbClr val="18324B"/>
                </a:solidFill>
                <a:latin typeface="Times New Roman"/>
                <a:ea typeface="Times New Roman"/>
                <a:cs typeface="Times New Roman"/>
              </a:rPr>
              <a:t>&amp; đo thời gian</a:t>
            </a:r>
            <a:endParaRPr sz="1800" b="0" u="none" strike="noStrike">
              <a:solidFill>
                <a:srgbClr val="000000"/>
              </a:solidFill>
              <a:latin typeface="Times New Roman"/>
              <a:ea typeface="Times New Roman"/>
              <a:cs typeface="Times New Roman"/>
            </a:endParaRPr>
          </a:p>
        </p:txBody>
      </p:sp>
      <p:sp>
        <p:nvSpPr>
          <p:cNvPr id="433" name="Right Arrow 21">
            <a:extLst xmlns:a="http://schemas.openxmlformats.org/drawingml/2006/main">
              <a:ext uri="{FF2B5EF4-FFF2-40B4-BE49-F238E27FC236}">
                <a16:creationId xmlns:a16="http://schemas.microsoft.com/office/drawing/2014/main" id="{28F35772-4499-417F-8B9E-A0D5AA42DC85}"/>
              </a:ext>
            </a:extLst>
          </p:cNvPr>
          <p:cNvSpPr>
            <a:spLocks xmlns:a="http://schemas.openxmlformats.org/drawingml/2006/main" noGrp="1"/>
          </p:cNvSpPr>
          <p:nvPr/>
        </p:nvSpPr>
        <p:spPr>
          <a:xfrm xmlns:a="http://schemas.openxmlformats.org/drawingml/2006/main">
            <a:off x="9125640" y="3182040"/>
            <a:ext cx="255600" cy="255600"/>
          </a:xfrm>
          <a:prstGeom xmlns:a="http://schemas.openxmlformats.org/drawingml/2006/main" prst="rightArrow">
            <a:avLst>
              <a:gd name="adj1" fmla="val 50000"/>
              <a:gd name="adj2" fmla="val 50000"/>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434" name="Rounded Rectangle 22">
            <a:extLst xmlns:a="http://schemas.openxmlformats.org/drawingml/2006/main">
              <a:ext uri="{FF2B5EF4-FFF2-40B4-BE49-F238E27FC236}">
                <a16:creationId xmlns:a16="http://schemas.microsoft.com/office/drawing/2014/main" id="{0C0A92B9-21AC-4D21-A4BE-76FF84F02FE2}"/>
              </a:ext>
            </a:extLst>
          </p:cNvPr>
          <p:cNvSpPr>
            <a:spLocks xmlns:a="http://schemas.openxmlformats.org/drawingml/2006/main" noGrp="1"/>
          </p:cNvSpPr>
          <p:nvPr/>
        </p:nvSpPr>
        <p:spPr>
          <a:xfrm xmlns:a="http://schemas.openxmlformats.org/drawingml/2006/main">
            <a:off x="9455040" y="2788920"/>
            <a:ext cx="2084400" cy="1078560"/>
          </a:xfrm>
          <a:prstGeom xmlns:a="http://schemas.openxmlformats.org/drawingml/2006/main" prst="roundRect">
            <a:avLst>
              <a:gd name="adj" fmla="val 16667"/>
            </a:avLst>
          </a:prstGeom>
          <a:solidFill xmlns:a="http://schemas.openxmlformats.org/drawingml/2006/main">
            <a:srgbClr val="EEF7FD"/>
          </a:solidFill>
          <a:ln xmlns:a="http://schemas.openxmlformats.org/drawingml/2006/main" w="13970">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54720" tIns="54720" rIns="54720" bIns="54720" anchor="ctr">
            <a:noAutofit/>
          </a:bodyPr>
          <a:lstStyle xmlns:a="http://schemas.openxmlformats.org/drawingml/2006/main"/>
          <a:p xmlns:a="http://schemas.openxmlformats.org/drawingml/2006/main">
            <a:pPr algn="ctr" defTabSz="914400">
              <a:lnSpc>
                <a:spcPct val="100000"/>
              </a:lnSpc>
              <a:buNone/>
            </a:pPr>
            <a:r>
              <a:rPr sz="1800" b="1" u="none" strike="noStrike">
                <a:solidFill>
                  <a:srgbClr val="18324B"/>
                </a:solidFill>
                <a:latin typeface="Times New Roman"/>
                <a:ea typeface="Times New Roman"/>
                <a:cs typeface="Times New Roman"/>
              </a:rPr>
              <a:t>Streamlit</a:t>
            </a:r>
            <a:endParaRPr sz="18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r>
              <a:rPr sz="1800" b="1" u="none" strike="noStrike">
                <a:solidFill>
                  <a:srgbClr val="18324B"/>
                </a:solidFill>
                <a:latin typeface="Times New Roman"/>
                <a:ea typeface="Times New Roman"/>
                <a:cs typeface="Times New Roman"/>
              </a:rPr>
              <a:t>trình diễn</a:t>
            </a:r>
            <a:endParaRPr sz="1800" b="0" u="none" strike="noStrike">
              <a:solidFill>
                <a:srgbClr val="000000"/>
              </a:solidFill>
              <a:latin typeface="Times New Roman"/>
              <a:ea typeface="Times New Roman"/>
              <a:cs typeface="Times New Roman"/>
            </a:endParaRPr>
          </a:p>
        </p:txBody>
      </p:sp>
      <p:sp>
        <p:nvSpPr>
          <p:cNvPr id="435" name="TextBox 23">
            <a:extLst xmlns:a="http://schemas.openxmlformats.org/drawingml/2006/main">
              <a:ext uri="{FF2B5EF4-FFF2-40B4-BE49-F238E27FC236}">
                <a16:creationId xmlns:a16="http://schemas.microsoft.com/office/drawing/2014/main" id="{CA2650ED-62BC-4AFA-85F6-3BA917A47F75}"/>
              </a:ext>
            </a:extLst>
          </p:cNvPr>
          <p:cNvSpPr>
            <a:spLocks xmlns:a="http://schemas.openxmlformats.org/drawingml/2006/main" noGrp="1"/>
          </p:cNvSpPr>
          <p:nvPr/>
        </p:nvSpPr>
        <p:spPr>
          <a:xfrm xmlns:a="http://schemas.openxmlformats.org/drawingml/2006/main">
            <a:off x="1097280" y="5257800"/>
            <a:ext cx="10012320" cy="3837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algn="ctr" defTabSz="914400">
              <a:lnSpc>
                <a:spcPct val="100000"/>
              </a:lnSpc>
              <a:buNone/>
            </a:pPr>
            <a:r>
              <a:rPr sz="1800" b="0" u="none" strike="noStrike">
                <a:solidFill>
                  <a:srgbClr val="527089"/>
                </a:solidFill>
                <a:latin typeface="Times New Roman"/>
                <a:ea typeface="Times New Roman"/>
                <a:cs typeface="Times New Roman"/>
              </a:rPr>
              <a:t>run_all.py điều phối quy trình; parsing.py đọc log cho giao diện demo.</a:t>
            </a:r>
            <a:endParaRPr sz="1800" b="0" u="none" strike="noStrike">
              <a:solidFill>
                <a:srgbClr val="000000"/>
              </a:solidFill>
              <a:latin typeface="Times New Roman"/>
              <a:ea typeface="Times New Roman"/>
              <a:cs typeface="Times New Roman"/>
            </a:endParaRPr>
          </a:p>
        </p:txBody>
      </p:sp>
    </p:spTree>
    <p:extLst>
      <p:ext uri="{BB962C8B-B14F-4D97-AF65-F5344CB8AC3E}">
        <p14:creationId xmlns:p14="http://schemas.microsoft.com/office/powerpoint/2010/main" val="1356442837"/>
      </p:ext>
    </p:extLst>
  </p:cSld>
</p:sld>
</file>

<file path=ppt/slides/slide23.xml><?xml version="1.0" encoding="utf-8"?>
<p:sld xmlns:p="http://schemas.openxmlformats.org/presentationml/2006/main">
  <p:cSld>
    <p:spTree>
      <p:nvGrpSpPr>
        <p:cNvPr id="1" name=""/>
        <p:cNvGrpSpPr/>
        <p:nvPr/>
      </p:nvGrpSpPr>
      <p:grpSpPr>
        <a:xfrm xmlns:a="http://schemas.openxmlformats.org/drawingml/2006/main"/>
      </p:grpSpPr>
      <p:sp>
        <p:nvSpPr>
          <p:cNvPr id="439" name="TextBox 4">
            <a:extLst xmlns:a="http://schemas.openxmlformats.org/drawingml/2006/main">
              <a:ext uri="{FF2B5EF4-FFF2-40B4-BE49-F238E27FC236}">
                <a16:creationId xmlns:a16="http://schemas.microsoft.com/office/drawing/2014/main" id="{36E29527-379A-4812-93E3-38581C0E7B0C}"/>
              </a:ext>
            </a:extLst>
          </p:cNvPr>
          <p:cNvSpPr>
            <a:spLocks xmlns:a="http://schemas.openxmlformats.org/drawingml/2006/main" noGrp="1"/>
          </p:cNvSpPr>
          <p:nvPr/>
        </p:nvSpPr>
        <p:spPr>
          <a:xfrm xmlns:a="http://schemas.openxmlformats.org/drawingml/2006/main">
            <a:off x="713160" y="603360"/>
            <a:ext cx="10881000" cy="6030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defTabSz="914400">
              <a:lnSpc>
                <a:spcPct val="100000"/>
              </a:lnSpc>
              <a:buNone/>
            </a:pPr>
            <a:r>
              <a:rPr sz="2900" b="1" u="none" strike="noStrike">
                <a:solidFill>
                  <a:srgbClr val="044F9E"/>
                </a:solidFill>
                <a:latin typeface="Times New Roman"/>
                <a:ea typeface="Times New Roman"/>
                <a:cs typeface="Times New Roman"/>
              </a:rPr>
              <a:t>Môi trường phần mềm được cố định bằng requirements</a:t>
            </a:r>
            <a:endParaRPr sz="2900" b="0" u="none" strike="noStrike">
              <a:solidFill>
                <a:srgbClr val="000000"/>
              </a:solidFill>
              <a:latin typeface="Times New Roman"/>
              <a:ea typeface="Times New Roman"/>
              <a:cs typeface="Times New Roman"/>
            </a:endParaRPr>
          </a:p>
        </p:txBody>
      </p:sp>
      <p:sp>
        <p:nvSpPr>
          <p:cNvPr id="440" name="Rectangle 5">
            <a:extLst xmlns:a="http://schemas.openxmlformats.org/drawingml/2006/main">
              <a:ext uri="{FF2B5EF4-FFF2-40B4-BE49-F238E27FC236}">
                <a16:creationId xmlns:a16="http://schemas.microsoft.com/office/drawing/2014/main" id="{737B2103-F58C-4B06-88F7-FA0EF7598556}"/>
              </a:ext>
            </a:extLst>
          </p:cNvPr>
          <p:cNvSpPr>
            <a:spLocks xmlns:a="http://schemas.openxmlformats.org/drawingml/2006/main" noGrp="1"/>
          </p:cNvSpPr>
          <p:nvPr/>
        </p:nvSpPr>
        <p:spPr>
          <a:xfrm xmlns:a="http://schemas.openxmlformats.org/drawingml/2006/main">
            <a:off x="731520" y="1243440"/>
            <a:ext cx="822600" cy="5004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5400" rIns="90000" bIns="54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441" name="TextBox 6">
            <a:extLst xmlns:a="http://schemas.openxmlformats.org/drawingml/2006/main">
              <a:ext uri="{FF2B5EF4-FFF2-40B4-BE49-F238E27FC236}">
                <a16:creationId xmlns:a16="http://schemas.microsoft.com/office/drawing/2014/main" id="{4DE1C607-FE92-4329-B1C0-AF9E60683B1A}"/>
              </a:ext>
            </a:extLst>
          </p:cNvPr>
          <p:cNvSpPr>
            <a:spLocks xmlns:a="http://schemas.openxmlformats.org/drawingml/2006/main" noGrp="1"/>
          </p:cNvSpPr>
          <p:nvPr/>
        </p:nvSpPr>
        <p:spPr>
          <a:xfrm xmlns:a="http://schemas.openxmlformats.org/drawingml/2006/main">
            <a:off x="11384280" y="6492240"/>
            <a:ext cx="438480" cy="2743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spAutoFit/>
          </a:bodyPr>
          <a:lstStyle xmlns:a="http://schemas.openxmlformats.org/drawingml/2006/main"/>
          <a:p xmlns:a="http://schemas.openxmlformats.org/drawingml/2006/main">
            <a:pPr algn="r" defTabSz="914400">
              <a:lnSpc>
                <a:spcPct val="100000"/>
              </a:lnSpc>
              <a:buNone/>
            </a:pPr>
            <a:r>
              <a:rPr sz="1800" b="1" u="none" strike="noStrike">
                <a:solidFill>
                  <a:srgbClr val="044F9E"/>
                </a:solidFill>
                <a:latin typeface="Times New Roman"/>
                <a:ea typeface="Times New Roman"/>
                <a:cs typeface="Times New Roman"/>
              </a:rPr>
              <a:t>23</a:t>
            </a:r>
            <a:endParaRPr sz="1800" b="0" u="none" strike="noStrike">
              <a:solidFill>
                <a:srgbClr val="000000"/>
              </a:solidFill>
              <a:latin typeface="Times New Roman"/>
              <a:ea typeface="Times New Roman"/>
              <a:cs typeface="Times New Roman"/>
            </a:endParaRPr>
          </a:p>
        </p:txBody>
      </p:sp>
      <p:sp>
        <p:nvSpPr>
          <p:cNvPr id="442" name="Rounded Rectangle 7">
            <a:extLst xmlns:a="http://schemas.openxmlformats.org/drawingml/2006/main">
              <a:ext uri="{FF2B5EF4-FFF2-40B4-BE49-F238E27FC236}">
                <a16:creationId xmlns:a16="http://schemas.microsoft.com/office/drawing/2014/main" id="{D0DEF8BC-5770-4CC2-BBE8-8C9AC0173191}"/>
              </a:ext>
            </a:extLst>
          </p:cNvPr>
          <p:cNvSpPr>
            <a:spLocks xmlns:a="http://schemas.openxmlformats.org/drawingml/2006/main" noGrp="1"/>
          </p:cNvSpPr>
          <p:nvPr/>
        </p:nvSpPr>
        <p:spPr>
          <a:xfrm xmlns:a="http://schemas.openxmlformats.org/drawingml/2006/main">
            <a:off x="822960" y="1627560"/>
            <a:ext cx="5028840" cy="404136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443" name="Rectangle 8">
            <a:extLst xmlns:a="http://schemas.openxmlformats.org/drawingml/2006/main">
              <a:ext uri="{FF2B5EF4-FFF2-40B4-BE49-F238E27FC236}">
                <a16:creationId xmlns:a16="http://schemas.microsoft.com/office/drawing/2014/main" id="{F6A78F80-7F55-4FBD-8848-28B3134D218C}"/>
              </a:ext>
            </a:extLst>
          </p:cNvPr>
          <p:cNvSpPr>
            <a:spLocks xmlns:a="http://schemas.openxmlformats.org/drawingml/2006/main" noGrp="1"/>
          </p:cNvSpPr>
          <p:nvPr/>
        </p:nvSpPr>
        <p:spPr>
          <a:xfrm xmlns:a="http://schemas.openxmlformats.org/drawingml/2006/main">
            <a:off x="822960" y="1627560"/>
            <a:ext cx="91080" cy="4041360"/>
          </a:xfrm>
          <a:prstGeom xmlns:a="http://schemas.openxmlformats.org/drawingml/2006/main" prst="rect">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444" name="TextBox 9">
            <a:extLst xmlns:a="http://schemas.openxmlformats.org/drawingml/2006/main">
              <a:ext uri="{FF2B5EF4-FFF2-40B4-BE49-F238E27FC236}">
                <a16:creationId xmlns:a16="http://schemas.microsoft.com/office/drawing/2014/main" id="{9FFACC62-80E0-4292-8D92-056761B9125E}"/>
              </a:ext>
            </a:extLst>
          </p:cNvPr>
          <p:cNvSpPr>
            <a:spLocks xmlns:a="http://schemas.openxmlformats.org/drawingml/2006/main" noGrp="1"/>
          </p:cNvSpPr>
          <p:nvPr/>
        </p:nvSpPr>
        <p:spPr>
          <a:xfrm xmlns:a="http://schemas.openxmlformats.org/drawingml/2006/main">
            <a:off x="1237920" y="1709741"/>
            <a:ext cx="475452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400" b="1" u="none" strike="noStrike">
                <a:solidFill>
                  <a:srgbClr val="044F9E"/>
                </a:solidFill>
                <a:latin typeface="Times New Roman"/>
                <a:ea typeface="Times New Roman"/>
                <a:cs typeface="Times New Roman"/>
              </a:rPr>
              <a:t>Runtime</a:t>
            </a:r>
            <a:endParaRPr sz="2400" b="0" u="none" strike="noStrike">
              <a:solidFill>
                <a:srgbClr val="000000"/>
              </a:solidFill>
              <a:latin typeface="Times New Roman"/>
              <a:ea typeface="Times New Roman"/>
              <a:cs typeface="Times New Roman"/>
            </a:endParaRPr>
          </a:p>
        </p:txBody>
      </p:sp>
      <p:sp>
        <p:nvSpPr>
          <p:cNvPr id="445" name="TextBox 10">
            <a:extLst xmlns:a="http://schemas.openxmlformats.org/drawingml/2006/main">
              <a:ext uri="{FF2B5EF4-FFF2-40B4-BE49-F238E27FC236}">
                <a16:creationId xmlns:a16="http://schemas.microsoft.com/office/drawing/2014/main" id="{5B36CE4A-FDE9-4930-BDAD-D8EA744E5294}"/>
              </a:ext>
            </a:extLst>
          </p:cNvPr>
          <p:cNvSpPr>
            <a:spLocks xmlns:a="http://schemas.openxmlformats.org/drawingml/2006/main" noGrp="1"/>
          </p:cNvSpPr>
          <p:nvPr/>
        </p:nvSpPr>
        <p:spPr>
          <a:xfrm xmlns:a="http://schemas.openxmlformats.org/drawingml/2006/main">
            <a:off x="1005840" y="2139840"/>
            <a:ext cx="4754520" cy="1883738"/>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Python 3.11</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JDK 17 hoặc 21</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Spark master: local[*]</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Hệ điều hành theo README: Windows</a:t>
            </a:r>
            <a:endParaRPr sz="2400" b="0" u="none" strike="noStrike">
              <a:solidFill>
                <a:srgbClr val="000000"/>
              </a:solidFill>
              <a:latin typeface="Times New Roman"/>
              <a:ea typeface="Times New Roman"/>
              <a:cs typeface="Times New Roman"/>
            </a:endParaRPr>
          </a:p>
        </p:txBody>
      </p:sp>
      <p:sp>
        <p:nvSpPr>
          <p:cNvPr id="446" name="Rounded Rectangle 11">
            <a:extLst xmlns:a="http://schemas.openxmlformats.org/drawingml/2006/main">
              <a:ext uri="{FF2B5EF4-FFF2-40B4-BE49-F238E27FC236}">
                <a16:creationId xmlns:a16="http://schemas.microsoft.com/office/drawing/2014/main" id="{7F857881-53B2-4257-A556-404D9F589C72}"/>
              </a:ext>
            </a:extLst>
          </p:cNvPr>
          <p:cNvSpPr>
            <a:spLocks xmlns:a="http://schemas.openxmlformats.org/drawingml/2006/main" noGrp="1"/>
          </p:cNvSpPr>
          <p:nvPr/>
        </p:nvSpPr>
        <p:spPr>
          <a:xfrm xmlns:a="http://schemas.openxmlformats.org/drawingml/2006/main">
            <a:off x="6199560" y="1627560"/>
            <a:ext cx="5028840" cy="404136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447" name="Rectangle 12">
            <a:extLst xmlns:a="http://schemas.openxmlformats.org/drawingml/2006/main">
              <a:ext uri="{FF2B5EF4-FFF2-40B4-BE49-F238E27FC236}">
                <a16:creationId xmlns:a16="http://schemas.microsoft.com/office/drawing/2014/main" id="{6EC0F1D1-240E-453A-BE8C-40FB854F304E}"/>
              </a:ext>
            </a:extLst>
          </p:cNvPr>
          <p:cNvSpPr>
            <a:spLocks xmlns:a="http://schemas.openxmlformats.org/drawingml/2006/main" noGrp="1"/>
          </p:cNvSpPr>
          <p:nvPr/>
        </p:nvSpPr>
        <p:spPr>
          <a:xfrm xmlns:a="http://schemas.openxmlformats.org/drawingml/2006/main">
            <a:off x="6199560" y="1627560"/>
            <a:ext cx="91080" cy="404136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448" name="TextBox 13">
            <a:extLst xmlns:a="http://schemas.openxmlformats.org/drawingml/2006/main">
              <a:ext uri="{FF2B5EF4-FFF2-40B4-BE49-F238E27FC236}">
                <a16:creationId xmlns:a16="http://schemas.microsoft.com/office/drawing/2014/main" id="{EF7075AC-ABA3-41E2-98BC-A31DC174CAFB}"/>
              </a:ext>
            </a:extLst>
          </p:cNvPr>
          <p:cNvSpPr>
            <a:spLocks xmlns:a="http://schemas.openxmlformats.org/drawingml/2006/main" noGrp="1"/>
          </p:cNvSpPr>
          <p:nvPr/>
        </p:nvSpPr>
        <p:spPr>
          <a:xfrm xmlns:a="http://schemas.openxmlformats.org/drawingml/2006/main">
            <a:off x="6614520" y="1709741"/>
            <a:ext cx="475452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400" b="1" u="none" strike="noStrike">
                <a:solidFill>
                  <a:srgbClr val="044F9E"/>
                </a:solidFill>
                <a:latin typeface="Times New Roman"/>
                <a:ea typeface="Times New Roman"/>
                <a:cs typeface="Times New Roman"/>
              </a:rPr>
              <a:t>Thư viện chính</a:t>
            </a:r>
            <a:endParaRPr sz="2400" b="0" u="none" strike="noStrike">
              <a:solidFill>
                <a:srgbClr val="000000"/>
              </a:solidFill>
              <a:latin typeface="Times New Roman"/>
              <a:ea typeface="Times New Roman"/>
              <a:cs typeface="Times New Roman"/>
            </a:endParaRPr>
          </a:p>
        </p:txBody>
      </p:sp>
      <p:sp>
        <p:nvSpPr>
          <p:cNvPr id="449" name="TextBox 14">
            <a:extLst xmlns:a="http://schemas.openxmlformats.org/drawingml/2006/main">
              <a:ext uri="{FF2B5EF4-FFF2-40B4-BE49-F238E27FC236}">
                <a16:creationId xmlns:a16="http://schemas.microsoft.com/office/drawing/2014/main" id="{674DE2F5-37D2-49C2-8476-5FA8887B9C84}"/>
              </a:ext>
            </a:extLst>
          </p:cNvPr>
          <p:cNvSpPr>
            <a:spLocks xmlns:a="http://schemas.openxmlformats.org/drawingml/2006/main" noGrp="1"/>
          </p:cNvSpPr>
          <p:nvPr/>
        </p:nvSpPr>
        <p:spPr>
          <a:xfrm xmlns:a="http://schemas.openxmlformats.org/drawingml/2006/main">
            <a:off x="6382440" y="2139840"/>
            <a:ext cx="4754520" cy="1514406"/>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pandas 2.2.3</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scikit-learn 1.5.2</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pyspark 3.5.3</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streamlit 1.39.0</a:t>
            </a:r>
            <a:endParaRPr sz="2400" b="0" u="none" strike="noStrike">
              <a:solidFill>
                <a:srgbClr val="000000"/>
              </a:solidFill>
              <a:latin typeface="Times New Roman"/>
              <a:ea typeface="Times New Roman"/>
              <a:cs typeface="Times New Roman"/>
            </a:endParaRPr>
          </a:p>
        </p:txBody>
      </p:sp>
    </p:spTree>
    <p:extLst>
      <p:ext uri="{BB962C8B-B14F-4D97-AF65-F5344CB8AC3E}">
        <p14:creationId xmlns:p14="http://schemas.microsoft.com/office/powerpoint/2010/main" val="1155910714"/>
      </p:ext>
    </p:extLst>
  </p:cSld>
</p:sld>
</file>

<file path=ppt/slides/slide24.xml><?xml version="1.0" encoding="utf-8"?>
<p:sld xmlns:p="http://schemas.openxmlformats.org/presentationml/2006/main">
  <p:cSld>
    <p:spTree>
      <p:nvGrpSpPr>
        <p:cNvPr id="1" name=""/>
        <p:cNvGrpSpPr/>
        <p:nvPr/>
      </p:nvGrpSpPr>
      <p:grpSpPr>
        <a:xfrm xmlns:a="http://schemas.openxmlformats.org/drawingml/2006/main"/>
      </p:grpSpPr>
      <p:sp>
        <p:nvSpPr>
          <p:cNvPr id="452" name="Rectangle 3">
            <a:extLst xmlns:a="http://schemas.openxmlformats.org/drawingml/2006/main">
              <a:ext uri="{FF2B5EF4-FFF2-40B4-BE49-F238E27FC236}">
                <a16:creationId xmlns:a16="http://schemas.microsoft.com/office/drawing/2014/main" id="{E9A4A021-911D-4F60-8660-4E049379936F}"/>
              </a:ext>
            </a:extLst>
          </p:cNvPr>
          <p:cNvSpPr>
            <a:spLocks xmlns:a="http://schemas.openxmlformats.org/drawingml/2006/main" noGrp="1"/>
          </p:cNvSpPr>
          <p:nvPr/>
        </p:nvSpPr>
        <p:spPr>
          <a:xfrm xmlns:a="http://schemas.openxmlformats.org/drawingml/2006/main">
            <a:off x="174120" y="943726"/>
            <a:ext cx="9966600" cy="5335947"/>
          </a:xfrm>
          <a:prstGeom xmlns:a="http://schemas.openxmlformats.org/drawingml/2006/main" prst="rect">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453" name="Rectangle 4">
            <a:extLst xmlns:a="http://schemas.openxmlformats.org/drawingml/2006/main">
              <a:ext uri="{FF2B5EF4-FFF2-40B4-BE49-F238E27FC236}">
                <a16:creationId xmlns:a16="http://schemas.microsoft.com/office/drawing/2014/main" id="{9A6C390A-D122-4387-8C45-A35E7588B9D1}"/>
              </a:ext>
            </a:extLst>
          </p:cNvPr>
          <p:cNvSpPr>
            <a:spLocks xmlns:a="http://schemas.openxmlformats.org/drawingml/2006/main" noGrp="1"/>
          </p:cNvSpPr>
          <p:nvPr/>
        </p:nvSpPr>
        <p:spPr>
          <a:xfrm xmlns:a="http://schemas.openxmlformats.org/drawingml/2006/main">
            <a:off x="640080" y="1371600"/>
            <a:ext cx="109440" cy="2971440"/>
          </a:xfrm>
          <a:prstGeom xmlns:a="http://schemas.openxmlformats.org/drawingml/2006/main" prst="rect">
            <a:avLst/>
          </a:prstGeom>
          <a:solidFill xmlns:a="http://schemas.openxmlformats.org/drawingml/2006/main">
            <a:srgbClr val="FEC01D"/>
          </a:solidFill>
          <a:ln xmlns:a="http://schemas.openxmlformats.org/drawingml/2006/main">
            <a:solidFill>
              <a:srgbClr val="FEC01D"/>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454" name="TextBox 5">
            <a:extLst xmlns:a="http://schemas.openxmlformats.org/drawingml/2006/main">
              <a:ext uri="{FF2B5EF4-FFF2-40B4-BE49-F238E27FC236}">
                <a16:creationId xmlns:a16="http://schemas.microsoft.com/office/drawing/2014/main" id="{FA832A9F-BA77-4062-B213-B1B5C7A19729}"/>
              </a:ext>
            </a:extLst>
          </p:cNvPr>
          <p:cNvSpPr>
            <a:spLocks xmlns:a="http://schemas.openxmlformats.org/drawingml/2006/main" noGrp="1"/>
          </p:cNvSpPr>
          <p:nvPr/>
        </p:nvSpPr>
        <p:spPr>
          <a:xfrm xmlns:a="http://schemas.openxmlformats.org/drawingml/2006/main">
            <a:off x="960120" y="1569098"/>
            <a:ext cx="9966600" cy="1021964"/>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3200" b="1" u="none" strike="noStrike">
                <a:solidFill>
                  <a:srgbClr val="FFFFFF"/>
                </a:solidFill>
                <a:latin typeface="Times New Roman"/>
                <a:ea typeface="Times New Roman"/>
                <a:cs typeface="Times New Roman"/>
              </a:rPr>
              <a:t>PHẦN 4 </a:t>
            </a:r>
            <a:endParaRPr sz="32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3200" b="1" u="none" strike="noStrike">
                <a:solidFill>
                  <a:srgbClr val="FFFFFF"/>
                </a:solidFill>
                <a:latin typeface="Times New Roman"/>
                <a:ea typeface="Times New Roman"/>
                <a:cs typeface="Times New Roman"/>
              </a:rPr>
              <a:t>Triển khai mô hình</a:t>
            </a:r>
            <a:endParaRPr sz="3200" b="0" u="none" strike="noStrike">
              <a:solidFill>
                <a:srgbClr val="000000"/>
              </a:solidFill>
              <a:latin typeface="Times New Roman"/>
              <a:ea typeface="Times New Roman"/>
              <a:cs typeface="Times New Roman"/>
            </a:endParaRPr>
          </a:p>
        </p:txBody>
      </p:sp>
      <p:sp>
        <p:nvSpPr>
          <p:cNvPr id="455" name="TextBox 6">
            <a:extLst xmlns:a="http://schemas.openxmlformats.org/drawingml/2006/main">
              <a:ext uri="{FF2B5EF4-FFF2-40B4-BE49-F238E27FC236}">
                <a16:creationId xmlns:a16="http://schemas.microsoft.com/office/drawing/2014/main" id="{67418B7A-E1FF-4591-A4CA-A5DE9CD8CD54}"/>
              </a:ext>
            </a:extLst>
          </p:cNvPr>
          <p:cNvSpPr>
            <a:spLocks xmlns:a="http://schemas.openxmlformats.org/drawingml/2006/main" noGrp="1"/>
          </p:cNvSpPr>
          <p:nvPr/>
        </p:nvSpPr>
        <p:spPr>
          <a:xfrm xmlns:a="http://schemas.openxmlformats.org/drawingml/2006/main">
            <a:off x="11384280" y="6492240"/>
            <a:ext cx="438480" cy="2743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spAutoFit/>
          </a:bodyPr>
          <a:lstStyle xmlns:a="http://schemas.openxmlformats.org/drawingml/2006/main"/>
          <a:p xmlns:a="http://schemas.openxmlformats.org/drawingml/2006/main">
            <a:pPr algn="r" defTabSz="914400">
              <a:lnSpc>
                <a:spcPct val="100000"/>
              </a:lnSpc>
              <a:buNone/>
            </a:pPr>
            <a:r>
              <a:rPr sz="1800" b="1" u="none" strike="noStrike">
                <a:solidFill>
                  <a:srgbClr val="044F9E"/>
                </a:solidFill>
                <a:latin typeface="Times New Roman"/>
                <a:ea typeface="Times New Roman"/>
                <a:cs typeface="Times New Roman"/>
              </a:rPr>
              <a:t>24</a:t>
            </a:r>
            <a:endParaRPr sz="1800" b="0" u="none" strike="noStrike">
              <a:solidFill>
                <a:srgbClr val="000000"/>
              </a:solidFill>
              <a:latin typeface="Times New Roman"/>
              <a:ea typeface="Times New Roman"/>
              <a:cs typeface="Times New Roman"/>
            </a:endParaRPr>
          </a:p>
        </p:txBody>
      </p:sp>
      <p:sp>
        <p:nvSpPr>
          <p:cNvPr id="456" name="TextBox 7">
            <a:extLst xmlns:a="http://schemas.openxmlformats.org/drawingml/2006/main">
              <a:ext uri="{FF2B5EF4-FFF2-40B4-BE49-F238E27FC236}">
                <a16:creationId xmlns:a16="http://schemas.microsoft.com/office/drawing/2014/main" id="{8FA0813C-684A-4607-8B00-194C9A27C2D6}"/>
              </a:ext>
            </a:extLst>
          </p:cNvPr>
          <p:cNvSpPr>
            <a:spLocks xmlns:a="http://schemas.openxmlformats.org/drawingml/2006/main" noGrp="1"/>
          </p:cNvSpPr>
          <p:nvPr/>
        </p:nvSpPr>
        <p:spPr>
          <a:xfrm xmlns:a="http://schemas.openxmlformats.org/drawingml/2006/main">
            <a:off x="1005840" y="3154680"/>
            <a:ext cx="9875160" cy="91404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300" b="0" u="none" strike="noStrike">
                <a:solidFill>
                  <a:srgbClr val="FFFFFF"/>
                </a:solidFill>
                <a:latin typeface="Times New Roman"/>
                <a:ea typeface="Times New Roman"/>
                <a:cs typeface="Times New Roman"/>
              </a:rPr>
              <a:t>Giữ bài toán tương đồng, thể hiện rõ khác biệt trong pipeline</a:t>
            </a:r>
            <a:endParaRPr sz="2300" b="0" u="none" strike="noStrike">
              <a:solidFill>
                <a:srgbClr val="000000"/>
              </a:solidFill>
              <a:latin typeface="Times New Roman"/>
              <a:ea typeface="Times New Roman"/>
              <a:cs typeface="Times New Roman"/>
            </a:endParaRPr>
          </a:p>
        </p:txBody>
      </p:sp>
    </p:spTree>
    <p:extLst>
      <p:ext uri="{BB962C8B-B14F-4D97-AF65-F5344CB8AC3E}">
        <p14:creationId xmlns:p14="http://schemas.microsoft.com/office/powerpoint/2010/main" val="1938029006"/>
      </p:ext>
    </p:extLst>
  </p:cSld>
</p:sld>
</file>

<file path=ppt/slides/slide25.xml><?xml version="1.0" encoding="utf-8"?>
<p:sld xmlns:p="http://schemas.openxmlformats.org/presentationml/2006/main">
  <p:cSld>
    <p:spTree>
      <p:nvGrpSpPr>
        <p:cNvPr id="1" name=""/>
        <p:cNvGrpSpPr/>
        <p:nvPr/>
      </p:nvGrpSpPr>
      <p:grpSpPr>
        <a:xfrm xmlns:a="http://schemas.openxmlformats.org/drawingml/2006/main"/>
      </p:grpSpPr>
      <p:sp>
        <p:nvSpPr>
          <p:cNvPr id="460" name="TextBox 4">
            <a:extLst xmlns:a="http://schemas.openxmlformats.org/drawingml/2006/main">
              <a:ext uri="{FF2B5EF4-FFF2-40B4-BE49-F238E27FC236}">
                <a16:creationId xmlns:a16="http://schemas.microsoft.com/office/drawing/2014/main" id="{0566E7DD-A3E9-44BA-88DE-336DFC70B98F}"/>
              </a:ext>
            </a:extLst>
          </p:cNvPr>
          <p:cNvSpPr>
            <a:spLocks xmlns:a="http://schemas.openxmlformats.org/drawingml/2006/main" noGrp="1"/>
          </p:cNvSpPr>
          <p:nvPr/>
        </p:nvSpPr>
        <p:spPr>
          <a:xfrm xmlns:a="http://schemas.openxmlformats.org/drawingml/2006/main">
            <a:off x="713160" y="603360"/>
            <a:ext cx="10881000" cy="6030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defTabSz="914400">
              <a:lnSpc>
                <a:spcPct val="100000"/>
              </a:lnSpc>
              <a:buNone/>
            </a:pPr>
            <a:r>
              <a:rPr sz="2900" b="1" u="none" strike="noStrike">
                <a:solidFill>
                  <a:srgbClr val="044F9E"/>
                </a:solidFill>
                <a:latin typeface="Times New Roman"/>
                <a:ea typeface="Times New Roman"/>
                <a:cs typeface="Times New Roman"/>
              </a:rPr>
              <a:t>Nhánh Scikit-learn chạy lần lượt trên DataFrame và mảng</a:t>
            </a:r>
            <a:endParaRPr sz="2900" b="0" u="none" strike="noStrike">
              <a:solidFill>
                <a:srgbClr val="000000"/>
              </a:solidFill>
              <a:latin typeface="Times New Roman"/>
              <a:ea typeface="Times New Roman"/>
              <a:cs typeface="Times New Roman"/>
            </a:endParaRPr>
          </a:p>
        </p:txBody>
      </p:sp>
      <p:sp>
        <p:nvSpPr>
          <p:cNvPr id="461" name="Rectangle 5">
            <a:extLst xmlns:a="http://schemas.openxmlformats.org/drawingml/2006/main">
              <a:ext uri="{FF2B5EF4-FFF2-40B4-BE49-F238E27FC236}">
                <a16:creationId xmlns:a16="http://schemas.microsoft.com/office/drawing/2014/main" id="{0FFDE9F8-46C4-4048-AD76-756B2A761AD4}"/>
              </a:ext>
            </a:extLst>
          </p:cNvPr>
          <p:cNvSpPr>
            <a:spLocks xmlns:a="http://schemas.openxmlformats.org/drawingml/2006/main" noGrp="1"/>
          </p:cNvSpPr>
          <p:nvPr/>
        </p:nvSpPr>
        <p:spPr>
          <a:xfrm xmlns:a="http://schemas.openxmlformats.org/drawingml/2006/main">
            <a:off x="731520" y="1243440"/>
            <a:ext cx="822600" cy="5004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5400" rIns="90000" bIns="54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462" name="TextBox 6">
            <a:extLst xmlns:a="http://schemas.openxmlformats.org/drawingml/2006/main">
              <a:ext uri="{FF2B5EF4-FFF2-40B4-BE49-F238E27FC236}">
                <a16:creationId xmlns:a16="http://schemas.microsoft.com/office/drawing/2014/main" id="{B7E68D26-3B40-4932-B65B-7242260A1F63}"/>
              </a:ext>
            </a:extLst>
          </p:cNvPr>
          <p:cNvSpPr>
            <a:spLocks xmlns:a="http://schemas.openxmlformats.org/drawingml/2006/main" noGrp="1"/>
          </p:cNvSpPr>
          <p:nvPr/>
        </p:nvSpPr>
        <p:spPr>
          <a:xfrm xmlns:a="http://schemas.openxmlformats.org/drawingml/2006/main">
            <a:off x="11384280" y="6492240"/>
            <a:ext cx="438480" cy="2743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spAutoFit/>
          </a:bodyPr>
          <a:lstStyle xmlns:a="http://schemas.openxmlformats.org/drawingml/2006/main"/>
          <a:p xmlns:a="http://schemas.openxmlformats.org/drawingml/2006/main">
            <a:pPr algn="r" defTabSz="914400">
              <a:lnSpc>
                <a:spcPct val="100000"/>
              </a:lnSpc>
              <a:buNone/>
            </a:pPr>
            <a:r>
              <a:rPr sz="1800" b="1" u="none" strike="noStrike">
                <a:solidFill>
                  <a:srgbClr val="044F9E"/>
                </a:solidFill>
                <a:latin typeface="Times New Roman"/>
                <a:ea typeface="Times New Roman"/>
                <a:cs typeface="Times New Roman"/>
              </a:rPr>
              <a:t>25</a:t>
            </a:r>
            <a:endParaRPr sz="1800" b="0" u="none" strike="noStrike">
              <a:solidFill>
                <a:srgbClr val="000000"/>
              </a:solidFill>
              <a:latin typeface="Times New Roman"/>
              <a:ea typeface="Times New Roman"/>
              <a:cs typeface="Times New Roman"/>
            </a:endParaRPr>
          </a:p>
        </p:txBody>
      </p:sp>
      <p:sp>
        <p:nvSpPr>
          <p:cNvPr id="463" name="Rounded Rectangle 7">
            <a:extLst xmlns:a="http://schemas.openxmlformats.org/drawingml/2006/main">
              <a:ext uri="{FF2B5EF4-FFF2-40B4-BE49-F238E27FC236}">
                <a16:creationId xmlns:a16="http://schemas.microsoft.com/office/drawing/2014/main" id="{0B369C86-6F7D-4DD9-BA3B-7D3D7EB0391F}"/>
              </a:ext>
            </a:extLst>
          </p:cNvPr>
          <p:cNvSpPr>
            <a:spLocks xmlns:a="http://schemas.openxmlformats.org/drawingml/2006/main" noGrp="1"/>
          </p:cNvSpPr>
          <p:nvPr/>
        </p:nvSpPr>
        <p:spPr>
          <a:xfrm xmlns:a="http://schemas.openxmlformats.org/drawingml/2006/main">
            <a:off x="704160" y="1719000"/>
            <a:ext cx="2980440" cy="157248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464" name="Rectangle 8">
            <a:extLst xmlns:a="http://schemas.openxmlformats.org/drawingml/2006/main">
              <a:ext uri="{FF2B5EF4-FFF2-40B4-BE49-F238E27FC236}">
                <a16:creationId xmlns:a16="http://schemas.microsoft.com/office/drawing/2014/main" id="{351EB4F2-BC88-4F5D-9B07-3F64A6130CD8}"/>
              </a:ext>
            </a:extLst>
          </p:cNvPr>
          <p:cNvSpPr>
            <a:spLocks xmlns:a="http://schemas.openxmlformats.org/drawingml/2006/main" noGrp="1"/>
          </p:cNvSpPr>
          <p:nvPr/>
        </p:nvSpPr>
        <p:spPr>
          <a:xfrm xmlns:a="http://schemas.openxmlformats.org/drawingml/2006/main">
            <a:off x="704160" y="1719000"/>
            <a:ext cx="91080" cy="1572480"/>
          </a:xfrm>
          <a:prstGeom xmlns:a="http://schemas.openxmlformats.org/drawingml/2006/main" prst="rect">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465" name="TextBox 9">
            <a:extLst xmlns:a="http://schemas.openxmlformats.org/drawingml/2006/main">
              <a:ext uri="{FF2B5EF4-FFF2-40B4-BE49-F238E27FC236}">
                <a16:creationId xmlns:a16="http://schemas.microsoft.com/office/drawing/2014/main" id="{94239746-E09B-4472-AB2E-95DDABB317EA}"/>
              </a:ext>
            </a:extLst>
          </p:cNvPr>
          <p:cNvSpPr>
            <a:spLocks xmlns:a="http://schemas.openxmlformats.org/drawingml/2006/main" noGrp="1"/>
          </p:cNvSpPr>
          <p:nvPr/>
        </p:nvSpPr>
        <p:spPr>
          <a:xfrm xmlns:a="http://schemas.openxmlformats.org/drawingml/2006/main">
            <a:off x="887040" y="1803615"/>
            <a:ext cx="270612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algn="ctr" defTabSz="914400">
              <a:lnSpc>
                <a:spcPct val="100000"/>
              </a:lnSpc>
              <a:buNone/>
            </a:pPr>
            <a:r>
              <a:rPr sz="2400" b="1" u="none" strike="noStrike">
                <a:solidFill>
                  <a:srgbClr val="044F9E"/>
                </a:solidFill>
                <a:latin typeface="Times New Roman"/>
                <a:ea typeface="Times New Roman"/>
                <a:cs typeface="Times New Roman"/>
              </a:rPr>
              <a:t>1. Đọc CSV</a:t>
            </a:r>
            <a:endParaRPr sz="2400" b="0" u="none" strike="noStrike">
              <a:solidFill>
                <a:srgbClr val="000000"/>
              </a:solidFill>
              <a:latin typeface="Times New Roman"/>
              <a:ea typeface="Times New Roman"/>
              <a:cs typeface="Times New Roman"/>
            </a:endParaRPr>
          </a:p>
        </p:txBody>
      </p:sp>
      <p:sp>
        <p:nvSpPr>
          <p:cNvPr id="466" name="TextBox 10">
            <a:extLst xmlns:a="http://schemas.openxmlformats.org/drawingml/2006/main">
              <a:ext uri="{FF2B5EF4-FFF2-40B4-BE49-F238E27FC236}">
                <a16:creationId xmlns:a16="http://schemas.microsoft.com/office/drawing/2014/main" id="{D9972B33-91CE-4057-8D99-B5A076871E87}"/>
              </a:ext>
            </a:extLst>
          </p:cNvPr>
          <p:cNvSpPr>
            <a:spLocks xmlns:a="http://schemas.openxmlformats.org/drawingml/2006/main" noGrp="1"/>
          </p:cNvSpPr>
          <p:nvPr/>
        </p:nvSpPr>
        <p:spPr>
          <a:xfrm xmlns:a="http://schemas.openxmlformats.org/drawingml/2006/main">
            <a:off x="887040" y="2231280"/>
            <a:ext cx="270612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algn="ctr" defTabSz="914400">
              <a:lnSpc>
                <a:spcPct val="100000"/>
              </a:lnSpc>
              <a:buNone/>
            </a:pPr>
            <a:r>
              <a:rPr sz="2400" b="0" u="none" strike="noStrike">
                <a:solidFill>
                  <a:srgbClr val="18324B"/>
                </a:solidFill>
                <a:latin typeface="Times New Roman"/>
                <a:ea typeface="Times New Roman"/>
                <a:cs typeface="Times New Roman"/>
              </a:rPr>
              <a:t>Pandas DataFrame</a:t>
            </a:r>
            <a:endParaRPr sz="2400" b="0" u="none" strike="noStrike">
              <a:solidFill>
                <a:srgbClr val="000000"/>
              </a:solidFill>
              <a:latin typeface="Times New Roman"/>
              <a:ea typeface="Times New Roman"/>
              <a:cs typeface="Times New Roman"/>
            </a:endParaRPr>
          </a:p>
        </p:txBody>
      </p:sp>
      <p:sp>
        <p:nvSpPr>
          <p:cNvPr id="467" name="Rounded Rectangle 11">
            <a:extLst xmlns:a="http://schemas.openxmlformats.org/drawingml/2006/main">
              <a:ext uri="{FF2B5EF4-FFF2-40B4-BE49-F238E27FC236}">
                <a16:creationId xmlns:a16="http://schemas.microsoft.com/office/drawing/2014/main" id="{A8670104-88B2-4A7E-9359-9565295A2E38}"/>
              </a:ext>
            </a:extLst>
          </p:cNvPr>
          <p:cNvSpPr>
            <a:spLocks xmlns:a="http://schemas.openxmlformats.org/drawingml/2006/main" noGrp="1"/>
          </p:cNvSpPr>
          <p:nvPr/>
        </p:nvSpPr>
        <p:spPr>
          <a:xfrm xmlns:a="http://schemas.openxmlformats.org/drawingml/2006/main">
            <a:off x="4096440" y="1719000"/>
            <a:ext cx="2980440" cy="157248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468" name="Rectangle 12">
            <a:extLst xmlns:a="http://schemas.openxmlformats.org/drawingml/2006/main">
              <a:ext uri="{FF2B5EF4-FFF2-40B4-BE49-F238E27FC236}">
                <a16:creationId xmlns:a16="http://schemas.microsoft.com/office/drawing/2014/main" id="{F04A666D-2D27-4F45-B79B-54CB5884B90F}"/>
              </a:ext>
            </a:extLst>
          </p:cNvPr>
          <p:cNvSpPr>
            <a:spLocks xmlns:a="http://schemas.openxmlformats.org/drawingml/2006/main" noGrp="1"/>
          </p:cNvSpPr>
          <p:nvPr/>
        </p:nvSpPr>
        <p:spPr>
          <a:xfrm xmlns:a="http://schemas.openxmlformats.org/drawingml/2006/main">
            <a:off x="4096440" y="1719000"/>
            <a:ext cx="91080" cy="157248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469" name="TextBox 13">
            <a:extLst xmlns:a="http://schemas.openxmlformats.org/drawingml/2006/main">
              <a:ext uri="{FF2B5EF4-FFF2-40B4-BE49-F238E27FC236}">
                <a16:creationId xmlns:a16="http://schemas.microsoft.com/office/drawing/2014/main" id="{B29256F3-FDF8-4011-8899-DDD06C49A5CF}"/>
              </a:ext>
            </a:extLst>
          </p:cNvPr>
          <p:cNvSpPr>
            <a:spLocks xmlns:a="http://schemas.openxmlformats.org/drawingml/2006/main" noGrp="1"/>
          </p:cNvSpPr>
          <p:nvPr/>
        </p:nvSpPr>
        <p:spPr>
          <a:xfrm xmlns:a="http://schemas.openxmlformats.org/drawingml/2006/main">
            <a:off x="4279320" y="1803615"/>
            <a:ext cx="270612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algn="ctr" defTabSz="914400">
              <a:lnSpc>
                <a:spcPct val="100000"/>
              </a:lnSpc>
              <a:buNone/>
            </a:pPr>
            <a:r>
              <a:rPr sz="2400" b="1" u="none" strike="noStrike">
                <a:solidFill>
                  <a:srgbClr val="044F9E"/>
                </a:solidFill>
                <a:latin typeface="Times New Roman"/>
                <a:ea typeface="Times New Roman"/>
                <a:cs typeface="Times New Roman"/>
              </a:rPr>
              <a:t>2. Kiểm tra</a:t>
            </a:r>
            <a:endParaRPr sz="2400" b="0" u="none" strike="noStrike">
              <a:solidFill>
                <a:srgbClr val="000000"/>
              </a:solidFill>
              <a:latin typeface="Times New Roman"/>
              <a:ea typeface="Times New Roman"/>
              <a:cs typeface="Times New Roman"/>
            </a:endParaRPr>
          </a:p>
        </p:txBody>
      </p:sp>
      <p:sp>
        <p:nvSpPr>
          <p:cNvPr id="470" name="TextBox 14">
            <a:extLst xmlns:a="http://schemas.openxmlformats.org/drawingml/2006/main">
              <a:ext uri="{FF2B5EF4-FFF2-40B4-BE49-F238E27FC236}">
                <a16:creationId xmlns:a16="http://schemas.microsoft.com/office/drawing/2014/main" id="{5D2D5317-FCED-46C9-8C03-033E0ACBC64D}"/>
              </a:ext>
            </a:extLst>
          </p:cNvPr>
          <p:cNvSpPr>
            <a:spLocks xmlns:a="http://schemas.openxmlformats.org/drawingml/2006/main" noGrp="1"/>
          </p:cNvSpPr>
          <p:nvPr/>
        </p:nvSpPr>
        <p:spPr>
          <a:xfrm xmlns:a="http://schemas.openxmlformats.org/drawingml/2006/main">
            <a:off x="4279320" y="2231280"/>
            <a:ext cx="270612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algn="ctr" defTabSz="914400">
              <a:lnSpc>
                <a:spcPct val="100000"/>
              </a:lnSpc>
              <a:buNone/>
            </a:pPr>
            <a:r>
              <a:rPr sz="2400" b="0" u="none" strike="noStrike">
                <a:solidFill>
                  <a:srgbClr val="18324B"/>
                </a:solidFill>
                <a:latin typeface="Times New Roman"/>
                <a:ea typeface="Times New Roman"/>
                <a:cs typeface="Times New Roman"/>
              </a:rPr>
              <a:t>dropna và chọn cột</a:t>
            </a:r>
            <a:endParaRPr sz="2400" b="0" u="none" strike="noStrike">
              <a:solidFill>
                <a:srgbClr val="000000"/>
              </a:solidFill>
              <a:latin typeface="Times New Roman"/>
              <a:ea typeface="Times New Roman"/>
              <a:cs typeface="Times New Roman"/>
            </a:endParaRPr>
          </a:p>
        </p:txBody>
      </p:sp>
      <p:sp>
        <p:nvSpPr>
          <p:cNvPr id="471" name="Rounded Rectangle 15">
            <a:extLst xmlns:a="http://schemas.openxmlformats.org/drawingml/2006/main">
              <a:ext uri="{FF2B5EF4-FFF2-40B4-BE49-F238E27FC236}">
                <a16:creationId xmlns:a16="http://schemas.microsoft.com/office/drawing/2014/main" id="{45238F16-FB7A-4EB0-8D0F-1552A0738BA5}"/>
              </a:ext>
            </a:extLst>
          </p:cNvPr>
          <p:cNvSpPr>
            <a:spLocks xmlns:a="http://schemas.openxmlformats.org/drawingml/2006/main" noGrp="1"/>
          </p:cNvSpPr>
          <p:nvPr/>
        </p:nvSpPr>
        <p:spPr>
          <a:xfrm xmlns:a="http://schemas.openxmlformats.org/drawingml/2006/main">
            <a:off x="7489080" y="1719000"/>
            <a:ext cx="2980440" cy="157248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472" name="Rectangle 16">
            <a:extLst xmlns:a="http://schemas.openxmlformats.org/drawingml/2006/main">
              <a:ext uri="{FF2B5EF4-FFF2-40B4-BE49-F238E27FC236}">
                <a16:creationId xmlns:a16="http://schemas.microsoft.com/office/drawing/2014/main" id="{ED8B7623-364F-4763-8C58-401A7DEF2483}"/>
              </a:ext>
            </a:extLst>
          </p:cNvPr>
          <p:cNvSpPr>
            <a:spLocks xmlns:a="http://schemas.openxmlformats.org/drawingml/2006/main" noGrp="1"/>
          </p:cNvSpPr>
          <p:nvPr/>
        </p:nvSpPr>
        <p:spPr>
          <a:xfrm xmlns:a="http://schemas.openxmlformats.org/drawingml/2006/main">
            <a:off x="7489080" y="1719000"/>
            <a:ext cx="91080" cy="1572480"/>
          </a:xfrm>
          <a:prstGeom xmlns:a="http://schemas.openxmlformats.org/drawingml/2006/main" prst="rect">
            <a:avLst/>
          </a:prstGeom>
          <a:solidFill xmlns:a="http://schemas.openxmlformats.org/drawingml/2006/main">
            <a:srgbClr val="FEC01D"/>
          </a:solidFill>
          <a:ln xmlns:a="http://schemas.openxmlformats.org/drawingml/2006/main">
            <a:solidFill>
              <a:srgbClr val="FEC01D"/>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473" name="TextBox 17">
            <a:extLst xmlns:a="http://schemas.openxmlformats.org/drawingml/2006/main">
              <a:ext uri="{FF2B5EF4-FFF2-40B4-BE49-F238E27FC236}">
                <a16:creationId xmlns:a16="http://schemas.microsoft.com/office/drawing/2014/main" id="{13B92104-4022-421F-BB3C-4F96D9BFEE16}"/>
              </a:ext>
            </a:extLst>
          </p:cNvPr>
          <p:cNvSpPr>
            <a:spLocks xmlns:a="http://schemas.openxmlformats.org/drawingml/2006/main" noGrp="1"/>
          </p:cNvSpPr>
          <p:nvPr/>
        </p:nvSpPr>
        <p:spPr>
          <a:xfrm xmlns:a="http://schemas.openxmlformats.org/drawingml/2006/main">
            <a:off x="7671960" y="1803615"/>
            <a:ext cx="270612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algn="ctr" defTabSz="914400">
              <a:lnSpc>
                <a:spcPct val="100000"/>
              </a:lnSpc>
              <a:buNone/>
            </a:pPr>
            <a:r>
              <a:rPr sz="2400" b="1" u="none" strike="noStrike">
                <a:solidFill>
                  <a:srgbClr val="044F9E"/>
                </a:solidFill>
                <a:latin typeface="Times New Roman"/>
                <a:ea typeface="Times New Roman"/>
                <a:cs typeface="Times New Roman"/>
              </a:rPr>
              <a:t>3. Chuẩn hóa</a:t>
            </a:r>
            <a:endParaRPr sz="2400" b="0" u="none" strike="noStrike">
              <a:solidFill>
                <a:srgbClr val="000000"/>
              </a:solidFill>
              <a:latin typeface="Times New Roman"/>
              <a:ea typeface="Times New Roman"/>
              <a:cs typeface="Times New Roman"/>
            </a:endParaRPr>
          </a:p>
        </p:txBody>
      </p:sp>
      <p:sp>
        <p:nvSpPr>
          <p:cNvPr id="474" name="TextBox 18">
            <a:extLst xmlns:a="http://schemas.openxmlformats.org/drawingml/2006/main">
              <a:ext uri="{FF2B5EF4-FFF2-40B4-BE49-F238E27FC236}">
                <a16:creationId xmlns:a16="http://schemas.microsoft.com/office/drawing/2014/main" id="{AACAAEDA-0ED4-47A4-8076-761C37EFF9D0}"/>
              </a:ext>
            </a:extLst>
          </p:cNvPr>
          <p:cNvSpPr>
            <a:spLocks xmlns:a="http://schemas.openxmlformats.org/drawingml/2006/main" noGrp="1"/>
          </p:cNvSpPr>
          <p:nvPr/>
        </p:nvSpPr>
        <p:spPr>
          <a:xfrm xmlns:a="http://schemas.openxmlformats.org/drawingml/2006/main">
            <a:off x="7671960" y="2231280"/>
            <a:ext cx="270612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algn="ctr" defTabSz="914400">
              <a:lnSpc>
                <a:spcPct val="100000"/>
              </a:lnSpc>
              <a:buNone/>
            </a:pPr>
            <a:r>
              <a:rPr sz="2400" b="0" u="none" strike="noStrike">
                <a:solidFill>
                  <a:srgbClr val="18324B"/>
                </a:solidFill>
                <a:latin typeface="Times New Roman"/>
                <a:ea typeface="Times New Roman"/>
                <a:cs typeface="Times New Roman"/>
              </a:rPr>
              <a:t>StandardScaler</a:t>
            </a:r>
            <a:endParaRPr sz="2400" b="0" u="none" strike="noStrike">
              <a:solidFill>
                <a:srgbClr val="000000"/>
              </a:solidFill>
              <a:latin typeface="Times New Roman"/>
              <a:ea typeface="Times New Roman"/>
              <a:cs typeface="Times New Roman"/>
            </a:endParaRPr>
          </a:p>
        </p:txBody>
      </p:sp>
      <p:sp>
        <p:nvSpPr>
          <p:cNvPr id="475" name="Rounded Rectangle 19">
            <a:extLst xmlns:a="http://schemas.openxmlformats.org/drawingml/2006/main">
              <a:ext uri="{FF2B5EF4-FFF2-40B4-BE49-F238E27FC236}">
                <a16:creationId xmlns:a16="http://schemas.microsoft.com/office/drawing/2014/main" id="{76755373-2F5D-4E40-809C-6459D10F657A}"/>
              </a:ext>
            </a:extLst>
          </p:cNvPr>
          <p:cNvSpPr>
            <a:spLocks xmlns:a="http://schemas.openxmlformats.org/drawingml/2006/main" noGrp="1"/>
          </p:cNvSpPr>
          <p:nvPr/>
        </p:nvSpPr>
        <p:spPr>
          <a:xfrm xmlns:a="http://schemas.openxmlformats.org/drawingml/2006/main">
            <a:off x="704160" y="3977640"/>
            <a:ext cx="2980440" cy="157248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476" name="Rectangle 20">
            <a:extLst xmlns:a="http://schemas.openxmlformats.org/drawingml/2006/main">
              <a:ext uri="{FF2B5EF4-FFF2-40B4-BE49-F238E27FC236}">
                <a16:creationId xmlns:a16="http://schemas.microsoft.com/office/drawing/2014/main" id="{297DC25D-8495-4387-B999-453860E1D725}"/>
              </a:ext>
            </a:extLst>
          </p:cNvPr>
          <p:cNvSpPr>
            <a:spLocks xmlns:a="http://schemas.openxmlformats.org/drawingml/2006/main" noGrp="1"/>
          </p:cNvSpPr>
          <p:nvPr/>
        </p:nvSpPr>
        <p:spPr>
          <a:xfrm xmlns:a="http://schemas.openxmlformats.org/drawingml/2006/main">
            <a:off x="704160" y="3977640"/>
            <a:ext cx="91080" cy="1572480"/>
          </a:xfrm>
          <a:prstGeom xmlns:a="http://schemas.openxmlformats.org/drawingml/2006/main" prst="rect">
            <a:avLst/>
          </a:prstGeom>
          <a:solidFill xmlns:a="http://schemas.openxmlformats.org/drawingml/2006/main">
            <a:srgbClr val="E81F26"/>
          </a:solidFill>
          <a:ln xmlns:a="http://schemas.openxmlformats.org/drawingml/2006/main">
            <a:solidFill>
              <a:srgbClr val="E81F2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477" name="TextBox 21">
            <a:extLst xmlns:a="http://schemas.openxmlformats.org/drawingml/2006/main">
              <a:ext uri="{FF2B5EF4-FFF2-40B4-BE49-F238E27FC236}">
                <a16:creationId xmlns:a16="http://schemas.microsoft.com/office/drawing/2014/main" id="{FCF121DC-3788-48B4-9F39-978BE2DB6F37}"/>
              </a:ext>
            </a:extLst>
          </p:cNvPr>
          <p:cNvSpPr>
            <a:spLocks xmlns:a="http://schemas.openxmlformats.org/drawingml/2006/main" noGrp="1"/>
          </p:cNvSpPr>
          <p:nvPr/>
        </p:nvSpPr>
        <p:spPr>
          <a:xfrm xmlns:a="http://schemas.openxmlformats.org/drawingml/2006/main">
            <a:off x="887040" y="4062255"/>
            <a:ext cx="270612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algn="ctr" defTabSz="914400">
              <a:lnSpc>
                <a:spcPct val="100000"/>
              </a:lnSpc>
              <a:buNone/>
            </a:pPr>
            <a:r>
              <a:rPr sz="2400" b="1" u="none" strike="noStrike">
                <a:solidFill>
                  <a:srgbClr val="044F9E"/>
                </a:solidFill>
                <a:latin typeface="Times New Roman"/>
                <a:ea typeface="Times New Roman"/>
                <a:cs typeface="Times New Roman"/>
              </a:rPr>
              <a:t>4. Chia tập</a:t>
            </a:r>
            <a:endParaRPr sz="2400" b="0" u="none" strike="noStrike">
              <a:solidFill>
                <a:srgbClr val="000000"/>
              </a:solidFill>
              <a:latin typeface="Times New Roman"/>
              <a:ea typeface="Times New Roman"/>
              <a:cs typeface="Times New Roman"/>
            </a:endParaRPr>
          </a:p>
        </p:txBody>
      </p:sp>
      <p:sp>
        <p:nvSpPr>
          <p:cNvPr id="478" name="TextBox 22">
            <a:extLst xmlns:a="http://schemas.openxmlformats.org/drawingml/2006/main">
              <a:ext uri="{FF2B5EF4-FFF2-40B4-BE49-F238E27FC236}">
                <a16:creationId xmlns:a16="http://schemas.microsoft.com/office/drawing/2014/main" id="{07E86A5B-69B3-4913-A42A-12498FD5E723}"/>
              </a:ext>
            </a:extLst>
          </p:cNvPr>
          <p:cNvSpPr>
            <a:spLocks xmlns:a="http://schemas.openxmlformats.org/drawingml/2006/main" noGrp="1"/>
          </p:cNvSpPr>
          <p:nvPr/>
        </p:nvSpPr>
        <p:spPr>
          <a:xfrm xmlns:a="http://schemas.openxmlformats.org/drawingml/2006/main">
            <a:off x="887040" y="4489560"/>
            <a:ext cx="270612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algn="ctr" defTabSz="914400">
              <a:lnSpc>
                <a:spcPct val="100000"/>
              </a:lnSpc>
              <a:buNone/>
            </a:pPr>
            <a:r>
              <a:rPr sz="2400" b="0" u="none" strike="noStrike">
                <a:solidFill>
                  <a:srgbClr val="18324B"/>
                </a:solidFill>
                <a:latin typeface="Times New Roman"/>
                <a:ea typeface="Times New Roman"/>
                <a:cs typeface="Times New Roman"/>
              </a:rPr>
              <a:t>80/20, seed 42</a:t>
            </a:r>
            <a:endParaRPr sz="2400" b="0" u="none" strike="noStrike">
              <a:solidFill>
                <a:srgbClr val="000000"/>
              </a:solidFill>
              <a:latin typeface="Times New Roman"/>
              <a:ea typeface="Times New Roman"/>
              <a:cs typeface="Times New Roman"/>
            </a:endParaRPr>
          </a:p>
        </p:txBody>
      </p:sp>
      <p:sp>
        <p:nvSpPr>
          <p:cNvPr id="479" name="Rounded Rectangle 23">
            <a:extLst xmlns:a="http://schemas.openxmlformats.org/drawingml/2006/main">
              <a:ext uri="{FF2B5EF4-FFF2-40B4-BE49-F238E27FC236}">
                <a16:creationId xmlns:a16="http://schemas.microsoft.com/office/drawing/2014/main" id="{E4AE128A-4DC5-44CD-9638-6FB3D2136E79}"/>
              </a:ext>
            </a:extLst>
          </p:cNvPr>
          <p:cNvSpPr>
            <a:spLocks xmlns:a="http://schemas.openxmlformats.org/drawingml/2006/main" noGrp="1"/>
          </p:cNvSpPr>
          <p:nvPr/>
        </p:nvSpPr>
        <p:spPr>
          <a:xfrm xmlns:a="http://schemas.openxmlformats.org/drawingml/2006/main">
            <a:off x="4096440" y="3977640"/>
            <a:ext cx="2980440" cy="157248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480" name="Rectangle 24">
            <a:extLst xmlns:a="http://schemas.openxmlformats.org/drawingml/2006/main">
              <a:ext uri="{FF2B5EF4-FFF2-40B4-BE49-F238E27FC236}">
                <a16:creationId xmlns:a16="http://schemas.microsoft.com/office/drawing/2014/main" id="{F30053E8-F3F1-413F-9A03-354F113587CC}"/>
              </a:ext>
            </a:extLst>
          </p:cNvPr>
          <p:cNvSpPr>
            <a:spLocks xmlns:a="http://schemas.openxmlformats.org/drawingml/2006/main" noGrp="1"/>
          </p:cNvSpPr>
          <p:nvPr/>
        </p:nvSpPr>
        <p:spPr>
          <a:xfrm xmlns:a="http://schemas.openxmlformats.org/drawingml/2006/main">
            <a:off x="4096440" y="3977640"/>
            <a:ext cx="91080" cy="1572480"/>
          </a:xfrm>
          <a:prstGeom xmlns:a="http://schemas.openxmlformats.org/drawingml/2006/main" prst="rect">
            <a:avLst/>
          </a:prstGeom>
          <a:solidFill xmlns:a="http://schemas.openxmlformats.org/drawingml/2006/main">
            <a:srgbClr val="044F9E"/>
          </a:solidFill>
          <a:ln xmlns:a="http://schemas.openxmlformats.org/drawingml/2006/main">
            <a:solidFill>
              <a:srgbClr val="044F9E"/>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481" name="TextBox 25">
            <a:extLst xmlns:a="http://schemas.openxmlformats.org/drawingml/2006/main">
              <a:ext uri="{FF2B5EF4-FFF2-40B4-BE49-F238E27FC236}">
                <a16:creationId xmlns:a16="http://schemas.microsoft.com/office/drawing/2014/main" id="{DD92E456-9566-4FB1-A9DA-D835D67EF50B}"/>
              </a:ext>
            </a:extLst>
          </p:cNvPr>
          <p:cNvSpPr>
            <a:spLocks xmlns:a="http://schemas.openxmlformats.org/drawingml/2006/main" noGrp="1"/>
          </p:cNvSpPr>
          <p:nvPr/>
        </p:nvSpPr>
        <p:spPr>
          <a:xfrm xmlns:a="http://schemas.openxmlformats.org/drawingml/2006/main">
            <a:off x="4279320" y="4062255"/>
            <a:ext cx="270612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algn="ctr" defTabSz="914400">
              <a:lnSpc>
                <a:spcPct val="100000"/>
              </a:lnSpc>
              <a:buNone/>
            </a:pPr>
            <a:r>
              <a:rPr sz="2400" b="1" u="none" strike="noStrike">
                <a:solidFill>
                  <a:srgbClr val="044F9E"/>
                </a:solidFill>
                <a:latin typeface="Times New Roman"/>
                <a:ea typeface="Times New Roman"/>
                <a:cs typeface="Times New Roman"/>
              </a:rPr>
              <a:t>5. Huấn luyện</a:t>
            </a:r>
            <a:endParaRPr sz="2400" b="0" u="none" strike="noStrike">
              <a:solidFill>
                <a:srgbClr val="000000"/>
              </a:solidFill>
              <a:latin typeface="Times New Roman"/>
              <a:ea typeface="Times New Roman"/>
              <a:cs typeface="Times New Roman"/>
            </a:endParaRPr>
          </a:p>
        </p:txBody>
      </p:sp>
      <p:sp>
        <p:nvSpPr>
          <p:cNvPr id="482" name="TextBox 26">
            <a:extLst xmlns:a="http://schemas.openxmlformats.org/drawingml/2006/main">
              <a:ext uri="{FF2B5EF4-FFF2-40B4-BE49-F238E27FC236}">
                <a16:creationId xmlns:a16="http://schemas.microsoft.com/office/drawing/2014/main" id="{67570D06-7EF9-402C-87BA-5FA3D0F681A1}"/>
              </a:ext>
            </a:extLst>
          </p:cNvPr>
          <p:cNvSpPr>
            <a:spLocks xmlns:a="http://schemas.openxmlformats.org/drawingml/2006/main" noGrp="1"/>
          </p:cNvSpPr>
          <p:nvPr/>
        </p:nvSpPr>
        <p:spPr>
          <a:xfrm xmlns:a="http://schemas.openxmlformats.org/drawingml/2006/main">
            <a:off x="4279320" y="4489560"/>
            <a:ext cx="270612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algn="ctr" defTabSz="914400">
              <a:lnSpc>
                <a:spcPct val="100000"/>
              </a:lnSpc>
              <a:buNone/>
            </a:pPr>
            <a:r>
              <a:rPr sz="2400" b="0" u="none" strike="noStrike">
                <a:solidFill>
                  <a:srgbClr val="18324B"/>
                </a:solidFill>
                <a:latin typeface="Times New Roman"/>
                <a:ea typeface="Times New Roman"/>
                <a:cs typeface="Times New Roman"/>
              </a:rPr>
              <a:t>Random Forest</a:t>
            </a:r>
            <a:endParaRPr sz="2400" b="0" u="none" strike="noStrike">
              <a:solidFill>
                <a:srgbClr val="000000"/>
              </a:solidFill>
              <a:latin typeface="Times New Roman"/>
              <a:ea typeface="Times New Roman"/>
              <a:cs typeface="Times New Roman"/>
            </a:endParaRPr>
          </a:p>
        </p:txBody>
      </p:sp>
      <p:sp>
        <p:nvSpPr>
          <p:cNvPr id="483" name="Rounded Rectangle 27">
            <a:extLst xmlns:a="http://schemas.openxmlformats.org/drawingml/2006/main">
              <a:ext uri="{FF2B5EF4-FFF2-40B4-BE49-F238E27FC236}">
                <a16:creationId xmlns:a16="http://schemas.microsoft.com/office/drawing/2014/main" id="{C29A0F11-0A8D-4B4A-9941-32B00571169D}"/>
              </a:ext>
            </a:extLst>
          </p:cNvPr>
          <p:cNvSpPr>
            <a:spLocks xmlns:a="http://schemas.openxmlformats.org/drawingml/2006/main" noGrp="1"/>
          </p:cNvSpPr>
          <p:nvPr/>
        </p:nvSpPr>
        <p:spPr>
          <a:xfrm xmlns:a="http://schemas.openxmlformats.org/drawingml/2006/main">
            <a:off x="7489080" y="3977640"/>
            <a:ext cx="2980440" cy="157248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484" name="Rectangle 28">
            <a:extLst xmlns:a="http://schemas.openxmlformats.org/drawingml/2006/main">
              <a:ext uri="{FF2B5EF4-FFF2-40B4-BE49-F238E27FC236}">
                <a16:creationId xmlns:a16="http://schemas.microsoft.com/office/drawing/2014/main" id="{CA85C014-417E-4026-B9F9-886A65B0FCBD}"/>
              </a:ext>
            </a:extLst>
          </p:cNvPr>
          <p:cNvSpPr>
            <a:spLocks xmlns:a="http://schemas.openxmlformats.org/drawingml/2006/main" noGrp="1"/>
          </p:cNvSpPr>
          <p:nvPr/>
        </p:nvSpPr>
        <p:spPr>
          <a:xfrm xmlns:a="http://schemas.openxmlformats.org/drawingml/2006/main">
            <a:off x="7489080" y="3977640"/>
            <a:ext cx="91080" cy="1572480"/>
          </a:xfrm>
          <a:prstGeom xmlns:a="http://schemas.openxmlformats.org/drawingml/2006/main" prst="rect">
            <a:avLst/>
          </a:prstGeom>
          <a:solidFill xmlns:a="http://schemas.openxmlformats.org/drawingml/2006/main">
            <a:srgbClr val="2E7D5B"/>
          </a:solidFill>
          <a:ln xmlns:a="http://schemas.openxmlformats.org/drawingml/2006/main">
            <a:solidFill>
              <a:srgbClr val="2E7D5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485" name="TextBox 29">
            <a:extLst xmlns:a="http://schemas.openxmlformats.org/drawingml/2006/main">
              <a:ext uri="{FF2B5EF4-FFF2-40B4-BE49-F238E27FC236}">
                <a16:creationId xmlns:a16="http://schemas.microsoft.com/office/drawing/2014/main" id="{8BFCF349-0665-4438-95D3-7235E9BDB200}"/>
              </a:ext>
            </a:extLst>
          </p:cNvPr>
          <p:cNvSpPr>
            <a:spLocks xmlns:a="http://schemas.openxmlformats.org/drawingml/2006/main" noGrp="1"/>
          </p:cNvSpPr>
          <p:nvPr/>
        </p:nvSpPr>
        <p:spPr>
          <a:xfrm xmlns:a="http://schemas.openxmlformats.org/drawingml/2006/main">
            <a:off x="7671960" y="4062255"/>
            <a:ext cx="270612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algn="ctr" defTabSz="914400">
              <a:lnSpc>
                <a:spcPct val="100000"/>
              </a:lnSpc>
              <a:buNone/>
            </a:pPr>
            <a:r>
              <a:rPr sz="2400" b="1" u="none" strike="noStrike">
                <a:solidFill>
                  <a:srgbClr val="044F9E"/>
                </a:solidFill>
                <a:latin typeface="Times New Roman"/>
                <a:ea typeface="Times New Roman"/>
                <a:cs typeface="Times New Roman"/>
              </a:rPr>
              <a:t>6. Đánh giá</a:t>
            </a:r>
            <a:endParaRPr sz="2400" b="0" u="none" strike="noStrike">
              <a:solidFill>
                <a:srgbClr val="000000"/>
              </a:solidFill>
              <a:latin typeface="Times New Roman"/>
              <a:ea typeface="Times New Roman"/>
              <a:cs typeface="Times New Roman"/>
            </a:endParaRPr>
          </a:p>
        </p:txBody>
      </p:sp>
      <p:sp>
        <p:nvSpPr>
          <p:cNvPr id="486" name="TextBox 30">
            <a:extLst xmlns:a="http://schemas.openxmlformats.org/drawingml/2006/main">
              <a:ext uri="{FF2B5EF4-FFF2-40B4-BE49-F238E27FC236}">
                <a16:creationId xmlns:a16="http://schemas.microsoft.com/office/drawing/2014/main" id="{342952A0-3FF8-4DC2-8714-7C59E2E6E75D}"/>
              </a:ext>
            </a:extLst>
          </p:cNvPr>
          <p:cNvSpPr>
            <a:spLocks xmlns:a="http://schemas.openxmlformats.org/drawingml/2006/main" noGrp="1"/>
          </p:cNvSpPr>
          <p:nvPr/>
        </p:nvSpPr>
        <p:spPr>
          <a:xfrm xmlns:a="http://schemas.openxmlformats.org/drawingml/2006/main">
            <a:off x="7671960" y="4489560"/>
            <a:ext cx="270612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algn="ctr" defTabSz="914400">
              <a:lnSpc>
                <a:spcPct val="100000"/>
              </a:lnSpc>
              <a:buNone/>
            </a:pPr>
            <a:r>
              <a:rPr sz="2400" b="0" u="none" strike="noStrike">
                <a:solidFill>
                  <a:srgbClr val="18324B"/>
                </a:solidFill>
                <a:latin typeface="Times New Roman"/>
                <a:ea typeface="Times New Roman"/>
                <a:cs typeface="Times New Roman"/>
              </a:rPr>
              <a:t>Metric và lưu model</a:t>
            </a:r>
            <a:endParaRPr sz="2400" b="0" u="none" strike="noStrike">
              <a:solidFill>
                <a:srgbClr val="000000"/>
              </a:solidFill>
              <a:latin typeface="Times New Roman"/>
              <a:ea typeface="Times New Roman"/>
              <a:cs typeface="Times New Roman"/>
            </a:endParaRPr>
          </a:p>
        </p:txBody>
      </p:sp>
      <p:sp>
        <p:nvSpPr>
          <p:cNvPr id="487" name="Right Arrow 31">
            <a:extLst xmlns:a="http://schemas.openxmlformats.org/drawingml/2006/main">
              <a:ext uri="{FF2B5EF4-FFF2-40B4-BE49-F238E27FC236}">
                <a16:creationId xmlns:a16="http://schemas.microsoft.com/office/drawing/2014/main" id="{05242EB2-D1F0-4499-B4FE-8AF757591B36}"/>
              </a:ext>
            </a:extLst>
          </p:cNvPr>
          <p:cNvSpPr>
            <a:spLocks xmlns:a="http://schemas.openxmlformats.org/drawingml/2006/main" noGrp="1"/>
          </p:cNvSpPr>
          <p:nvPr/>
        </p:nvSpPr>
        <p:spPr>
          <a:xfrm xmlns:a="http://schemas.openxmlformats.org/drawingml/2006/main">
            <a:off x="3749040" y="2386440"/>
            <a:ext cx="246600" cy="228240"/>
          </a:xfrm>
          <a:prstGeom xmlns:a="http://schemas.openxmlformats.org/drawingml/2006/main" prst="rightArrow">
            <a:avLst>
              <a:gd name="adj1" fmla="val 50000"/>
              <a:gd name="adj2" fmla="val 50000"/>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488" name="Right Arrow 32">
            <a:extLst xmlns:a="http://schemas.openxmlformats.org/drawingml/2006/main">
              <a:ext uri="{FF2B5EF4-FFF2-40B4-BE49-F238E27FC236}">
                <a16:creationId xmlns:a16="http://schemas.microsoft.com/office/drawing/2014/main" id="{A61EA557-9405-4F20-8D02-D0EC53FCCC34}"/>
              </a:ext>
            </a:extLst>
          </p:cNvPr>
          <p:cNvSpPr>
            <a:spLocks xmlns:a="http://schemas.openxmlformats.org/drawingml/2006/main" noGrp="1"/>
          </p:cNvSpPr>
          <p:nvPr/>
        </p:nvSpPr>
        <p:spPr>
          <a:xfrm xmlns:a="http://schemas.openxmlformats.org/drawingml/2006/main">
            <a:off x="7141320" y="2386440"/>
            <a:ext cx="246600" cy="228240"/>
          </a:xfrm>
          <a:prstGeom xmlns:a="http://schemas.openxmlformats.org/drawingml/2006/main" prst="rightArrow">
            <a:avLst>
              <a:gd name="adj1" fmla="val 50000"/>
              <a:gd name="adj2" fmla="val 50000"/>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489" name="Right Arrow 33">
            <a:extLst xmlns:a="http://schemas.openxmlformats.org/drawingml/2006/main">
              <a:ext uri="{FF2B5EF4-FFF2-40B4-BE49-F238E27FC236}">
                <a16:creationId xmlns:a16="http://schemas.microsoft.com/office/drawing/2014/main" id="{E0685D45-D96E-432E-879F-87E1B2563F85}"/>
              </a:ext>
            </a:extLst>
          </p:cNvPr>
          <p:cNvSpPr>
            <a:spLocks xmlns:a="http://schemas.openxmlformats.org/drawingml/2006/main" noGrp="1"/>
          </p:cNvSpPr>
          <p:nvPr/>
        </p:nvSpPr>
        <p:spPr>
          <a:xfrm xmlns:a="http://schemas.openxmlformats.org/drawingml/2006/main">
            <a:off x="3749040" y="4645080"/>
            <a:ext cx="246600" cy="228240"/>
          </a:xfrm>
          <a:prstGeom xmlns:a="http://schemas.openxmlformats.org/drawingml/2006/main" prst="rightArrow">
            <a:avLst>
              <a:gd name="adj1" fmla="val 50000"/>
              <a:gd name="adj2" fmla="val 50000"/>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490" name="Right Arrow 34">
            <a:extLst xmlns:a="http://schemas.openxmlformats.org/drawingml/2006/main">
              <a:ext uri="{FF2B5EF4-FFF2-40B4-BE49-F238E27FC236}">
                <a16:creationId xmlns:a16="http://schemas.microsoft.com/office/drawing/2014/main" id="{62743C7C-E907-47C5-A41B-407A15406E6E}"/>
              </a:ext>
            </a:extLst>
          </p:cNvPr>
          <p:cNvSpPr>
            <a:spLocks xmlns:a="http://schemas.openxmlformats.org/drawingml/2006/main" noGrp="1"/>
          </p:cNvSpPr>
          <p:nvPr/>
        </p:nvSpPr>
        <p:spPr>
          <a:xfrm xmlns:a="http://schemas.openxmlformats.org/drawingml/2006/main">
            <a:off x="7141320" y="4645080"/>
            <a:ext cx="246600" cy="228240"/>
          </a:xfrm>
          <a:prstGeom xmlns:a="http://schemas.openxmlformats.org/drawingml/2006/main" prst="rightArrow">
            <a:avLst>
              <a:gd name="adj1" fmla="val 50000"/>
              <a:gd name="adj2" fmla="val 50000"/>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cxnSp>
        <p:nvCxnSpPr>
          <p:cNvPr id="491" name="Connector 35">
            <a:extLst xmlns:a="http://schemas.openxmlformats.org/drawingml/2006/main">
              <a:ext uri="{FF2B5EF4-FFF2-40B4-BE49-F238E27FC236}">
                <a16:creationId xmlns:a16="http://schemas.microsoft.com/office/drawing/2014/main" id="{D78823BE-3384-4F5A-A0F5-359C3F7B20A9}"/>
              </a:ext>
            </a:extLst>
          </p:cNvPr>
          <p:cNvCxnSpPr/>
          <p:nvPr/>
        </p:nvCxnSpPr>
        <p:spPr>
          <a:xfrm xmlns:a="http://schemas.openxmlformats.org/drawingml/2006/main">
            <a:off x="10561320" y="3300840"/>
            <a:ext cx="360" cy="521640"/>
          </a:xfrm>
          <a:prstGeom xmlns:a="http://schemas.openxmlformats.org/drawingml/2006/main" prst="straightConnector1">
            <a:avLst/>
          </a:prstGeom>
          <a:ln xmlns:a="http://schemas.openxmlformats.org/drawingml/2006/main" w="22860">
            <a:solidFill>
              <a:srgbClr val="4CC4EB"/>
            </a:solidFill>
          </a:ln>
        </p:spPr>
      </p:cxnSp>
      <p:sp>
        <p:nvSpPr>
          <p:cNvPr id="492" name="Down Arrow 36">
            <a:extLst xmlns:a="http://schemas.openxmlformats.org/drawingml/2006/main">
              <a:ext uri="{FF2B5EF4-FFF2-40B4-BE49-F238E27FC236}">
                <a16:creationId xmlns:a16="http://schemas.microsoft.com/office/drawing/2014/main" id="{054B7A70-9541-49D5-ACF6-81951D1880CA}"/>
              </a:ext>
            </a:extLst>
          </p:cNvPr>
          <p:cNvSpPr>
            <a:spLocks xmlns:a="http://schemas.openxmlformats.org/drawingml/2006/main" noGrp="1"/>
          </p:cNvSpPr>
          <p:nvPr/>
        </p:nvSpPr>
        <p:spPr>
          <a:xfrm xmlns:a="http://schemas.openxmlformats.org/drawingml/2006/main">
            <a:off x="10442520" y="3657600"/>
            <a:ext cx="237240" cy="228240"/>
          </a:xfrm>
          <a:prstGeom xmlns:a="http://schemas.openxmlformats.org/drawingml/2006/main" prst="downArrow">
            <a:avLst>
              <a:gd name="adj1" fmla="val 50000"/>
              <a:gd name="adj2" fmla="val 50000"/>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Tree>
    <p:extLst>
      <p:ext uri="{BB962C8B-B14F-4D97-AF65-F5344CB8AC3E}">
        <p14:creationId xmlns:p14="http://schemas.microsoft.com/office/powerpoint/2010/main" val="1669398697"/>
      </p:ext>
    </p:extLst>
  </p:cSld>
</p:sld>
</file>

<file path=ppt/slides/slide26.xml><?xml version="1.0" encoding="utf-8"?>
<p:sld xmlns:p="http://schemas.openxmlformats.org/presentationml/2006/main">
  <p:cSld>
    <p:spTree>
      <p:nvGrpSpPr>
        <p:cNvPr id="1" name=""/>
        <p:cNvGrpSpPr/>
        <p:nvPr/>
      </p:nvGrpSpPr>
      <p:grpSpPr>
        <a:xfrm xmlns:a="http://schemas.openxmlformats.org/drawingml/2006/main"/>
      </p:grpSpPr>
      <p:sp>
        <p:nvSpPr>
          <p:cNvPr id="496" name="TextBox 4">
            <a:extLst xmlns:a="http://schemas.openxmlformats.org/drawingml/2006/main">
              <a:ext uri="{FF2B5EF4-FFF2-40B4-BE49-F238E27FC236}">
                <a16:creationId xmlns:a16="http://schemas.microsoft.com/office/drawing/2014/main" id="{6D4D7CE7-0E05-4C9F-8677-5A499C1059AE}"/>
              </a:ext>
            </a:extLst>
          </p:cNvPr>
          <p:cNvSpPr>
            <a:spLocks xmlns:a="http://schemas.openxmlformats.org/drawingml/2006/main" noGrp="1"/>
          </p:cNvSpPr>
          <p:nvPr/>
        </p:nvSpPr>
        <p:spPr>
          <a:xfrm xmlns:a="http://schemas.openxmlformats.org/drawingml/2006/main">
            <a:off x="713160" y="603360"/>
            <a:ext cx="10881000" cy="6030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defTabSz="914400">
              <a:lnSpc>
                <a:spcPct val="100000"/>
              </a:lnSpc>
              <a:buNone/>
            </a:pPr>
            <a:r>
              <a:rPr sz="2900" b="1" u="none" strike="noStrike">
                <a:solidFill>
                  <a:srgbClr val="044F9E"/>
                </a:solidFill>
                <a:latin typeface="Times New Roman"/>
                <a:ea typeface="Times New Roman"/>
                <a:cs typeface="Times New Roman"/>
              </a:rPr>
              <a:t>Nhánh Spark MLlib sử dụng DataFrame và các bước biến đổi</a:t>
            </a:r>
            <a:endParaRPr sz="2900" b="0" u="none" strike="noStrike">
              <a:solidFill>
                <a:srgbClr val="000000"/>
              </a:solidFill>
              <a:latin typeface="Times New Roman"/>
              <a:ea typeface="Times New Roman"/>
              <a:cs typeface="Times New Roman"/>
            </a:endParaRPr>
          </a:p>
        </p:txBody>
      </p:sp>
      <p:sp>
        <p:nvSpPr>
          <p:cNvPr id="497" name="Rectangle 5">
            <a:extLst xmlns:a="http://schemas.openxmlformats.org/drawingml/2006/main">
              <a:ext uri="{FF2B5EF4-FFF2-40B4-BE49-F238E27FC236}">
                <a16:creationId xmlns:a16="http://schemas.microsoft.com/office/drawing/2014/main" id="{58C0F82D-AB03-4AB5-ABF0-A56F7825D02C}"/>
              </a:ext>
            </a:extLst>
          </p:cNvPr>
          <p:cNvSpPr>
            <a:spLocks xmlns:a="http://schemas.openxmlformats.org/drawingml/2006/main" noGrp="1"/>
          </p:cNvSpPr>
          <p:nvPr/>
        </p:nvSpPr>
        <p:spPr>
          <a:xfrm xmlns:a="http://schemas.openxmlformats.org/drawingml/2006/main">
            <a:off x="731520" y="1243440"/>
            <a:ext cx="822600" cy="5004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5400" rIns="90000" bIns="54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498" name="TextBox 6">
            <a:extLst xmlns:a="http://schemas.openxmlformats.org/drawingml/2006/main">
              <a:ext uri="{FF2B5EF4-FFF2-40B4-BE49-F238E27FC236}">
                <a16:creationId xmlns:a16="http://schemas.microsoft.com/office/drawing/2014/main" id="{A5CFBB58-2901-46DF-997B-6577AFEF9F70}"/>
              </a:ext>
            </a:extLst>
          </p:cNvPr>
          <p:cNvSpPr>
            <a:spLocks xmlns:a="http://schemas.openxmlformats.org/drawingml/2006/main" noGrp="1"/>
          </p:cNvSpPr>
          <p:nvPr/>
        </p:nvSpPr>
        <p:spPr>
          <a:xfrm xmlns:a="http://schemas.openxmlformats.org/drawingml/2006/main">
            <a:off x="11384280" y="6492240"/>
            <a:ext cx="438480" cy="2743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spAutoFit/>
          </a:bodyPr>
          <a:lstStyle xmlns:a="http://schemas.openxmlformats.org/drawingml/2006/main"/>
          <a:p xmlns:a="http://schemas.openxmlformats.org/drawingml/2006/main">
            <a:pPr algn="r" defTabSz="914400">
              <a:lnSpc>
                <a:spcPct val="100000"/>
              </a:lnSpc>
              <a:buNone/>
            </a:pPr>
            <a:r>
              <a:rPr sz="1800" b="1" u="none" strike="noStrike">
                <a:solidFill>
                  <a:srgbClr val="044F9E"/>
                </a:solidFill>
                <a:latin typeface="Times New Roman"/>
                <a:ea typeface="Times New Roman"/>
                <a:cs typeface="Times New Roman"/>
              </a:rPr>
              <a:t>26</a:t>
            </a:r>
            <a:endParaRPr sz="1800" b="0" u="none" strike="noStrike">
              <a:solidFill>
                <a:srgbClr val="000000"/>
              </a:solidFill>
              <a:latin typeface="Times New Roman"/>
              <a:ea typeface="Times New Roman"/>
              <a:cs typeface="Times New Roman"/>
            </a:endParaRPr>
          </a:p>
        </p:txBody>
      </p:sp>
      <p:sp>
        <p:nvSpPr>
          <p:cNvPr id="499" name="Rounded Rectangle 7">
            <a:extLst xmlns:a="http://schemas.openxmlformats.org/drawingml/2006/main">
              <a:ext uri="{FF2B5EF4-FFF2-40B4-BE49-F238E27FC236}">
                <a16:creationId xmlns:a16="http://schemas.microsoft.com/office/drawing/2014/main" id="{E19E7240-C81D-4AE4-8877-5DDC32D84989}"/>
              </a:ext>
            </a:extLst>
          </p:cNvPr>
          <p:cNvSpPr>
            <a:spLocks xmlns:a="http://schemas.openxmlformats.org/drawingml/2006/main" noGrp="1"/>
          </p:cNvSpPr>
          <p:nvPr/>
        </p:nvSpPr>
        <p:spPr>
          <a:xfrm xmlns:a="http://schemas.openxmlformats.org/drawingml/2006/main">
            <a:off x="603360" y="2157840"/>
            <a:ext cx="1416960" cy="214848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54720" tIns="54720" rIns="54720" bIns="54720" anchor="ctr">
            <a:noAutofit/>
          </a:bodyPr>
          <a:lstStyle xmlns:a="http://schemas.openxmlformats.org/drawingml/2006/main">
            <a:defPPr>
              <a:defRPr sz="1875"/>
            </a:defPPr>
          </a:lstStyle>
          <a:p xmlns:a="http://schemas.openxmlformats.org/drawingml/2006/main">
            <a:pPr algn="ctr" defTabSz="914400">
              <a:lnSpc>
                <a:spcPct val="100000"/>
              </a:lnSpc>
              <a:buNone/>
            </a:pPr>
            <a:r>
              <a:rPr sz="1875" b="0" u="none" strike="noStrike">
                <a:solidFill>
                  <a:srgbClr val="18324B"/>
                </a:solidFill>
                <a:latin typeface="Times New Roman"/>
                <a:ea typeface="Times New Roman"/>
                <a:cs typeface="Times New Roman"/>
              </a:rPr>
              <a:t>1. Session</a:t>
            </a:r>
            <a:endParaRPr sz="20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r>
              <a:t/>
            </a:r>
            <a:endParaRPr sz="20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r>
              <a:rPr sz="1875" b="0" u="none" strike="noStrike">
                <a:solidFill>
                  <a:srgbClr val="18324B"/>
                </a:solidFill>
                <a:latin typeface="Times New Roman"/>
                <a:ea typeface="Times New Roman"/>
                <a:cs typeface="Times New Roman"/>
              </a:rPr>
              <a:t>local[*]</a:t>
            </a:r>
            <a:endParaRPr sz="2000" b="0" u="none" strike="noStrike">
              <a:solidFill>
                <a:srgbClr val="000000"/>
              </a:solidFill>
              <a:latin typeface="Times New Roman"/>
              <a:ea typeface="Times New Roman"/>
              <a:cs typeface="Times New Roman"/>
            </a:endParaRPr>
          </a:p>
        </p:txBody>
      </p:sp>
      <p:sp>
        <p:nvSpPr>
          <p:cNvPr id="500" name="Right Arrow 8">
            <a:extLst xmlns:a="http://schemas.openxmlformats.org/drawingml/2006/main">
              <a:ext uri="{FF2B5EF4-FFF2-40B4-BE49-F238E27FC236}">
                <a16:creationId xmlns:a16="http://schemas.microsoft.com/office/drawing/2014/main" id="{685079BD-F73C-4DDD-B032-D14DB766706D}"/>
              </a:ext>
            </a:extLst>
          </p:cNvPr>
          <p:cNvSpPr>
            <a:spLocks xmlns:a="http://schemas.openxmlformats.org/drawingml/2006/main" noGrp="1"/>
          </p:cNvSpPr>
          <p:nvPr/>
        </p:nvSpPr>
        <p:spPr>
          <a:xfrm xmlns:a="http://schemas.openxmlformats.org/drawingml/2006/main">
            <a:off x="2048400" y="3054240"/>
            <a:ext cx="182520" cy="209880"/>
          </a:xfrm>
          <a:prstGeom xmlns:a="http://schemas.openxmlformats.org/drawingml/2006/main" prst="rightArrow">
            <a:avLst>
              <a:gd name="adj1" fmla="val 50000"/>
              <a:gd name="adj2" fmla="val 50000"/>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000" b="0" u="none" strike="noStrike">
              <a:solidFill>
                <a:schemeClr val="lt1"/>
              </a:solidFill>
              <a:latin typeface="Times New Roman"/>
              <a:ea typeface="Times New Roman"/>
              <a:cs typeface="Times New Roman"/>
            </a:endParaRPr>
          </a:p>
        </p:txBody>
      </p:sp>
      <p:sp>
        <p:nvSpPr>
          <p:cNvPr id="501" name="Rounded Rectangle 9">
            <a:extLst xmlns:a="http://schemas.openxmlformats.org/drawingml/2006/main">
              <a:ext uri="{FF2B5EF4-FFF2-40B4-BE49-F238E27FC236}">
                <a16:creationId xmlns:a16="http://schemas.microsoft.com/office/drawing/2014/main" id="{880AB7AA-DC84-4F40-8543-6E557C8A9C4F}"/>
              </a:ext>
            </a:extLst>
          </p:cNvPr>
          <p:cNvSpPr>
            <a:spLocks xmlns:a="http://schemas.openxmlformats.org/drawingml/2006/main" noGrp="1"/>
          </p:cNvSpPr>
          <p:nvPr/>
        </p:nvSpPr>
        <p:spPr>
          <a:xfrm xmlns:a="http://schemas.openxmlformats.org/drawingml/2006/main">
            <a:off x="2258640" y="2157840"/>
            <a:ext cx="1416960" cy="214848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54720" tIns="54720" rIns="54720" bIns="54720" anchor="ctr">
            <a:noAutofit/>
          </a:bodyPr>
          <a:lstStyle xmlns:a="http://schemas.openxmlformats.org/drawingml/2006/main">
            <a:defPPr>
              <a:defRPr sz="1875"/>
            </a:defPPr>
          </a:lstStyle>
          <a:p xmlns:a="http://schemas.openxmlformats.org/drawingml/2006/main">
            <a:pPr algn="ctr" defTabSz="914400">
              <a:lnSpc>
                <a:spcPct val="100000"/>
              </a:lnSpc>
              <a:buNone/>
            </a:pPr>
            <a:r>
              <a:rPr sz="1875" b="0" u="none" strike="noStrike">
                <a:solidFill>
                  <a:srgbClr val="18324B"/>
                </a:solidFill>
                <a:latin typeface="Times New Roman"/>
                <a:ea typeface="Times New Roman"/>
                <a:cs typeface="Times New Roman"/>
              </a:rPr>
              <a:t>2. Đọc CSV</a:t>
            </a:r>
            <a:endParaRPr sz="20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r>
              <a:t/>
            </a:r>
            <a:endParaRPr sz="20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r>
              <a:rPr sz="1875" b="0" u="none" strike="noStrike">
                <a:solidFill>
                  <a:srgbClr val="18324B"/>
                </a:solidFill>
                <a:latin typeface="Times New Roman"/>
                <a:ea typeface="Times New Roman"/>
                <a:cs typeface="Times New Roman"/>
              </a:rPr>
              <a:t>DataFrame</a:t>
            </a:r>
            <a:endParaRPr sz="2000" b="0" u="none" strike="noStrike">
              <a:solidFill>
                <a:srgbClr val="000000"/>
              </a:solidFill>
              <a:latin typeface="Times New Roman"/>
              <a:ea typeface="Times New Roman"/>
              <a:cs typeface="Times New Roman"/>
            </a:endParaRPr>
          </a:p>
        </p:txBody>
      </p:sp>
      <p:sp>
        <p:nvSpPr>
          <p:cNvPr id="502" name="Right Arrow 10">
            <a:extLst xmlns:a="http://schemas.openxmlformats.org/drawingml/2006/main">
              <a:ext uri="{FF2B5EF4-FFF2-40B4-BE49-F238E27FC236}">
                <a16:creationId xmlns:a16="http://schemas.microsoft.com/office/drawing/2014/main" id="{555ADBD2-0170-4D82-9CE2-5847DDD15B9F}"/>
              </a:ext>
            </a:extLst>
          </p:cNvPr>
          <p:cNvSpPr>
            <a:spLocks xmlns:a="http://schemas.openxmlformats.org/drawingml/2006/main" noGrp="1"/>
          </p:cNvSpPr>
          <p:nvPr/>
        </p:nvSpPr>
        <p:spPr>
          <a:xfrm xmlns:a="http://schemas.openxmlformats.org/drawingml/2006/main">
            <a:off x="3703320" y="3054240"/>
            <a:ext cx="182520" cy="209880"/>
          </a:xfrm>
          <a:prstGeom xmlns:a="http://schemas.openxmlformats.org/drawingml/2006/main" prst="rightArrow">
            <a:avLst>
              <a:gd name="adj1" fmla="val 50000"/>
              <a:gd name="adj2" fmla="val 50000"/>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000" b="0" u="none" strike="noStrike">
              <a:solidFill>
                <a:schemeClr val="lt1"/>
              </a:solidFill>
              <a:latin typeface="Times New Roman"/>
              <a:ea typeface="Times New Roman"/>
              <a:cs typeface="Times New Roman"/>
            </a:endParaRPr>
          </a:p>
        </p:txBody>
      </p:sp>
      <p:sp>
        <p:nvSpPr>
          <p:cNvPr id="503" name="Rounded Rectangle 11">
            <a:extLst xmlns:a="http://schemas.openxmlformats.org/drawingml/2006/main">
              <a:ext uri="{FF2B5EF4-FFF2-40B4-BE49-F238E27FC236}">
                <a16:creationId xmlns:a16="http://schemas.microsoft.com/office/drawing/2014/main" id="{DAC2D990-A210-4C47-AB31-BB3B9617C8DB}"/>
              </a:ext>
            </a:extLst>
          </p:cNvPr>
          <p:cNvSpPr>
            <a:spLocks xmlns:a="http://schemas.openxmlformats.org/drawingml/2006/main" noGrp="1"/>
          </p:cNvSpPr>
          <p:nvPr/>
        </p:nvSpPr>
        <p:spPr>
          <a:xfrm xmlns:a="http://schemas.openxmlformats.org/drawingml/2006/main">
            <a:off x="3913560" y="2157840"/>
            <a:ext cx="1416960" cy="214848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FEC01D"/>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54720" tIns="54720" rIns="54720" bIns="54720" anchor="ctr">
            <a:noAutofit/>
          </a:bodyPr>
          <a:lstStyle xmlns:a="http://schemas.openxmlformats.org/drawingml/2006/main">
            <a:defPPr>
              <a:defRPr sz="1875"/>
            </a:defPPr>
          </a:lstStyle>
          <a:p xmlns:a="http://schemas.openxmlformats.org/drawingml/2006/main">
            <a:pPr algn="ctr" defTabSz="914400">
              <a:lnSpc>
                <a:spcPct val="100000"/>
              </a:lnSpc>
              <a:buNone/>
            </a:pPr>
            <a:r>
              <a:rPr sz="1875" b="0" u="none" strike="noStrike">
                <a:solidFill>
                  <a:srgbClr val="18324B"/>
                </a:solidFill>
                <a:latin typeface="Times New Roman"/>
                <a:ea typeface="Times New Roman"/>
                <a:cs typeface="Times New Roman"/>
              </a:rPr>
              <a:t>3. Chia dữ liệu</a:t>
            </a:r>
            <a:endParaRPr sz="20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r>
              <a:t/>
            </a:r>
            <a:endParaRPr sz="20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r>
              <a:rPr sz="1875" b="0" u="none" strike="noStrike">
                <a:solidFill>
                  <a:srgbClr val="18324B"/>
                </a:solidFill>
                <a:latin typeface="Times New Roman"/>
                <a:ea typeface="Times New Roman"/>
                <a:cs typeface="Times New Roman"/>
              </a:rPr>
              <a:t>4 partition</a:t>
            </a:r>
            <a:endParaRPr sz="2000" b="0" u="none" strike="noStrike">
              <a:solidFill>
                <a:srgbClr val="000000"/>
              </a:solidFill>
              <a:latin typeface="Times New Roman"/>
              <a:ea typeface="Times New Roman"/>
              <a:cs typeface="Times New Roman"/>
            </a:endParaRPr>
          </a:p>
        </p:txBody>
      </p:sp>
      <p:sp>
        <p:nvSpPr>
          <p:cNvPr id="504" name="Right Arrow 12">
            <a:extLst xmlns:a="http://schemas.openxmlformats.org/drawingml/2006/main">
              <a:ext uri="{FF2B5EF4-FFF2-40B4-BE49-F238E27FC236}">
                <a16:creationId xmlns:a16="http://schemas.microsoft.com/office/drawing/2014/main" id="{BC8D873D-72C2-46C7-9784-BE8D2AD33711}"/>
              </a:ext>
            </a:extLst>
          </p:cNvPr>
          <p:cNvSpPr>
            <a:spLocks xmlns:a="http://schemas.openxmlformats.org/drawingml/2006/main" noGrp="1"/>
          </p:cNvSpPr>
          <p:nvPr/>
        </p:nvSpPr>
        <p:spPr>
          <a:xfrm xmlns:a="http://schemas.openxmlformats.org/drawingml/2006/main">
            <a:off x="5358240" y="3054240"/>
            <a:ext cx="182520" cy="209880"/>
          </a:xfrm>
          <a:prstGeom xmlns:a="http://schemas.openxmlformats.org/drawingml/2006/main" prst="rightArrow">
            <a:avLst>
              <a:gd name="adj1" fmla="val 50000"/>
              <a:gd name="adj2" fmla="val 50000"/>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000" b="0" u="none" strike="noStrike">
              <a:solidFill>
                <a:schemeClr val="lt1"/>
              </a:solidFill>
              <a:latin typeface="Times New Roman"/>
              <a:ea typeface="Times New Roman"/>
              <a:cs typeface="Times New Roman"/>
            </a:endParaRPr>
          </a:p>
        </p:txBody>
      </p:sp>
      <p:sp>
        <p:nvSpPr>
          <p:cNvPr id="505" name="Rounded Rectangle 13">
            <a:extLst xmlns:a="http://schemas.openxmlformats.org/drawingml/2006/main">
              <a:ext uri="{FF2B5EF4-FFF2-40B4-BE49-F238E27FC236}">
                <a16:creationId xmlns:a16="http://schemas.microsoft.com/office/drawing/2014/main" id="{F3816314-62C9-446E-9F49-DCD7BB19FF41}"/>
              </a:ext>
            </a:extLst>
          </p:cNvPr>
          <p:cNvSpPr>
            <a:spLocks xmlns:a="http://schemas.openxmlformats.org/drawingml/2006/main" noGrp="1"/>
          </p:cNvSpPr>
          <p:nvPr/>
        </p:nvSpPr>
        <p:spPr>
          <a:xfrm xmlns:a="http://schemas.openxmlformats.org/drawingml/2006/main">
            <a:off x="5568840" y="2157840"/>
            <a:ext cx="1416960" cy="214848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E81F2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54720" tIns="54720" rIns="54720" bIns="54720" anchor="ctr">
            <a:noAutofit/>
          </a:bodyPr>
          <a:lstStyle xmlns:a="http://schemas.openxmlformats.org/drawingml/2006/main">
            <a:defPPr>
              <a:defRPr sz="1875"/>
            </a:defPPr>
          </a:lstStyle>
          <a:p xmlns:a="http://schemas.openxmlformats.org/drawingml/2006/main">
            <a:pPr algn="ctr" defTabSz="914400">
              <a:lnSpc>
                <a:spcPct val="100000"/>
              </a:lnSpc>
              <a:buNone/>
            </a:pPr>
            <a:r>
              <a:rPr sz="1875" b="0" u="none" strike="noStrike">
                <a:solidFill>
                  <a:srgbClr val="18324B"/>
                </a:solidFill>
                <a:latin typeface="Times New Roman"/>
                <a:ea typeface="Times New Roman"/>
                <a:cs typeface="Times New Roman"/>
              </a:rPr>
              <a:t>4. Tạo vector</a:t>
            </a:r>
            <a:endParaRPr sz="20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r>
              <a:t/>
            </a:r>
            <a:endParaRPr sz="20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r>
              <a:rPr sz="1875" b="0" u="none" strike="noStrike">
                <a:solidFill>
                  <a:srgbClr val="18324B"/>
                </a:solidFill>
                <a:latin typeface="Times New Roman"/>
                <a:ea typeface="Times New Roman"/>
                <a:cs typeface="Times New Roman"/>
              </a:rPr>
              <a:t>Assembler</a:t>
            </a:r>
            <a:endParaRPr sz="2000" b="0" u="none" strike="noStrike">
              <a:solidFill>
                <a:srgbClr val="000000"/>
              </a:solidFill>
              <a:latin typeface="Times New Roman"/>
              <a:ea typeface="Times New Roman"/>
              <a:cs typeface="Times New Roman"/>
            </a:endParaRPr>
          </a:p>
        </p:txBody>
      </p:sp>
      <p:sp>
        <p:nvSpPr>
          <p:cNvPr id="506" name="Right Arrow 14">
            <a:extLst xmlns:a="http://schemas.openxmlformats.org/drawingml/2006/main">
              <a:ext uri="{FF2B5EF4-FFF2-40B4-BE49-F238E27FC236}">
                <a16:creationId xmlns:a16="http://schemas.microsoft.com/office/drawing/2014/main" id="{30F6DB04-A9CB-4258-B4EF-CE6D93573D09}"/>
              </a:ext>
            </a:extLst>
          </p:cNvPr>
          <p:cNvSpPr>
            <a:spLocks xmlns:a="http://schemas.openxmlformats.org/drawingml/2006/main" noGrp="1"/>
          </p:cNvSpPr>
          <p:nvPr/>
        </p:nvSpPr>
        <p:spPr>
          <a:xfrm xmlns:a="http://schemas.openxmlformats.org/drawingml/2006/main">
            <a:off x="7013520" y="3054240"/>
            <a:ext cx="182520" cy="209880"/>
          </a:xfrm>
          <a:prstGeom xmlns:a="http://schemas.openxmlformats.org/drawingml/2006/main" prst="rightArrow">
            <a:avLst>
              <a:gd name="adj1" fmla="val 50000"/>
              <a:gd name="adj2" fmla="val 50000"/>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000" b="0" u="none" strike="noStrike">
              <a:solidFill>
                <a:schemeClr val="lt1"/>
              </a:solidFill>
              <a:latin typeface="Times New Roman"/>
              <a:ea typeface="Times New Roman"/>
              <a:cs typeface="Times New Roman"/>
            </a:endParaRPr>
          </a:p>
        </p:txBody>
      </p:sp>
      <p:sp>
        <p:nvSpPr>
          <p:cNvPr id="507" name="Rounded Rectangle 15">
            <a:extLst xmlns:a="http://schemas.openxmlformats.org/drawingml/2006/main">
              <a:ext uri="{FF2B5EF4-FFF2-40B4-BE49-F238E27FC236}">
                <a16:creationId xmlns:a16="http://schemas.microsoft.com/office/drawing/2014/main" id="{26F2167E-0887-499C-87F6-128A25C411F7}"/>
              </a:ext>
            </a:extLst>
          </p:cNvPr>
          <p:cNvSpPr>
            <a:spLocks xmlns:a="http://schemas.openxmlformats.org/drawingml/2006/main" noGrp="1"/>
          </p:cNvSpPr>
          <p:nvPr/>
        </p:nvSpPr>
        <p:spPr>
          <a:xfrm xmlns:a="http://schemas.openxmlformats.org/drawingml/2006/main">
            <a:off x="7223760" y="2157840"/>
            <a:ext cx="1416960" cy="214848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044F9E"/>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54720" tIns="54720" rIns="54720" bIns="54720" anchor="ctr">
            <a:noAutofit/>
          </a:bodyPr>
          <a:lstStyle xmlns:a="http://schemas.openxmlformats.org/drawingml/2006/main">
            <a:defPPr>
              <a:defRPr sz="1875"/>
            </a:defPPr>
          </a:lstStyle>
          <a:p xmlns:a="http://schemas.openxmlformats.org/drawingml/2006/main">
            <a:pPr algn="ctr" defTabSz="914400">
              <a:lnSpc>
                <a:spcPct val="100000"/>
              </a:lnSpc>
              <a:buNone/>
            </a:pPr>
            <a:r>
              <a:rPr sz="1875" b="0" u="none" strike="noStrike">
                <a:solidFill>
                  <a:srgbClr val="18324B"/>
                </a:solidFill>
                <a:latin typeface="Times New Roman"/>
                <a:ea typeface="Times New Roman"/>
                <a:cs typeface="Times New Roman"/>
              </a:rPr>
              <a:t>5. Chuẩn hóa</a:t>
            </a:r>
            <a:endParaRPr sz="20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r>
              <a:t/>
            </a:r>
            <a:endParaRPr sz="20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r>
              <a:rPr sz="1875" b="0" u="none" strike="noStrike">
                <a:solidFill>
                  <a:srgbClr val="18324B"/>
                </a:solidFill>
                <a:latin typeface="Times New Roman"/>
                <a:ea typeface="Times New Roman"/>
                <a:cs typeface="Times New Roman"/>
              </a:rPr>
              <a:t>Scaler</a:t>
            </a:r>
            <a:endParaRPr sz="2000" b="0" u="none" strike="noStrike">
              <a:solidFill>
                <a:srgbClr val="000000"/>
              </a:solidFill>
              <a:latin typeface="Times New Roman"/>
              <a:ea typeface="Times New Roman"/>
              <a:cs typeface="Times New Roman"/>
            </a:endParaRPr>
          </a:p>
        </p:txBody>
      </p:sp>
      <p:sp>
        <p:nvSpPr>
          <p:cNvPr id="508" name="Right Arrow 16">
            <a:extLst xmlns:a="http://schemas.openxmlformats.org/drawingml/2006/main">
              <a:ext uri="{FF2B5EF4-FFF2-40B4-BE49-F238E27FC236}">
                <a16:creationId xmlns:a16="http://schemas.microsoft.com/office/drawing/2014/main" id="{E0839E0F-0782-4209-8A45-C8DCDC173A32}"/>
              </a:ext>
            </a:extLst>
          </p:cNvPr>
          <p:cNvSpPr>
            <a:spLocks xmlns:a="http://schemas.openxmlformats.org/drawingml/2006/main" noGrp="1"/>
          </p:cNvSpPr>
          <p:nvPr/>
        </p:nvSpPr>
        <p:spPr>
          <a:xfrm xmlns:a="http://schemas.openxmlformats.org/drawingml/2006/main">
            <a:off x="8668440" y="3054240"/>
            <a:ext cx="182520" cy="209880"/>
          </a:xfrm>
          <a:prstGeom xmlns:a="http://schemas.openxmlformats.org/drawingml/2006/main" prst="rightArrow">
            <a:avLst>
              <a:gd name="adj1" fmla="val 50000"/>
              <a:gd name="adj2" fmla="val 50000"/>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000" b="0" u="none" strike="noStrike">
              <a:solidFill>
                <a:schemeClr val="lt1"/>
              </a:solidFill>
              <a:latin typeface="Times New Roman"/>
              <a:ea typeface="Times New Roman"/>
              <a:cs typeface="Times New Roman"/>
            </a:endParaRPr>
          </a:p>
        </p:txBody>
      </p:sp>
      <p:sp>
        <p:nvSpPr>
          <p:cNvPr id="509" name="Rounded Rectangle 17">
            <a:extLst xmlns:a="http://schemas.openxmlformats.org/drawingml/2006/main">
              <a:ext uri="{FF2B5EF4-FFF2-40B4-BE49-F238E27FC236}">
                <a16:creationId xmlns:a16="http://schemas.microsoft.com/office/drawing/2014/main" id="{881C966A-4613-4A14-9897-0CB86D5B1848}"/>
              </a:ext>
            </a:extLst>
          </p:cNvPr>
          <p:cNvSpPr>
            <a:spLocks xmlns:a="http://schemas.openxmlformats.org/drawingml/2006/main" noGrp="1"/>
          </p:cNvSpPr>
          <p:nvPr/>
        </p:nvSpPr>
        <p:spPr>
          <a:xfrm xmlns:a="http://schemas.openxmlformats.org/drawingml/2006/main">
            <a:off x="8878680" y="2157840"/>
            <a:ext cx="1416960" cy="214848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2E7D5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54720" tIns="54720" rIns="54720" bIns="54720" anchor="ctr">
            <a:noAutofit/>
          </a:bodyPr>
          <a:lstStyle xmlns:a="http://schemas.openxmlformats.org/drawingml/2006/main">
            <a:defPPr>
              <a:defRPr sz="1875"/>
            </a:defPPr>
          </a:lstStyle>
          <a:p xmlns:a="http://schemas.openxmlformats.org/drawingml/2006/main">
            <a:pPr algn="ctr" defTabSz="914400">
              <a:lnSpc>
                <a:spcPct val="100000"/>
              </a:lnSpc>
              <a:buNone/>
            </a:pPr>
            <a:r>
              <a:rPr sz="1875" b="0" u="none" strike="noStrike">
                <a:solidFill>
                  <a:srgbClr val="18324B"/>
                </a:solidFill>
                <a:latin typeface="Times New Roman"/>
                <a:ea typeface="Times New Roman"/>
                <a:cs typeface="Times New Roman"/>
              </a:rPr>
              <a:t>6. Huấn luyện</a:t>
            </a:r>
            <a:endParaRPr sz="20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r>
              <a:t/>
            </a:r>
            <a:endParaRPr sz="20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r>
              <a:rPr sz="1875" b="0" u="none" strike="noStrike">
                <a:solidFill>
                  <a:srgbClr val="18324B"/>
                </a:solidFill>
                <a:latin typeface="Times New Roman"/>
                <a:ea typeface="Times New Roman"/>
                <a:cs typeface="Times New Roman"/>
              </a:rPr>
              <a:t>Random Forest</a:t>
            </a:r>
            <a:endParaRPr sz="2000" b="0" u="none" strike="noStrike">
              <a:solidFill>
                <a:srgbClr val="000000"/>
              </a:solidFill>
              <a:latin typeface="Times New Roman"/>
              <a:ea typeface="Times New Roman"/>
              <a:cs typeface="Times New Roman"/>
            </a:endParaRPr>
          </a:p>
        </p:txBody>
      </p:sp>
      <p:sp>
        <p:nvSpPr>
          <p:cNvPr id="510" name="Rounded Rectangle 18">
            <a:extLst xmlns:a="http://schemas.openxmlformats.org/drawingml/2006/main">
              <a:ext uri="{FF2B5EF4-FFF2-40B4-BE49-F238E27FC236}">
                <a16:creationId xmlns:a16="http://schemas.microsoft.com/office/drawing/2014/main" id="{44199680-D75B-459D-ADD3-9674079C743C}"/>
              </a:ext>
            </a:extLst>
          </p:cNvPr>
          <p:cNvSpPr>
            <a:spLocks xmlns:a="http://schemas.openxmlformats.org/drawingml/2006/main" noGrp="1"/>
          </p:cNvSpPr>
          <p:nvPr/>
        </p:nvSpPr>
        <p:spPr>
          <a:xfrm xmlns:a="http://schemas.openxmlformats.org/drawingml/2006/main">
            <a:off x="2103120" y="4892040"/>
            <a:ext cx="7954920" cy="749520"/>
          </a:xfrm>
          <a:prstGeom xmlns:a="http://schemas.openxmlformats.org/drawingml/2006/main" prst="roundRect">
            <a:avLst>
              <a:gd name="adj" fmla="val 16667"/>
            </a:avLst>
          </a:prstGeom>
          <a:solidFill xmlns:a="http://schemas.openxmlformats.org/drawingml/2006/main">
            <a:srgbClr val="EEF7FD"/>
          </a:solidFill>
          <a:ln xmlns:a="http://schemas.openxmlformats.org/drawingml/2006/main" w="13970">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73080" tIns="73080" rIns="73080" bIns="73080" anchor="ctr">
            <a:noAutofit/>
          </a:bodyPr>
          <a:lstStyle xmlns:a="http://schemas.openxmlformats.org/drawingml/2006/main"/>
          <a:p xmlns:a="http://schemas.openxmlformats.org/drawingml/2006/main">
            <a:pPr algn="ctr" defTabSz="914400">
              <a:lnSpc>
                <a:spcPct val="100000"/>
              </a:lnSpc>
              <a:buNone/>
            </a:pPr>
            <a:r>
              <a:rPr sz="1900" b="1" u="none" strike="noStrike">
                <a:solidFill>
                  <a:srgbClr val="044F9E"/>
                </a:solidFill>
                <a:latin typeface="Times New Roman"/>
                <a:ea typeface="Times New Roman"/>
                <a:cs typeface="Times New Roman"/>
              </a:rPr>
              <a:t>Model.write().save() → Model.load() → đánh giá và log</a:t>
            </a:r>
            <a:endParaRPr sz="1900" b="0" u="none" strike="noStrike">
              <a:solidFill>
                <a:srgbClr val="000000"/>
              </a:solidFill>
              <a:latin typeface="Times New Roman"/>
              <a:ea typeface="Times New Roman"/>
              <a:cs typeface="Times New Roman"/>
            </a:endParaRPr>
          </a:p>
        </p:txBody>
      </p:sp>
    </p:spTree>
    <p:extLst>
      <p:ext uri="{BB962C8B-B14F-4D97-AF65-F5344CB8AC3E}">
        <p14:creationId xmlns:p14="http://schemas.microsoft.com/office/powerpoint/2010/main" val="798307198"/>
      </p:ext>
    </p:extLst>
  </p:cSld>
</p:sld>
</file>

<file path=ppt/slides/slide27.xml><?xml version="1.0" encoding="utf-8"?>
<p:sld xmlns:p="http://schemas.openxmlformats.org/presentationml/2006/main">
  <p:cSld>
    <p:spTree>
      <p:nvGrpSpPr>
        <p:cNvPr id="1" name=""/>
        <p:cNvGrpSpPr/>
        <p:nvPr/>
      </p:nvGrpSpPr>
      <p:grpSpPr>
        <a:xfrm xmlns:a="http://schemas.openxmlformats.org/drawingml/2006/main"/>
      </p:grpSpPr>
      <p:sp>
        <p:nvSpPr>
          <p:cNvPr id="513" name="TextBox 3">
            <a:extLst xmlns:a="http://schemas.openxmlformats.org/drawingml/2006/main">
              <a:ext uri="{FF2B5EF4-FFF2-40B4-BE49-F238E27FC236}">
                <a16:creationId xmlns:a16="http://schemas.microsoft.com/office/drawing/2014/main" id="{5C2C1F82-6954-4F21-91CE-727D51488FA8}"/>
              </a:ext>
            </a:extLst>
          </p:cNvPr>
          <p:cNvSpPr>
            <a:spLocks xmlns:a="http://schemas.openxmlformats.org/drawingml/2006/main" noGrp="1"/>
          </p:cNvSpPr>
          <p:nvPr/>
        </p:nvSpPr>
        <p:spPr>
          <a:xfrm xmlns:a="http://schemas.openxmlformats.org/drawingml/2006/main">
            <a:off x="713160" y="603360"/>
            <a:ext cx="10881000" cy="6030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defTabSz="914400">
              <a:lnSpc>
                <a:spcPct val="100000"/>
              </a:lnSpc>
              <a:buNone/>
            </a:pPr>
            <a:r>
              <a:rPr sz="2900" b="1" u="none" strike="noStrike">
                <a:solidFill>
                  <a:srgbClr val="044F9E"/>
                </a:solidFill>
                <a:latin typeface="Times New Roman"/>
                <a:ea typeface="Times New Roman"/>
                <a:cs typeface="Times New Roman"/>
              </a:rPr>
              <a:t>repartition(4) chia dữ liệu thành các phần xử lý</a:t>
            </a:r>
            <a:endParaRPr sz="2900" b="0" u="none" strike="noStrike">
              <a:solidFill>
                <a:srgbClr val="000000"/>
              </a:solidFill>
              <a:latin typeface="Times New Roman"/>
              <a:ea typeface="Times New Roman"/>
              <a:cs typeface="Times New Roman"/>
            </a:endParaRPr>
          </a:p>
        </p:txBody>
      </p:sp>
      <p:sp>
        <p:nvSpPr>
          <p:cNvPr id="514" name="Rectangle 4">
            <a:extLst xmlns:a="http://schemas.openxmlformats.org/drawingml/2006/main">
              <a:ext uri="{FF2B5EF4-FFF2-40B4-BE49-F238E27FC236}">
                <a16:creationId xmlns:a16="http://schemas.microsoft.com/office/drawing/2014/main" id="{5A7144FD-9536-4EF3-A21D-41B75CA72339}"/>
              </a:ext>
            </a:extLst>
          </p:cNvPr>
          <p:cNvSpPr>
            <a:spLocks xmlns:a="http://schemas.openxmlformats.org/drawingml/2006/main" noGrp="1"/>
          </p:cNvSpPr>
          <p:nvPr/>
        </p:nvSpPr>
        <p:spPr>
          <a:xfrm xmlns:a="http://schemas.openxmlformats.org/drawingml/2006/main">
            <a:off x="731520" y="1243440"/>
            <a:ext cx="822600" cy="5004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5400" rIns="90000" bIns="54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515" name="TextBox 5">
            <a:extLst xmlns:a="http://schemas.openxmlformats.org/drawingml/2006/main">
              <a:ext uri="{FF2B5EF4-FFF2-40B4-BE49-F238E27FC236}">
                <a16:creationId xmlns:a16="http://schemas.microsoft.com/office/drawing/2014/main" id="{F80AAA47-65A6-4C3C-A847-DB8371A2BE3D}"/>
              </a:ext>
            </a:extLst>
          </p:cNvPr>
          <p:cNvSpPr>
            <a:spLocks xmlns:a="http://schemas.openxmlformats.org/drawingml/2006/main" noGrp="1"/>
          </p:cNvSpPr>
          <p:nvPr/>
        </p:nvSpPr>
        <p:spPr>
          <a:xfrm xmlns:a="http://schemas.openxmlformats.org/drawingml/2006/main">
            <a:off x="11384280" y="6492240"/>
            <a:ext cx="438480" cy="2743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spAutoFit/>
          </a:bodyPr>
          <a:lstStyle xmlns:a="http://schemas.openxmlformats.org/drawingml/2006/main"/>
          <a:p xmlns:a="http://schemas.openxmlformats.org/drawingml/2006/main">
            <a:pPr algn="r" defTabSz="914400">
              <a:lnSpc>
                <a:spcPct val="100000"/>
              </a:lnSpc>
              <a:buNone/>
            </a:pPr>
            <a:r>
              <a:rPr sz="1800" b="1" u="none" strike="noStrike">
                <a:solidFill>
                  <a:srgbClr val="044F9E"/>
                </a:solidFill>
                <a:latin typeface="Times New Roman"/>
                <a:ea typeface="Times New Roman"/>
                <a:cs typeface="Times New Roman"/>
              </a:rPr>
              <a:t>27</a:t>
            </a:r>
            <a:endParaRPr sz="1800" b="0" u="none" strike="noStrike">
              <a:solidFill>
                <a:srgbClr val="000000"/>
              </a:solidFill>
              <a:latin typeface="Times New Roman"/>
              <a:ea typeface="Times New Roman"/>
              <a:cs typeface="Times New Roman"/>
            </a:endParaRPr>
          </a:p>
        </p:txBody>
      </p:sp>
      <p:sp>
        <p:nvSpPr>
          <p:cNvPr id="516" name="TextBox 6">
            <a:extLst xmlns:a="http://schemas.openxmlformats.org/drawingml/2006/main">
              <a:ext uri="{FF2B5EF4-FFF2-40B4-BE49-F238E27FC236}">
                <a16:creationId xmlns:a16="http://schemas.microsoft.com/office/drawing/2014/main" id="{1FAC9C12-51A3-40AD-9F4E-01464794548F}"/>
              </a:ext>
            </a:extLst>
          </p:cNvPr>
          <p:cNvSpPr>
            <a:spLocks xmlns:a="http://schemas.openxmlformats.org/drawingml/2006/main" noGrp="1"/>
          </p:cNvSpPr>
          <p:nvPr/>
        </p:nvSpPr>
        <p:spPr>
          <a:xfrm xmlns:a="http://schemas.openxmlformats.org/drawingml/2006/main">
            <a:off x="868680" y="1508760"/>
            <a:ext cx="10423800" cy="4111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algn="ctr" defTabSz="914400">
              <a:lnSpc>
                <a:spcPct val="100000"/>
              </a:lnSpc>
              <a:buNone/>
            </a:pPr>
            <a:r>
              <a:rPr sz="1900" b="0" u="none" strike="noStrike">
                <a:solidFill>
                  <a:srgbClr val="527089"/>
                </a:solidFill>
                <a:latin typeface="Times New Roman"/>
                <a:ea typeface="Times New Roman"/>
                <a:cs typeface="Times New Roman"/>
              </a:rPr>
              <a:t>Dataset xấp xỉ 200.000 dòng; kích thước mỗi partition chỉ là gần đúng.</a:t>
            </a:r>
            <a:endParaRPr sz="1900" b="0" u="none" strike="noStrike">
              <a:solidFill>
                <a:srgbClr val="000000"/>
              </a:solidFill>
              <a:latin typeface="Times New Roman"/>
              <a:ea typeface="Times New Roman"/>
              <a:cs typeface="Times New Roman"/>
            </a:endParaRPr>
          </a:p>
        </p:txBody>
      </p:sp>
      <p:sp>
        <p:nvSpPr>
          <p:cNvPr id="517" name="Rounded Rectangle 7">
            <a:extLst xmlns:a="http://schemas.openxmlformats.org/drawingml/2006/main">
              <a:ext uri="{FF2B5EF4-FFF2-40B4-BE49-F238E27FC236}">
                <a16:creationId xmlns:a16="http://schemas.microsoft.com/office/drawing/2014/main" id="{EDC6E855-2F0E-4D0C-9B11-04229ED3C472}"/>
              </a:ext>
            </a:extLst>
          </p:cNvPr>
          <p:cNvSpPr>
            <a:spLocks xmlns:a="http://schemas.openxmlformats.org/drawingml/2006/main" noGrp="1"/>
          </p:cNvSpPr>
          <p:nvPr/>
        </p:nvSpPr>
        <p:spPr>
          <a:xfrm xmlns:a="http://schemas.openxmlformats.org/drawingml/2006/main">
            <a:off x="804600" y="2304360"/>
            <a:ext cx="2450160" cy="196560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518" name="Oval 8">
            <a:extLst xmlns:a="http://schemas.openxmlformats.org/drawingml/2006/main">
              <a:ext uri="{FF2B5EF4-FFF2-40B4-BE49-F238E27FC236}">
                <a16:creationId xmlns:a16="http://schemas.microsoft.com/office/drawing/2014/main" id="{4E50856C-8C50-410C-82DF-E8725B7F1B50}"/>
              </a:ext>
            </a:extLst>
          </p:cNvPr>
          <p:cNvSpPr>
            <a:spLocks xmlns:a="http://schemas.openxmlformats.org/drawingml/2006/main" noGrp="1"/>
          </p:cNvSpPr>
          <p:nvPr/>
        </p:nvSpPr>
        <p:spPr>
          <a:xfrm xmlns:a="http://schemas.openxmlformats.org/drawingml/2006/main">
            <a:off x="1746360" y="2541960"/>
            <a:ext cx="566640" cy="566640"/>
          </a:xfrm>
          <a:prstGeom xmlns:a="http://schemas.openxmlformats.org/drawingml/2006/main" prst="ellipse">
            <a:avLst/>
          </a:prstGeom>
          <a:solidFill xmlns:a="http://schemas.openxmlformats.org/drawingml/2006/main">
            <a:srgbClr val="2072B7"/>
          </a:solidFill>
          <a:ln xmlns:a="http://schemas.openxmlformats.org/drawingml/2006/main" w="12700">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 tIns="9000" rIns="9000" bIns="9000" anchor="ctr">
            <a:noAutofit/>
          </a:bodyPr>
          <a:lstStyle xmlns:a="http://schemas.openxmlformats.org/drawingml/2006/main"/>
          <a:p xmlns:a="http://schemas.openxmlformats.org/drawingml/2006/main">
            <a:pPr algn="ctr" defTabSz="914400">
              <a:lnSpc>
                <a:spcPct val="100000"/>
              </a:lnSpc>
              <a:buNone/>
            </a:pPr>
            <a:r>
              <a:rPr sz="2000" b="1" u="none" strike="noStrike">
                <a:solidFill>
                  <a:srgbClr val="FFFFFF"/>
                </a:solidFill>
                <a:latin typeface="Times New Roman"/>
                <a:ea typeface="Times New Roman"/>
                <a:cs typeface="Times New Roman"/>
              </a:rPr>
              <a:t>1</a:t>
            </a:r>
            <a:endParaRPr sz="2000" b="0" u="none" strike="noStrike">
              <a:solidFill>
                <a:srgbClr val="FFFFFF"/>
              </a:solidFill>
              <a:latin typeface="Times New Roman"/>
              <a:ea typeface="Times New Roman"/>
              <a:cs typeface="Times New Roman"/>
            </a:endParaRPr>
          </a:p>
        </p:txBody>
      </p:sp>
      <p:sp>
        <p:nvSpPr>
          <p:cNvPr id="519" name="TextBox 9">
            <a:extLst xmlns:a="http://schemas.openxmlformats.org/drawingml/2006/main">
              <a:ext uri="{FF2B5EF4-FFF2-40B4-BE49-F238E27FC236}">
                <a16:creationId xmlns:a16="http://schemas.microsoft.com/office/drawing/2014/main" id="{FAE226E8-DB1D-4ECC-A325-5BE30A088C29}"/>
              </a:ext>
            </a:extLst>
          </p:cNvPr>
          <p:cNvSpPr>
            <a:spLocks xmlns:a="http://schemas.openxmlformats.org/drawingml/2006/main" noGrp="1"/>
          </p:cNvSpPr>
          <p:nvPr/>
        </p:nvSpPr>
        <p:spPr>
          <a:xfrm xmlns:a="http://schemas.openxmlformats.org/drawingml/2006/main">
            <a:off x="941760" y="3291840"/>
            <a:ext cx="2175840" cy="5025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algn="ctr" defTabSz="914400">
              <a:lnSpc>
                <a:spcPct val="100000"/>
              </a:lnSpc>
              <a:buNone/>
            </a:pPr>
            <a:r>
              <a:rPr sz="2000" b="1" u="none" strike="noStrike">
                <a:solidFill>
                  <a:srgbClr val="044F9E"/>
                </a:solidFill>
                <a:latin typeface="Times New Roman"/>
                <a:ea typeface="Times New Roman"/>
                <a:cs typeface="Times New Roman"/>
              </a:rPr>
              <a:t>≈ 50.000 dòng</a:t>
            </a:r>
            <a:endParaRPr sz="2000" b="0" u="none" strike="noStrike">
              <a:solidFill>
                <a:srgbClr val="000000"/>
              </a:solidFill>
              <a:latin typeface="Times New Roman"/>
              <a:ea typeface="Times New Roman"/>
              <a:cs typeface="Times New Roman"/>
            </a:endParaRPr>
          </a:p>
        </p:txBody>
      </p:sp>
      <p:sp>
        <p:nvSpPr>
          <p:cNvPr id="520" name="TextBox 10">
            <a:extLst xmlns:a="http://schemas.openxmlformats.org/drawingml/2006/main">
              <a:ext uri="{FF2B5EF4-FFF2-40B4-BE49-F238E27FC236}">
                <a16:creationId xmlns:a16="http://schemas.microsoft.com/office/drawing/2014/main" id="{0570A3FE-F399-46B7-A3DE-58CAE5D7C80C}"/>
              </a:ext>
            </a:extLst>
          </p:cNvPr>
          <p:cNvSpPr>
            <a:spLocks xmlns:a="http://schemas.openxmlformats.org/drawingml/2006/main" noGrp="1"/>
          </p:cNvSpPr>
          <p:nvPr/>
        </p:nvSpPr>
        <p:spPr>
          <a:xfrm xmlns:a="http://schemas.openxmlformats.org/drawingml/2006/main">
            <a:off x="941760" y="3803760"/>
            <a:ext cx="2175840" cy="2739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algn="ctr" defTabSz="914400">
              <a:lnSpc>
                <a:spcPct val="100000"/>
              </a:lnSpc>
              <a:buNone/>
            </a:pPr>
            <a:r>
              <a:rPr sz="1800" b="0" u="none" strike="noStrike">
                <a:solidFill>
                  <a:srgbClr val="18324B"/>
                </a:solidFill>
                <a:latin typeface="Times New Roman"/>
                <a:ea typeface="Times New Roman"/>
                <a:cs typeface="Times New Roman"/>
              </a:rPr>
              <a:t>Partition 1</a:t>
            </a:r>
            <a:endParaRPr sz="1800" b="0" u="none" strike="noStrike">
              <a:solidFill>
                <a:srgbClr val="000000"/>
              </a:solidFill>
              <a:latin typeface="Times New Roman"/>
              <a:ea typeface="Times New Roman"/>
              <a:cs typeface="Times New Roman"/>
            </a:endParaRPr>
          </a:p>
        </p:txBody>
      </p:sp>
      <p:sp>
        <p:nvSpPr>
          <p:cNvPr id="521" name="Rounded Rectangle 11">
            <a:extLst xmlns:a="http://schemas.openxmlformats.org/drawingml/2006/main">
              <a:ext uri="{FF2B5EF4-FFF2-40B4-BE49-F238E27FC236}">
                <a16:creationId xmlns:a16="http://schemas.microsoft.com/office/drawing/2014/main" id="{DB58C445-33F0-403A-8774-B6B897FB8CF0}"/>
              </a:ext>
            </a:extLst>
          </p:cNvPr>
          <p:cNvSpPr>
            <a:spLocks xmlns:a="http://schemas.openxmlformats.org/drawingml/2006/main" noGrp="1"/>
          </p:cNvSpPr>
          <p:nvPr/>
        </p:nvSpPr>
        <p:spPr>
          <a:xfrm xmlns:a="http://schemas.openxmlformats.org/drawingml/2006/main">
            <a:off x="3657600" y="2304360"/>
            <a:ext cx="2450160" cy="1965600"/>
          </a:xfrm>
          <a:prstGeom xmlns:a="http://schemas.openxmlformats.org/drawingml/2006/main" prst="roundRect">
            <a:avLst>
              <a:gd name="adj" fmla="val 16667"/>
            </a:avLst>
          </a:prstGeom>
          <a:solidFill xmlns:a="http://schemas.openxmlformats.org/drawingml/2006/main">
            <a:srgbClr val="EEF7FD"/>
          </a:solidFill>
          <a:ln xmlns:a="http://schemas.openxmlformats.org/drawingml/2006/main" w="13970">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522" name="Oval 12">
            <a:extLst xmlns:a="http://schemas.openxmlformats.org/drawingml/2006/main">
              <a:ext uri="{FF2B5EF4-FFF2-40B4-BE49-F238E27FC236}">
                <a16:creationId xmlns:a16="http://schemas.microsoft.com/office/drawing/2014/main" id="{26C101D2-CB68-4D54-98B8-3E9620463A85}"/>
              </a:ext>
            </a:extLst>
          </p:cNvPr>
          <p:cNvSpPr>
            <a:spLocks xmlns:a="http://schemas.openxmlformats.org/drawingml/2006/main" noGrp="1"/>
          </p:cNvSpPr>
          <p:nvPr/>
        </p:nvSpPr>
        <p:spPr>
          <a:xfrm xmlns:a="http://schemas.openxmlformats.org/drawingml/2006/main">
            <a:off x="4599360" y="2541960"/>
            <a:ext cx="566640" cy="566640"/>
          </a:xfrm>
          <a:prstGeom xmlns:a="http://schemas.openxmlformats.org/drawingml/2006/main" prst="ellipse">
            <a:avLst/>
          </a:prstGeom>
          <a:solidFill xmlns:a="http://schemas.openxmlformats.org/drawingml/2006/main">
            <a:srgbClr val="4CC4EB"/>
          </a:solidFill>
          <a:ln xmlns:a="http://schemas.openxmlformats.org/drawingml/2006/main" w="12700">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 tIns="9000" rIns="9000" bIns="9000" anchor="ctr">
            <a:noAutofit/>
          </a:bodyPr>
          <a:lstStyle xmlns:a="http://schemas.openxmlformats.org/drawingml/2006/main"/>
          <a:p xmlns:a="http://schemas.openxmlformats.org/drawingml/2006/main">
            <a:pPr algn="ctr" defTabSz="914400">
              <a:lnSpc>
                <a:spcPct val="100000"/>
              </a:lnSpc>
              <a:buNone/>
            </a:pPr>
            <a:r>
              <a:rPr sz="2000" b="1" u="none" strike="noStrike">
                <a:solidFill>
                  <a:srgbClr val="FFFFFF"/>
                </a:solidFill>
                <a:latin typeface="Times New Roman"/>
                <a:ea typeface="Times New Roman"/>
                <a:cs typeface="Times New Roman"/>
              </a:rPr>
              <a:t>2</a:t>
            </a:r>
            <a:endParaRPr sz="2000" b="0" u="none" strike="noStrike">
              <a:solidFill>
                <a:srgbClr val="000000"/>
              </a:solidFill>
              <a:latin typeface="Times New Roman"/>
              <a:ea typeface="Times New Roman"/>
              <a:cs typeface="Times New Roman"/>
            </a:endParaRPr>
          </a:p>
        </p:txBody>
      </p:sp>
      <p:sp>
        <p:nvSpPr>
          <p:cNvPr id="523" name="TextBox 13">
            <a:extLst xmlns:a="http://schemas.openxmlformats.org/drawingml/2006/main">
              <a:ext uri="{FF2B5EF4-FFF2-40B4-BE49-F238E27FC236}">
                <a16:creationId xmlns:a16="http://schemas.microsoft.com/office/drawing/2014/main" id="{69F18E4A-4D93-4035-9205-A8DDBA30DD50}"/>
              </a:ext>
            </a:extLst>
          </p:cNvPr>
          <p:cNvSpPr>
            <a:spLocks xmlns:a="http://schemas.openxmlformats.org/drawingml/2006/main" noGrp="1"/>
          </p:cNvSpPr>
          <p:nvPr/>
        </p:nvSpPr>
        <p:spPr>
          <a:xfrm xmlns:a="http://schemas.openxmlformats.org/drawingml/2006/main">
            <a:off x="3794760" y="3291840"/>
            <a:ext cx="2175840" cy="5025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algn="ctr" defTabSz="914400">
              <a:lnSpc>
                <a:spcPct val="100000"/>
              </a:lnSpc>
              <a:buNone/>
            </a:pPr>
            <a:r>
              <a:rPr sz="2000" b="1" u="none" strike="noStrike">
                <a:solidFill>
                  <a:srgbClr val="044F9E"/>
                </a:solidFill>
                <a:latin typeface="Times New Roman"/>
                <a:ea typeface="Times New Roman"/>
                <a:cs typeface="Times New Roman"/>
              </a:rPr>
              <a:t>≈ 50.000 dòng</a:t>
            </a:r>
            <a:endParaRPr sz="2000" b="0" u="none" strike="noStrike">
              <a:solidFill>
                <a:srgbClr val="000000"/>
              </a:solidFill>
              <a:latin typeface="Times New Roman"/>
              <a:ea typeface="Times New Roman"/>
              <a:cs typeface="Times New Roman"/>
            </a:endParaRPr>
          </a:p>
        </p:txBody>
      </p:sp>
      <p:sp>
        <p:nvSpPr>
          <p:cNvPr id="524" name="TextBox 14">
            <a:extLst xmlns:a="http://schemas.openxmlformats.org/drawingml/2006/main">
              <a:ext uri="{FF2B5EF4-FFF2-40B4-BE49-F238E27FC236}">
                <a16:creationId xmlns:a16="http://schemas.microsoft.com/office/drawing/2014/main" id="{EE76F7E5-EF90-4CBE-A328-5AC338D89DDF}"/>
              </a:ext>
            </a:extLst>
          </p:cNvPr>
          <p:cNvSpPr>
            <a:spLocks xmlns:a="http://schemas.openxmlformats.org/drawingml/2006/main" noGrp="1"/>
          </p:cNvSpPr>
          <p:nvPr/>
        </p:nvSpPr>
        <p:spPr>
          <a:xfrm xmlns:a="http://schemas.openxmlformats.org/drawingml/2006/main">
            <a:off x="3794760" y="3803760"/>
            <a:ext cx="2175840" cy="2739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algn="ctr" defTabSz="914400">
              <a:lnSpc>
                <a:spcPct val="100000"/>
              </a:lnSpc>
              <a:buNone/>
            </a:pPr>
            <a:r>
              <a:rPr sz="1800" b="0" u="none" strike="noStrike">
                <a:solidFill>
                  <a:srgbClr val="18324B"/>
                </a:solidFill>
                <a:latin typeface="Times New Roman"/>
                <a:ea typeface="Times New Roman"/>
                <a:cs typeface="Times New Roman"/>
              </a:rPr>
              <a:t>Partition 2</a:t>
            </a:r>
            <a:endParaRPr sz="1800" b="0" u="none" strike="noStrike">
              <a:solidFill>
                <a:srgbClr val="000000"/>
              </a:solidFill>
              <a:latin typeface="Times New Roman"/>
              <a:ea typeface="Times New Roman"/>
              <a:cs typeface="Times New Roman"/>
            </a:endParaRPr>
          </a:p>
        </p:txBody>
      </p:sp>
      <p:sp>
        <p:nvSpPr>
          <p:cNvPr id="525" name="Rounded Rectangle 15">
            <a:extLst xmlns:a="http://schemas.openxmlformats.org/drawingml/2006/main">
              <a:ext uri="{FF2B5EF4-FFF2-40B4-BE49-F238E27FC236}">
                <a16:creationId xmlns:a16="http://schemas.microsoft.com/office/drawing/2014/main" id="{C3B4BFD7-0331-485E-A4A8-7F61F0D438F4}"/>
              </a:ext>
            </a:extLst>
          </p:cNvPr>
          <p:cNvSpPr>
            <a:spLocks xmlns:a="http://schemas.openxmlformats.org/drawingml/2006/main" noGrp="1"/>
          </p:cNvSpPr>
          <p:nvPr/>
        </p:nvSpPr>
        <p:spPr>
          <a:xfrm xmlns:a="http://schemas.openxmlformats.org/drawingml/2006/main">
            <a:off x="6510600" y="2304360"/>
            <a:ext cx="2450160" cy="1965600"/>
          </a:xfrm>
          <a:prstGeom xmlns:a="http://schemas.openxmlformats.org/drawingml/2006/main" prst="roundRect">
            <a:avLst>
              <a:gd name="adj" fmla="val 16667"/>
            </a:avLst>
          </a:prstGeom>
          <a:solidFill xmlns:a="http://schemas.openxmlformats.org/drawingml/2006/main">
            <a:srgbClr val="FFF8E4"/>
          </a:solidFill>
          <a:ln xmlns:a="http://schemas.openxmlformats.org/drawingml/2006/main" w="13970">
            <a:solidFill>
              <a:srgbClr val="FEC01D"/>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526" name="Oval 16">
            <a:extLst xmlns:a="http://schemas.openxmlformats.org/drawingml/2006/main">
              <a:ext uri="{FF2B5EF4-FFF2-40B4-BE49-F238E27FC236}">
                <a16:creationId xmlns:a16="http://schemas.microsoft.com/office/drawing/2014/main" id="{7D3B38C0-639F-448C-BF28-2AC026C4F5B7}"/>
              </a:ext>
            </a:extLst>
          </p:cNvPr>
          <p:cNvSpPr>
            <a:spLocks xmlns:a="http://schemas.openxmlformats.org/drawingml/2006/main" noGrp="1"/>
          </p:cNvSpPr>
          <p:nvPr/>
        </p:nvSpPr>
        <p:spPr>
          <a:xfrm xmlns:a="http://schemas.openxmlformats.org/drawingml/2006/main">
            <a:off x="7452360" y="2541960"/>
            <a:ext cx="566640" cy="566640"/>
          </a:xfrm>
          <a:prstGeom xmlns:a="http://schemas.openxmlformats.org/drawingml/2006/main" prst="ellipse">
            <a:avLst/>
          </a:prstGeom>
          <a:solidFill xmlns:a="http://schemas.openxmlformats.org/drawingml/2006/main">
            <a:srgbClr val="FEC01D"/>
          </a:solidFill>
          <a:ln xmlns:a="http://schemas.openxmlformats.org/drawingml/2006/main" w="12700">
            <a:solidFill>
              <a:srgbClr val="FEC01D"/>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 tIns="9000" rIns="9000" bIns="9000" anchor="ctr">
            <a:noAutofit/>
          </a:bodyPr>
          <a:lstStyle xmlns:a="http://schemas.openxmlformats.org/drawingml/2006/main"/>
          <a:p xmlns:a="http://schemas.openxmlformats.org/drawingml/2006/main">
            <a:pPr algn="ctr" defTabSz="914400">
              <a:lnSpc>
                <a:spcPct val="100000"/>
              </a:lnSpc>
              <a:buNone/>
            </a:pPr>
            <a:r>
              <a:rPr sz="2000" b="1" u="none" strike="noStrike">
                <a:solidFill>
                  <a:srgbClr val="FFFFFF"/>
                </a:solidFill>
                <a:latin typeface="Times New Roman"/>
                <a:ea typeface="Times New Roman"/>
                <a:cs typeface="Times New Roman"/>
              </a:rPr>
              <a:t>3</a:t>
            </a:r>
            <a:endParaRPr sz="2000" b="0" u="none" strike="noStrike">
              <a:solidFill>
                <a:srgbClr val="000000"/>
              </a:solidFill>
              <a:latin typeface="Times New Roman"/>
              <a:ea typeface="Times New Roman"/>
              <a:cs typeface="Times New Roman"/>
            </a:endParaRPr>
          </a:p>
        </p:txBody>
      </p:sp>
      <p:sp>
        <p:nvSpPr>
          <p:cNvPr id="527" name="TextBox 17">
            <a:extLst xmlns:a="http://schemas.openxmlformats.org/drawingml/2006/main">
              <a:ext uri="{FF2B5EF4-FFF2-40B4-BE49-F238E27FC236}">
                <a16:creationId xmlns:a16="http://schemas.microsoft.com/office/drawing/2014/main" id="{068F77A7-F2DE-4E7C-A5A5-6EB7BE9AF274}"/>
              </a:ext>
            </a:extLst>
          </p:cNvPr>
          <p:cNvSpPr>
            <a:spLocks xmlns:a="http://schemas.openxmlformats.org/drawingml/2006/main" noGrp="1"/>
          </p:cNvSpPr>
          <p:nvPr/>
        </p:nvSpPr>
        <p:spPr>
          <a:xfrm xmlns:a="http://schemas.openxmlformats.org/drawingml/2006/main">
            <a:off x="6647760" y="3291840"/>
            <a:ext cx="2175840" cy="5025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algn="ctr" defTabSz="914400">
              <a:lnSpc>
                <a:spcPct val="100000"/>
              </a:lnSpc>
              <a:buNone/>
            </a:pPr>
            <a:r>
              <a:rPr sz="2000" b="1" u="none" strike="noStrike">
                <a:solidFill>
                  <a:srgbClr val="044F9E"/>
                </a:solidFill>
                <a:latin typeface="Times New Roman"/>
                <a:ea typeface="Times New Roman"/>
                <a:cs typeface="Times New Roman"/>
              </a:rPr>
              <a:t>≈ 50.000 dòng</a:t>
            </a:r>
            <a:endParaRPr sz="2000" b="0" u="none" strike="noStrike">
              <a:solidFill>
                <a:srgbClr val="000000"/>
              </a:solidFill>
              <a:latin typeface="Times New Roman"/>
              <a:ea typeface="Times New Roman"/>
              <a:cs typeface="Times New Roman"/>
            </a:endParaRPr>
          </a:p>
        </p:txBody>
      </p:sp>
      <p:sp>
        <p:nvSpPr>
          <p:cNvPr id="528" name="TextBox 18">
            <a:extLst xmlns:a="http://schemas.openxmlformats.org/drawingml/2006/main">
              <a:ext uri="{FF2B5EF4-FFF2-40B4-BE49-F238E27FC236}">
                <a16:creationId xmlns:a16="http://schemas.microsoft.com/office/drawing/2014/main" id="{E0CBBA46-9BE8-47C6-AF66-25B37538A319}"/>
              </a:ext>
            </a:extLst>
          </p:cNvPr>
          <p:cNvSpPr>
            <a:spLocks xmlns:a="http://schemas.openxmlformats.org/drawingml/2006/main" noGrp="1"/>
          </p:cNvSpPr>
          <p:nvPr/>
        </p:nvSpPr>
        <p:spPr>
          <a:xfrm xmlns:a="http://schemas.openxmlformats.org/drawingml/2006/main">
            <a:off x="6647760" y="3803760"/>
            <a:ext cx="2175840" cy="2739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algn="ctr" defTabSz="914400">
              <a:lnSpc>
                <a:spcPct val="100000"/>
              </a:lnSpc>
              <a:buNone/>
            </a:pPr>
            <a:r>
              <a:rPr sz="1800" b="0" u="none" strike="noStrike">
                <a:solidFill>
                  <a:srgbClr val="18324B"/>
                </a:solidFill>
                <a:latin typeface="Times New Roman"/>
                <a:ea typeface="Times New Roman"/>
                <a:cs typeface="Times New Roman"/>
              </a:rPr>
              <a:t>Partition 3</a:t>
            </a:r>
            <a:endParaRPr sz="1800" b="0" u="none" strike="noStrike">
              <a:solidFill>
                <a:srgbClr val="000000"/>
              </a:solidFill>
              <a:latin typeface="Times New Roman"/>
              <a:ea typeface="Times New Roman"/>
              <a:cs typeface="Times New Roman"/>
            </a:endParaRPr>
          </a:p>
        </p:txBody>
      </p:sp>
      <p:sp>
        <p:nvSpPr>
          <p:cNvPr id="529" name="Rounded Rectangle 19">
            <a:extLst xmlns:a="http://schemas.openxmlformats.org/drawingml/2006/main">
              <a:ext uri="{FF2B5EF4-FFF2-40B4-BE49-F238E27FC236}">
                <a16:creationId xmlns:a16="http://schemas.microsoft.com/office/drawing/2014/main" id="{40322974-E1C6-4399-A03E-AFF7E0923F09}"/>
              </a:ext>
            </a:extLst>
          </p:cNvPr>
          <p:cNvSpPr>
            <a:spLocks xmlns:a="http://schemas.openxmlformats.org/drawingml/2006/main" noGrp="1"/>
          </p:cNvSpPr>
          <p:nvPr/>
        </p:nvSpPr>
        <p:spPr>
          <a:xfrm xmlns:a="http://schemas.openxmlformats.org/drawingml/2006/main">
            <a:off x="9363600" y="2304360"/>
            <a:ext cx="2450160" cy="1965600"/>
          </a:xfrm>
          <a:prstGeom xmlns:a="http://schemas.openxmlformats.org/drawingml/2006/main" prst="roundRect">
            <a:avLst>
              <a:gd name="adj" fmla="val 16667"/>
            </a:avLst>
          </a:prstGeom>
          <a:solidFill xmlns:a="http://schemas.openxmlformats.org/drawingml/2006/main">
            <a:srgbClr val="FDF1F1"/>
          </a:solidFill>
          <a:ln xmlns:a="http://schemas.openxmlformats.org/drawingml/2006/main" w="13970">
            <a:solidFill>
              <a:srgbClr val="E81F2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530" name="Oval 20">
            <a:extLst xmlns:a="http://schemas.openxmlformats.org/drawingml/2006/main">
              <a:ext uri="{FF2B5EF4-FFF2-40B4-BE49-F238E27FC236}">
                <a16:creationId xmlns:a16="http://schemas.microsoft.com/office/drawing/2014/main" id="{55EDE155-9E4D-45F7-9710-ECE9CF019D6C}"/>
              </a:ext>
            </a:extLst>
          </p:cNvPr>
          <p:cNvSpPr>
            <a:spLocks xmlns:a="http://schemas.openxmlformats.org/drawingml/2006/main" noGrp="1"/>
          </p:cNvSpPr>
          <p:nvPr/>
        </p:nvSpPr>
        <p:spPr>
          <a:xfrm xmlns:a="http://schemas.openxmlformats.org/drawingml/2006/main">
            <a:off x="10305360" y="2541960"/>
            <a:ext cx="566640" cy="566640"/>
          </a:xfrm>
          <a:prstGeom xmlns:a="http://schemas.openxmlformats.org/drawingml/2006/main" prst="ellipse">
            <a:avLst/>
          </a:prstGeom>
          <a:solidFill xmlns:a="http://schemas.openxmlformats.org/drawingml/2006/main">
            <a:srgbClr val="E81F26"/>
          </a:solidFill>
          <a:ln xmlns:a="http://schemas.openxmlformats.org/drawingml/2006/main" w="12700">
            <a:solidFill>
              <a:srgbClr val="E81F2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 tIns="9000" rIns="9000" bIns="9000" anchor="ctr">
            <a:noAutofit/>
          </a:bodyPr>
          <a:lstStyle xmlns:a="http://schemas.openxmlformats.org/drawingml/2006/main"/>
          <a:p xmlns:a="http://schemas.openxmlformats.org/drawingml/2006/main">
            <a:pPr algn="ctr" defTabSz="914400">
              <a:lnSpc>
                <a:spcPct val="100000"/>
              </a:lnSpc>
              <a:buNone/>
            </a:pPr>
            <a:r>
              <a:rPr sz="2000" b="1" u="none" strike="noStrike">
                <a:solidFill>
                  <a:srgbClr val="FFFFFF"/>
                </a:solidFill>
                <a:latin typeface="Times New Roman"/>
                <a:ea typeface="Times New Roman"/>
                <a:cs typeface="Times New Roman"/>
              </a:rPr>
              <a:t>4</a:t>
            </a:r>
            <a:endParaRPr sz="2000" b="0" u="none" strike="noStrike">
              <a:solidFill>
                <a:srgbClr val="FFFFFF"/>
              </a:solidFill>
              <a:latin typeface="Times New Roman"/>
              <a:ea typeface="Times New Roman"/>
              <a:cs typeface="Times New Roman"/>
            </a:endParaRPr>
          </a:p>
        </p:txBody>
      </p:sp>
      <p:sp>
        <p:nvSpPr>
          <p:cNvPr id="531" name="TextBox 21">
            <a:extLst xmlns:a="http://schemas.openxmlformats.org/drawingml/2006/main">
              <a:ext uri="{FF2B5EF4-FFF2-40B4-BE49-F238E27FC236}">
                <a16:creationId xmlns:a16="http://schemas.microsoft.com/office/drawing/2014/main" id="{AA836C1F-E3BC-47C5-AC1F-4BEC4A94A797}"/>
              </a:ext>
            </a:extLst>
          </p:cNvPr>
          <p:cNvSpPr>
            <a:spLocks xmlns:a="http://schemas.openxmlformats.org/drawingml/2006/main" noGrp="1"/>
          </p:cNvSpPr>
          <p:nvPr/>
        </p:nvSpPr>
        <p:spPr>
          <a:xfrm xmlns:a="http://schemas.openxmlformats.org/drawingml/2006/main">
            <a:off x="9500760" y="3291840"/>
            <a:ext cx="2175840" cy="5025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algn="ctr" defTabSz="914400">
              <a:lnSpc>
                <a:spcPct val="100000"/>
              </a:lnSpc>
              <a:buNone/>
            </a:pPr>
            <a:r>
              <a:rPr sz="2000" b="1" u="none" strike="noStrike">
                <a:solidFill>
                  <a:srgbClr val="044F9E"/>
                </a:solidFill>
                <a:latin typeface="Times New Roman"/>
                <a:ea typeface="Times New Roman"/>
                <a:cs typeface="Times New Roman"/>
              </a:rPr>
              <a:t>≈ 50.000 dòng</a:t>
            </a:r>
            <a:endParaRPr sz="2000" b="0" u="none" strike="noStrike">
              <a:solidFill>
                <a:srgbClr val="000000"/>
              </a:solidFill>
              <a:latin typeface="Times New Roman"/>
              <a:ea typeface="Times New Roman"/>
              <a:cs typeface="Times New Roman"/>
            </a:endParaRPr>
          </a:p>
        </p:txBody>
      </p:sp>
      <p:sp>
        <p:nvSpPr>
          <p:cNvPr id="532" name="TextBox 22">
            <a:extLst xmlns:a="http://schemas.openxmlformats.org/drawingml/2006/main">
              <a:ext uri="{FF2B5EF4-FFF2-40B4-BE49-F238E27FC236}">
                <a16:creationId xmlns:a16="http://schemas.microsoft.com/office/drawing/2014/main" id="{055E8B40-CDF0-4A02-B312-334FACBBA93E}"/>
              </a:ext>
            </a:extLst>
          </p:cNvPr>
          <p:cNvSpPr>
            <a:spLocks xmlns:a="http://schemas.openxmlformats.org/drawingml/2006/main" noGrp="1"/>
          </p:cNvSpPr>
          <p:nvPr/>
        </p:nvSpPr>
        <p:spPr>
          <a:xfrm xmlns:a="http://schemas.openxmlformats.org/drawingml/2006/main">
            <a:off x="9500760" y="3803760"/>
            <a:ext cx="2175840" cy="2739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algn="ctr" defTabSz="914400">
              <a:lnSpc>
                <a:spcPct val="100000"/>
              </a:lnSpc>
              <a:buNone/>
            </a:pPr>
            <a:r>
              <a:rPr sz="1800" b="0" u="none" strike="noStrike">
                <a:solidFill>
                  <a:srgbClr val="18324B"/>
                </a:solidFill>
                <a:latin typeface="Times New Roman"/>
                <a:ea typeface="Times New Roman"/>
                <a:cs typeface="Times New Roman"/>
              </a:rPr>
              <a:t>Partition 4</a:t>
            </a:r>
            <a:endParaRPr sz="1800" b="0" u="none" strike="noStrike">
              <a:solidFill>
                <a:srgbClr val="000000"/>
              </a:solidFill>
              <a:latin typeface="Times New Roman"/>
              <a:ea typeface="Times New Roman"/>
              <a:cs typeface="Times New Roman"/>
            </a:endParaRPr>
          </a:p>
        </p:txBody>
      </p:sp>
      <p:sp>
        <p:nvSpPr>
          <p:cNvPr id="533" name="Rounded Rectangle 23">
            <a:extLst xmlns:a="http://schemas.openxmlformats.org/drawingml/2006/main">
              <a:ext uri="{FF2B5EF4-FFF2-40B4-BE49-F238E27FC236}">
                <a16:creationId xmlns:a16="http://schemas.microsoft.com/office/drawing/2014/main" id="{5C9D3611-B011-4BBF-B7CA-F4E67C922A1B}"/>
              </a:ext>
            </a:extLst>
          </p:cNvPr>
          <p:cNvSpPr>
            <a:spLocks xmlns:a="http://schemas.openxmlformats.org/drawingml/2006/main" noGrp="1"/>
          </p:cNvSpPr>
          <p:nvPr/>
        </p:nvSpPr>
        <p:spPr>
          <a:xfrm xmlns:a="http://schemas.openxmlformats.org/drawingml/2006/main">
            <a:off x="1097280" y="4892040"/>
            <a:ext cx="9966600" cy="69444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73080" tIns="73080" rIns="73080" bIns="73080" anchor="ctr">
            <a:noAutofit/>
          </a:bodyPr>
          <a:lstStyle xmlns:a="http://schemas.openxmlformats.org/drawingml/2006/main"/>
          <a:p xmlns:a="http://schemas.openxmlformats.org/drawingml/2006/main">
            <a:pPr algn="ctr" defTabSz="914400">
              <a:lnSpc>
                <a:spcPct val="100000"/>
              </a:lnSpc>
              <a:buNone/>
            </a:pPr>
            <a:r>
              <a:rPr sz="1900" b="1" u="none" strike="noStrike">
                <a:solidFill>
                  <a:srgbClr val="18324B"/>
                </a:solidFill>
                <a:latin typeface="Times New Roman"/>
                <a:ea typeface="Times New Roman"/>
                <a:cs typeface="Times New Roman"/>
              </a:rPr>
              <a:t>Partition là đơn vị phân chia dữ liệu; không đồng nghĩa với một máy vật lý.</a:t>
            </a:r>
            <a:endParaRPr sz="1900" b="0" u="none" strike="noStrike">
              <a:solidFill>
                <a:srgbClr val="000000"/>
              </a:solidFill>
              <a:latin typeface="Times New Roman"/>
              <a:ea typeface="Times New Roman"/>
              <a:cs typeface="Times New Roman"/>
            </a:endParaRPr>
          </a:p>
        </p:txBody>
      </p:sp>
    </p:spTree>
    <p:extLst>
      <p:ext uri="{BB962C8B-B14F-4D97-AF65-F5344CB8AC3E}">
        <p14:creationId xmlns:p14="http://schemas.microsoft.com/office/powerpoint/2010/main" val="144837257"/>
      </p:ext>
    </p:extLst>
  </p:cSld>
</p:sld>
</file>

<file path=ppt/slides/slide28.xml><?xml version="1.0" encoding="utf-8"?>
<p:sld xmlns:p="http://schemas.openxmlformats.org/presentationml/2006/main">
  <p:cSld>
    <p:spTree>
      <p:nvGrpSpPr>
        <p:cNvPr id="1" name=""/>
        <p:cNvGrpSpPr/>
        <p:nvPr/>
      </p:nvGrpSpPr>
      <p:grpSpPr>
        <a:xfrm xmlns:a="http://schemas.openxmlformats.org/drawingml/2006/main"/>
      </p:grpSpPr>
      <p:sp>
        <p:nvSpPr>
          <p:cNvPr id="539" name="TextBox 6">
            <a:extLst xmlns:a="http://schemas.openxmlformats.org/drawingml/2006/main">
              <a:ext uri="{FF2B5EF4-FFF2-40B4-BE49-F238E27FC236}">
                <a16:creationId xmlns:a16="http://schemas.microsoft.com/office/drawing/2014/main" id="{B490238A-E863-4AC0-9194-C3C5ED079D60}"/>
              </a:ext>
            </a:extLst>
          </p:cNvPr>
          <p:cNvSpPr>
            <a:spLocks xmlns:a="http://schemas.openxmlformats.org/drawingml/2006/main" noGrp="1"/>
          </p:cNvSpPr>
          <p:nvPr/>
        </p:nvSpPr>
        <p:spPr>
          <a:xfrm xmlns:a="http://schemas.openxmlformats.org/drawingml/2006/main">
            <a:off x="713160" y="603360"/>
            <a:ext cx="10881000" cy="6030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defTabSz="914400">
              <a:lnSpc>
                <a:spcPct val="100000"/>
              </a:lnSpc>
              <a:buNone/>
            </a:pPr>
            <a:r>
              <a:rPr sz="2900" b="1" u="none" strike="noStrike">
                <a:solidFill>
                  <a:srgbClr val="044F9E"/>
                </a:solidFill>
                <a:latin typeface="Times New Roman"/>
                <a:ea typeface="Times New Roman"/>
                <a:cs typeface="Times New Roman"/>
              </a:rPr>
              <a:t>Feature Engineering tạo vector đặc trưng thống nhất cho mô hình</a:t>
            </a:r>
            <a:endParaRPr sz="2900" b="0" u="none" strike="noStrike">
              <a:solidFill>
                <a:srgbClr val="000000"/>
              </a:solidFill>
              <a:latin typeface="Times New Roman"/>
              <a:ea typeface="Times New Roman"/>
              <a:cs typeface="Times New Roman"/>
            </a:endParaRPr>
          </a:p>
        </p:txBody>
      </p:sp>
      <p:sp>
        <p:nvSpPr>
          <p:cNvPr id="540" name="Rectangle 7">
            <a:extLst xmlns:a="http://schemas.openxmlformats.org/drawingml/2006/main">
              <a:ext uri="{FF2B5EF4-FFF2-40B4-BE49-F238E27FC236}">
                <a16:creationId xmlns:a16="http://schemas.microsoft.com/office/drawing/2014/main" id="{C8F6730D-B99E-4571-9A47-9491EDC0CE17}"/>
              </a:ext>
            </a:extLst>
          </p:cNvPr>
          <p:cNvSpPr>
            <a:spLocks xmlns:a="http://schemas.openxmlformats.org/drawingml/2006/main" noGrp="1"/>
          </p:cNvSpPr>
          <p:nvPr/>
        </p:nvSpPr>
        <p:spPr>
          <a:xfrm xmlns:a="http://schemas.openxmlformats.org/drawingml/2006/main">
            <a:off x="731520" y="1243440"/>
            <a:ext cx="822600" cy="5004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5400" rIns="90000" bIns="54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541" name="TextBox 8">
            <a:extLst xmlns:a="http://schemas.openxmlformats.org/drawingml/2006/main">
              <a:ext uri="{FF2B5EF4-FFF2-40B4-BE49-F238E27FC236}">
                <a16:creationId xmlns:a16="http://schemas.microsoft.com/office/drawing/2014/main" id="{6BAD6118-6E3A-4DAD-93EB-720357C89F71}"/>
              </a:ext>
            </a:extLst>
          </p:cNvPr>
          <p:cNvSpPr>
            <a:spLocks xmlns:a="http://schemas.openxmlformats.org/drawingml/2006/main" noGrp="1"/>
          </p:cNvSpPr>
          <p:nvPr/>
        </p:nvSpPr>
        <p:spPr>
          <a:xfrm xmlns:a="http://schemas.openxmlformats.org/drawingml/2006/main">
            <a:off x="11384280" y="6492240"/>
            <a:ext cx="438480" cy="2743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spAutoFit/>
          </a:bodyPr>
          <a:lstStyle xmlns:a="http://schemas.openxmlformats.org/drawingml/2006/main"/>
          <a:p xmlns:a="http://schemas.openxmlformats.org/drawingml/2006/main">
            <a:pPr algn="r" defTabSz="914400">
              <a:lnSpc>
                <a:spcPct val="100000"/>
              </a:lnSpc>
              <a:buNone/>
            </a:pPr>
            <a:r>
              <a:rPr sz="1800" b="1" u="none" strike="noStrike">
                <a:solidFill>
                  <a:srgbClr val="044F9E"/>
                </a:solidFill>
                <a:latin typeface="Times New Roman"/>
                <a:ea typeface="Times New Roman"/>
                <a:cs typeface="Times New Roman"/>
              </a:rPr>
              <a:t>28</a:t>
            </a:r>
            <a:endParaRPr sz="1800" b="0" u="none" strike="noStrike">
              <a:solidFill>
                <a:srgbClr val="000000"/>
              </a:solidFill>
              <a:latin typeface="Times New Roman"/>
              <a:ea typeface="Times New Roman"/>
              <a:cs typeface="Times New Roman"/>
            </a:endParaRPr>
          </a:p>
        </p:txBody>
      </p:sp>
      <p:sp>
        <p:nvSpPr>
          <p:cNvPr id="542" name="Rounded Rectangle 9">
            <a:extLst xmlns:a="http://schemas.openxmlformats.org/drawingml/2006/main">
              <a:ext uri="{FF2B5EF4-FFF2-40B4-BE49-F238E27FC236}">
                <a16:creationId xmlns:a16="http://schemas.microsoft.com/office/drawing/2014/main" id="{AD68682F-BFC4-4F7B-BE57-1FA5ABD668E7}"/>
              </a:ext>
            </a:extLst>
          </p:cNvPr>
          <p:cNvSpPr>
            <a:spLocks xmlns:a="http://schemas.openxmlformats.org/drawingml/2006/main" noGrp="1"/>
          </p:cNvSpPr>
          <p:nvPr/>
        </p:nvSpPr>
        <p:spPr>
          <a:xfrm xmlns:a="http://schemas.openxmlformats.org/drawingml/2006/main">
            <a:off x="804600" y="1700640"/>
            <a:ext cx="3126960" cy="338292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543" name="Rectangle 10">
            <a:extLst xmlns:a="http://schemas.openxmlformats.org/drawingml/2006/main">
              <a:ext uri="{FF2B5EF4-FFF2-40B4-BE49-F238E27FC236}">
                <a16:creationId xmlns:a16="http://schemas.microsoft.com/office/drawing/2014/main" id="{DC03BD71-AC4D-49CF-A073-A9AFFB0973D9}"/>
              </a:ext>
            </a:extLst>
          </p:cNvPr>
          <p:cNvSpPr>
            <a:spLocks xmlns:a="http://schemas.openxmlformats.org/drawingml/2006/main" noGrp="1"/>
          </p:cNvSpPr>
          <p:nvPr/>
        </p:nvSpPr>
        <p:spPr>
          <a:xfrm xmlns:a="http://schemas.openxmlformats.org/drawingml/2006/main">
            <a:off x="804600" y="1700640"/>
            <a:ext cx="91080" cy="3382920"/>
          </a:xfrm>
          <a:prstGeom xmlns:a="http://schemas.openxmlformats.org/drawingml/2006/main" prst="rect">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544" name="TextBox 11">
            <a:extLst xmlns:a="http://schemas.openxmlformats.org/drawingml/2006/main">
              <a:ext uri="{FF2B5EF4-FFF2-40B4-BE49-F238E27FC236}">
                <a16:creationId xmlns:a16="http://schemas.microsoft.com/office/drawing/2014/main" id="{7B7B781F-F3E5-4118-8678-347E1E219A0C}"/>
              </a:ext>
            </a:extLst>
          </p:cNvPr>
          <p:cNvSpPr>
            <a:spLocks xmlns:a="http://schemas.openxmlformats.org/drawingml/2006/main" noGrp="1"/>
          </p:cNvSpPr>
          <p:nvPr/>
        </p:nvSpPr>
        <p:spPr>
          <a:xfrm xmlns:a="http://schemas.openxmlformats.org/drawingml/2006/main">
            <a:off x="987480" y="1785255"/>
            <a:ext cx="285264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algn="ctr" defTabSz="914400">
              <a:lnSpc>
                <a:spcPct val="100000"/>
              </a:lnSpc>
              <a:buNone/>
            </a:pPr>
            <a:r>
              <a:rPr sz="2400" b="1" u="none" strike="noStrike">
                <a:solidFill>
                  <a:srgbClr val="044F9E"/>
                </a:solidFill>
                <a:latin typeface="Times New Roman"/>
                <a:ea typeface="Times New Roman"/>
                <a:cs typeface="Times New Roman"/>
              </a:rPr>
              <a:t>Đầu vào</a:t>
            </a:r>
            <a:endParaRPr sz="2400" b="0" u="none" strike="noStrike">
              <a:solidFill>
                <a:srgbClr val="000000"/>
              </a:solidFill>
              <a:latin typeface="Times New Roman"/>
              <a:ea typeface="Times New Roman"/>
              <a:cs typeface="Times New Roman"/>
            </a:endParaRPr>
          </a:p>
        </p:txBody>
      </p:sp>
      <p:sp>
        <p:nvSpPr>
          <p:cNvPr id="545" name="TextBox 12">
            <a:extLst xmlns:a="http://schemas.openxmlformats.org/drawingml/2006/main">
              <a:ext uri="{FF2B5EF4-FFF2-40B4-BE49-F238E27FC236}">
                <a16:creationId xmlns:a16="http://schemas.microsoft.com/office/drawing/2014/main" id="{6B8DB86C-B902-464C-B627-D3B7B2F30D0F}"/>
              </a:ext>
            </a:extLst>
          </p:cNvPr>
          <p:cNvSpPr>
            <a:spLocks xmlns:a="http://schemas.openxmlformats.org/drawingml/2006/main" noGrp="1"/>
          </p:cNvSpPr>
          <p:nvPr/>
        </p:nvSpPr>
        <p:spPr>
          <a:xfrm xmlns:a="http://schemas.openxmlformats.org/drawingml/2006/main">
            <a:off x="978480" y="2598825"/>
            <a:ext cx="2852640" cy="1145074"/>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algn="ctr" defTabSz="914400">
              <a:lnSpc>
                <a:spcPct val="100000"/>
              </a:lnSpc>
              <a:buNone/>
            </a:pPr>
            <a:r>
              <a:rPr sz="2400" b="0" u="none" strike="noStrike">
                <a:solidFill>
                  <a:srgbClr val="18324B"/>
                </a:solidFill>
                <a:latin typeface="Times New Roman"/>
                <a:ea typeface="Times New Roman"/>
                <a:cs typeface="Times New Roman"/>
              </a:rPr>
              <a:t>13 cột số</a:t>
            </a:r>
            <a:endParaRPr sz="24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r>
              <a:rPr sz="2400" b="0" u="none" strike="noStrike">
                <a:solidFill>
                  <a:srgbClr val="18324B"/>
                </a:solidFill>
                <a:latin typeface="Times New Roman"/>
                <a:ea typeface="Times New Roman"/>
                <a:cs typeface="Times New Roman"/>
              </a:rPr>
              <a:t>Mỗi cột mang một thuộc tính quan sát</a:t>
            </a:r>
            <a:endParaRPr sz="2400" b="0" u="none" strike="noStrike">
              <a:solidFill>
                <a:srgbClr val="000000"/>
              </a:solidFill>
              <a:latin typeface="Times New Roman"/>
              <a:ea typeface="Times New Roman"/>
              <a:cs typeface="Times New Roman"/>
            </a:endParaRPr>
          </a:p>
        </p:txBody>
      </p:sp>
      <p:sp>
        <p:nvSpPr>
          <p:cNvPr id="546" name="Right Arrow 13">
            <a:extLst xmlns:a="http://schemas.openxmlformats.org/drawingml/2006/main">
              <a:ext uri="{FF2B5EF4-FFF2-40B4-BE49-F238E27FC236}">
                <a16:creationId xmlns:a16="http://schemas.microsoft.com/office/drawing/2014/main" id="{671FA50E-EDCD-4D3B-88C7-0EA014CF0124}"/>
              </a:ext>
            </a:extLst>
          </p:cNvPr>
          <p:cNvSpPr>
            <a:spLocks xmlns:a="http://schemas.openxmlformats.org/drawingml/2006/main" noGrp="1"/>
          </p:cNvSpPr>
          <p:nvPr/>
        </p:nvSpPr>
        <p:spPr>
          <a:xfrm xmlns:a="http://schemas.openxmlformats.org/drawingml/2006/main">
            <a:off x="4014360" y="3108960"/>
            <a:ext cx="319680" cy="273960"/>
          </a:xfrm>
          <a:prstGeom xmlns:a="http://schemas.openxmlformats.org/drawingml/2006/main" prst="rightArrow">
            <a:avLst>
              <a:gd name="adj1" fmla="val 50000"/>
              <a:gd name="adj2" fmla="val 50000"/>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547" name="Rounded Rectangle 14">
            <a:extLst xmlns:a="http://schemas.openxmlformats.org/drawingml/2006/main">
              <a:ext uri="{FF2B5EF4-FFF2-40B4-BE49-F238E27FC236}">
                <a16:creationId xmlns:a16="http://schemas.microsoft.com/office/drawing/2014/main" id="{78596653-DE6A-48C3-9B17-953F84294D88}"/>
              </a:ext>
            </a:extLst>
          </p:cNvPr>
          <p:cNvSpPr>
            <a:spLocks xmlns:a="http://schemas.openxmlformats.org/drawingml/2006/main" noGrp="1"/>
          </p:cNvSpPr>
          <p:nvPr/>
        </p:nvSpPr>
        <p:spPr>
          <a:xfrm xmlns:a="http://schemas.openxmlformats.org/drawingml/2006/main">
            <a:off x="4443840" y="1700640"/>
            <a:ext cx="3245760" cy="338292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548" name="Rectangle 15">
            <a:extLst xmlns:a="http://schemas.openxmlformats.org/drawingml/2006/main">
              <a:ext uri="{FF2B5EF4-FFF2-40B4-BE49-F238E27FC236}">
                <a16:creationId xmlns:a16="http://schemas.microsoft.com/office/drawing/2014/main" id="{A97E31BC-2A9D-4CE6-81BE-85A9FC86E28D}"/>
              </a:ext>
            </a:extLst>
          </p:cNvPr>
          <p:cNvSpPr>
            <a:spLocks xmlns:a="http://schemas.openxmlformats.org/drawingml/2006/main" noGrp="1"/>
          </p:cNvSpPr>
          <p:nvPr/>
        </p:nvSpPr>
        <p:spPr>
          <a:xfrm xmlns:a="http://schemas.openxmlformats.org/drawingml/2006/main">
            <a:off x="4443840" y="1700640"/>
            <a:ext cx="91080" cy="338292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549" name="TextBox 16">
            <a:extLst xmlns:a="http://schemas.openxmlformats.org/drawingml/2006/main">
              <a:ext uri="{FF2B5EF4-FFF2-40B4-BE49-F238E27FC236}">
                <a16:creationId xmlns:a16="http://schemas.microsoft.com/office/drawing/2014/main" id="{6E5F0854-948F-4E0D-A771-0DEB6136CF27}"/>
              </a:ext>
            </a:extLst>
          </p:cNvPr>
          <p:cNvSpPr>
            <a:spLocks xmlns:a="http://schemas.openxmlformats.org/drawingml/2006/main" noGrp="1"/>
          </p:cNvSpPr>
          <p:nvPr/>
        </p:nvSpPr>
        <p:spPr>
          <a:xfrm xmlns:a="http://schemas.openxmlformats.org/drawingml/2006/main">
            <a:off x="4626720" y="1785255"/>
            <a:ext cx="297144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algn="ctr" defTabSz="914400">
              <a:lnSpc>
                <a:spcPct val="100000"/>
              </a:lnSpc>
              <a:buNone/>
            </a:pPr>
            <a:r>
              <a:rPr sz="2400" b="1" u="none" strike="noStrike">
                <a:solidFill>
                  <a:srgbClr val="044F9E"/>
                </a:solidFill>
                <a:latin typeface="Times New Roman"/>
                <a:ea typeface="Times New Roman"/>
                <a:cs typeface="Times New Roman"/>
              </a:rPr>
              <a:t>VectorAssembler</a:t>
            </a:r>
            <a:endParaRPr sz="2400" b="0" u="none" strike="noStrike">
              <a:solidFill>
                <a:srgbClr val="000000"/>
              </a:solidFill>
              <a:latin typeface="Times New Roman"/>
              <a:ea typeface="Times New Roman"/>
              <a:cs typeface="Times New Roman"/>
            </a:endParaRPr>
          </a:p>
        </p:txBody>
      </p:sp>
      <p:sp>
        <p:nvSpPr>
          <p:cNvPr id="550" name="TextBox 17">
            <a:extLst xmlns:a="http://schemas.openxmlformats.org/drawingml/2006/main">
              <a:ext uri="{FF2B5EF4-FFF2-40B4-BE49-F238E27FC236}">
                <a16:creationId xmlns:a16="http://schemas.microsoft.com/office/drawing/2014/main" id="{DB33A8CA-A008-46F4-B977-A2EBF674D969}"/>
              </a:ext>
            </a:extLst>
          </p:cNvPr>
          <p:cNvSpPr>
            <a:spLocks xmlns:a="http://schemas.openxmlformats.org/drawingml/2006/main" noGrp="1"/>
          </p:cNvSpPr>
          <p:nvPr/>
        </p:nvSpPr>
        <p:spPr>
          <a:xfrm xmlns:a="http://schemas.openxmlformats.org/drawingml/2006/main">
            <a:off x="4644720" y="2598825"/>
            <a:ext cx="2971440" cy="1145074"/>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algn="ctr" defTabSz="914400">
              <a:lnSpc>
                <a:spcPct val="100000"/>
              </a:lnSpc>
              <a:buNone/>
            </a:pPr>
            <a:r>
              <a:rPr sz="2400" b="0" u="none" strike="noStrike">
                <a:solidFill>
                  <a:srgbClr val="18324B"/>
                </a:solidFill>
                <a:latin typeface="Times New Roman"/>
                <a:ea typeface="Times New Roman"/>
                <a:cs typeface="Times New Roman"/>
              </a:rPr>
              <a:t>Spark gộp các cột thành một vector features_raw.</a:t>
            </a:r>
            <a:endParaRPr sz="2400" b="0" u="none" strike="noStrike">
              <a:solidFill>
                <a:srgbClr val="000000"/>
              </a:solidFill>
              <a:latin typeface="Times New Roman"/>
              <a:ea typeface="Times New Roman"/>
              <a:cs typeface="Times New Roman"/>
            </a:endParaRPr>
          </a:p>
        </p:txBody>
      </p:sp>
      <p:sp>
        <p:nvSpPr>
          <p:cNvPr id="551" name="Right Arrow 18">
            <a:extLst xmlns:a="http://schemas.openxmlformats.org/drawingml/2006/main">
              <a:ext uri="{FF2B5EF4-FFF2-40B4-BE49-F238E27FC236}">
                <a16:creationId xmlns:a16="http://schemas.microsoft.com/office/drawing/2014/main" id="{7A50B743-CE17-464C-8091-EF65FB09FD19}"/>
              </a:ext>
            </a:extLst>
          </p:cNvPr>
          <p:cNvSpPr>
            <a:spLocks xmlns:a="http://schemas.openxmlformats.org/drawingml/2006/main" noGrp="1"/>
          </p:cNvSpPr>
          <p:nvPr/>
        </p:nvSpPr>
        <p:spPr>
          <a:xfrm xmlns:a="http://schemas.openxmlformats.org/drawingml/2006/main">
            <a:off x="7772400" y="3108960"/>
            <a:ext cx="319680" cy="273960"/>
          </a:xfrm>
          <a:prstGeom xmlns:a="http://schemas.openxmlformats.org/drawingml/2006/main" prst="rightArrow">
            <a:avLst>
              <a:gd name="adj1" fmla="val 50000"/>
              <a:gd name="adj2" fmla="val 50000"/>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552" name="Rounded Rectangle 19">
            <a:extLst xmlns:a="http://schemas.openxmlformats.org/drawingml/2006/main">
              <a:ext uri="{FF2B5EF4-FFF2-40B4-BE49-F238E27FC236}">
                <a16:creationId xmlns:a16="http://schemas.microsoft.com/office/drawing/2014/main" id="{41967877-E4D4-4BF0-A2EA-7E0645756D0C}"/>
              </a:ext>
            </a:extLst>
          </p:cNvPr>
          <p:cNvSpPr>
            <a:spLocks xmlns:a="http://schemas.openxmlformats.org/drawingml/2006/main" noGrp="1"/>
          </p:cNvSpPr>
          <p:nvPr/>
        </p:nvSpPr>
        <p:spPr>
          <a:xfrm xmlns:a="http://schemas.openxmlformats.org/drawingml/2006/main">
            <a:off x="8192880" y="1700640"/>
            <a:ext cx="3135960" cy="338292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553" name="Rectangle 20">
            <a:extLst xmlns:a="http://schemas.openxmlformats.org/drawingml/2006/main">
              <a:ext uri="{FF2B5EF4-FFF2-40B4-BE49-F238E27FC236}">
                <a16:creationId xmlns:a16="http://schemas.microsoft.com/office/drawing/2014/main" id="{D76ED089-5CA7-47E9-871F-B8E30B616341}"/>
              </a:ext>
            </a:extLst>
          </p:cNvPr>
          <p:cNvSpPr>
            <a:spLocks xmlns:a="http://schemas.openxmlformats.org/drawingml/2006/main" noGrp="1"/>
          </p:cNvSpPr>
          <p:nvPr/>
        </p:nvSpPr>
        <p:spPr>
          <a:xfrm xmlns:a="http://schemas.openxmlformats.org/drawingml/2006/main">
            <a:off x="8192880" y="1700640"/>
            <a:ext cx="91080" cy="3382920"/>
          </a:xfrm>
          <a:prstGeom xmlns:a="http://schemas.openxmlformats.org/drawingml/2006/main" prst="rect">
            <a:avLst/>
          </a:prstGeom>
          <a:solidFill xmlns:a="http://schemas.openxmlformats.org/drawingml/2006/main">
            <a:srgbClr val="E81F26"/>
          </a:solidFill>
          <a:ln xmlns:a="http://schemas.openxmlformats.org/drawingml/2006/main">
            <a:solidFill>
              <a:srgbClr val="E81F2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554" name="TextBox 21">
            <a:extLst xmlns:a="http://schemas.openxmlformats.org/drawingml/2006/main">
              <a:ext uri="{FF2B5EF4-FFF2-40B4-BE49-F238E27FC236}">
                <a16:creationId xmlns:a16="http://schemas.microsoft.com/office/drawing/2014/main" id="{42587412-8F16-4BDF-82BD-83259CD187C7}"/>
              </a:ext>
            </a:extLst>
          </p:cNvPr>
          <p:cNvSpPr>
            <a:spLocks xmlns:a="http://schemas.openxmlformats.org/drawingml/2006/main" noGrp="1"/>
          </p:cNvSpPr>
          <p:nvPr/>
        </p:nvSpPr>
        <p:spPr>
          <a:xfrm xmlns:a="http://schemas.openxmlformats.org/drawingml/2006/main">
            <a:off x="8375760" y="1785255"/>
            <a:ext cx="286164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algn="ctr" defTabSz="914400">
              <a:lnSpc>
                <a:spcPct val="100000"/>
              </a:lnSpc>
              <a:buNone/>
            </a:pPr>
            <a:r>
              <a:rPr sz="2400" b="1" u="none" strike="noStrike">
                <a:solidFill>
                  <a:srgbClr val="044F9E"/>
                </a:solidFill>
                <a:latin typeface="Times New Roman"/>
                <a:ea typeface="Times New Roman"/>
                <a:cs typeface="Times New Roman"/>
              </a:rPr>
              <a:t>StandardScaler</a:t>
            </a:r>
            <a:endParaRPr sz="2400" b="0" u="none" strike="noStrike">
              <a:solidFill>
                <a:srgbClr val="000000"/>
              </a:solidFill>
              <a:latin typeface="Times New Roman"/>
              <a:ea typeface="Times New Roman"/>
              <a:cs typeface="Times New Roman"/>
            </a:endParaRPr>
          </a:p>
        </p:txBody>
      </p:sp>
      <p:sp>
        <p:nvSpPr>
          <p:cNvPr id="555" name="TextBox 22">
            <a:extLst xmlns:a="http://schemas.openxmlformats.org/drawingml/2006/main">
              <a:ext uri="{FF2B5EF4-FFF2-40B4-BE49-F238E27FC236}">
                <a16:creationId xmlns:a16="http://schemas.microsoft.com/office/drawing/2014/main" id="{91A06B43-E6C8-46EA-82B6-0099CC65FE38}"/>
              </a:ext>
            </a:extLst>
          </p:cNvPr>
          <p:cNvSpPr>
            <a:spLocks xmlns:a="http://schemas.openxmlformats.org/drawingml/2006/main" noGrp="1"/>
          </p:cNvSpPr>
          <p:nvPr/>
        </p:nvSpPr>
        <p:spPr>
          <a:xfrm xmlns:a="http://schemas.openxmlformats.org/drawingml/2006/main">
            <a:off x="8375760" y="2598825"/>
            <a:ext cx="2861640" cy="1145074"/>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algn="ctr" defTabSz="914400">
              <a:lnSpc>
                <a:spcPct val="100000"/>
              </a:lnSpc>
              <a:buNone/>
            </a:pPr>
            <a:r>
              <a:rPr sz="2400" b="0" u="none" strike="noStrike">
                <a:solidFill>
                  <a:srgbClr val="18324B"/>
                </a:solidFill>
                <a:latin typeface="Times New Roman"/>
                <a:ea typeface="Times New Roman"/>
                <a:cs typeface="Times New Roman"/>
              </a:rPr>
              <a:t>Scikit-learn chuẩn hóa ma trận; Spark chuẩn hóa vector.</a:t>
            </a:r>
            <a:endParaRPr sz="2400" b="0" u="none" strike="noStrike">
              <a:solidFill>
                <a:srgbClr val="000000"/>
              </a:solidFill>
              <a:latin typeface="Times New Roman"/>
              <a:ea typeface="Times New Roman"/>
              <a:cs typeface="Times New Roman"/>
            </a:endParaRPr>
          </a:p>
        </p:txBody>
      </p:sp>
      <p:sp>
        <p:nvSpPr>
          <p:cNvPr id="556" name="TextBox 23">
            <a:extLst xmlns:a="http://schemas.openxmlformats.org/drawingml/2006/main">
              <a:ext uri="{FF2B5EF4-FFF2-40B4-BE49-F238E27FC236}">
                <a16:creationId xmlns:a16="http://schemas.microsoft.com/office/drawing/2014/main" id="{0ADE9A25-EBB0-4AAF-9483-525EDEB59C57}"/>
              </a:ext>
            </a:extLst>
          </p:cNvPr>
          <p:cNvSpPr>
            <a:spLocks xmlns:a="http://schemas.openxmlformats.org/drawingml/2006/main" noGrp="1"/>
          </p:cNvSpPr>
          <p:nvPr/>
        </p:nvSpPr>
        <p:spPr>
          <a:xfrm xmlns:a="http://schemas.openxmlformats.org/drawingml/2006/main">
            <a:off x="987480" y="5402266"/>
            <a:ext cx="10149480" cy="387508"/>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algn="ctr" defTabSz="914400">
              <a:lnSpc>
                <a:spcPct val="100000"/>
              </a:lnSpc>
              <a:buNone/>
            </a:pPr>
            <a:r>
              <a:rPr sz="2400" b="0" u="none" strike="noStrike">
                <a:solidFill>
                  <a:srgbClr val="527089"/>
                </a:solidFill>
                <a:latin typeface="Times New Roman"/>
                <a:ea typeface="Times New Roman"/>
                <a:cs typeface="Times New Roman"/>
              </a:rPr>
              <a:t>Hai API khác nhau, cùng mục tiêu đưa đặc trưng về thang đo phù hợp.</a:t>
            </a:r>
            <a:endParaRPr sz="2400" b="0" u="none" strike="noStrike">
              <a:solidFill>
                <a:srgbClr val="000000"/>
              </a:solidFill>
              <a:latin typeface="Times New Roman"/>
              <a:ea typeface="Times New Roman"/>
              <a:cs typeface="Times New Roman"/>
            </a:endParaRPr>
          </a:p>
        </p:txBody>
      </p:sp>
    </p:spTree>
    <p:extLst>
      <p:ext uri="{BB962C8B-B14F-4D97-AF65-F5344CB8AC3E}">
        <p14:creationId xmlns:p14="http://schemas.microsoft.com/office/powerpoint/2010/main" val="1756179870"/>
      </p:ext>
    </p:extLst>
  </p:cSld>
</p:sld>
</file>

<file path=ppt/slides/slide29.xml><?xml version="1.0" encoding="utf-8"?>
<p:sld xmlns:p="http://schemas.openxmlformats.org/presentationml/2006/main">
  <p:cSld>
    <p:spTree>
      <p:nvGrpSpPr>
        <p:cNvPr id="1" name=""/>
        <p:cNvGrpSpPr/>
        <p:nvPr/>
      </p:nvGrpSpPr>
      <p:grpSpPr>
        <a:xfrm xmlns:a="http://schemas.openxmlformats.org/drawingml/2006/main"/>
      </p:grpSpPr>
      <p:sp>
        <p:nvSpPr>
          <p:cNvPr id="560" name="TextBox 4">
            <a:extLst xmlns:a="http://schemas.openxmlformats.org/drawingml/2006/main">
              <a:ext uri="{FF2B5EF4-FFF2-40B4-BE49-F238E27FC236}">
                <a16:creationId xmlns:a16="http://schemas.microsoft.com/office/drawing/2014/main" id="{3715732C-E754-4E9C-ADA3-3D0C75C1F35E}"/>
              </a:ext>
            </a:extLst>
          </p:cNvPr>
          <p:cNvSpPr>
            <a:spLocks xmlns:a="http://schemas.openxmlformats.org/drawingml/2006/main" noGrp="1"/>
          </p:cNvSpPr>
          <p:nvPr/>
        </p:nvSpPr>
        <p:spPr>
          <a:xfrm xmlns:a="http://schemas.openxmlformats.org/drawingml/2006/main">
            <a:off x="713160" y="603360"/>
            <a:ext cx="10881000" cy="6030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defTabSz="914400">
              <a:lnSpc>
                <a:spcPct val="100000"/>
              </a:lnSpc>
              <a:buNone/>
            </a:pPr>
            <a:r>
              <a:rPr sz="2900" b="1" u="none" strike="noStrike">
                <a:solidFill>
                  <a:srgbClr val="044F9E"/>
                </a:solidFill>
                <a:latin typeface="Times New Roman"/>
                <a:ea typeface="Times New Roman"/>
                <a:cs typeface="Times New Roman"/>
              </a:rPr>
              <a:t>Random Forest tổng hợp dự đoán từ nhiều cây quyết định</a:t>
            </a:r>
            <a:endParaRPr sz="2900" b="0" u="none" strike="noStrike">
              <a:solidFill>
                <a:srgbClr val="000000"/>
              </a:solidFill>
              <a:latin typeface="Times New Roman"/>
              <a:ea typeface="Times New Roman"/>
              <a:cs typeface="Times New Roman"/>
            </a:endParaRPr>
          </a:p>
        </p:txBody>
      </p:sp>
      <p:sp>
        <p:nvSpPr>
          <p:cNvPr id="561" name="Rectangle 5">
            <a:extLst xmlns:a="http://schemas.openxmlformats.org/drawingml/2006/main">
              <a:ext uri="{FF2B5EF4-FFF2-40B4-BE49-F238E27FC236}">
                <a16:creationId xmlns:a16="http://schemas.microsoft.com/office/drawing/2014/main" id="{D7DD58B7-D133-4160-9C02-EBA5ADA49B6C}"/>
              </a:ext>
            </a:extLst>
          </p:cNvPr>
          <p:cNvSpPr>
            <a:spLocks xmlns:a="http://schemas.openxmlformats.org/drawingml/2006/main" noGrp="1"/>
          </p:cNvSpPr>
          <p:nvPr/>
        </p:nvSpPr>
        <p:spPr>
          <a:xfrm xmlns:a="http://schemas.openxmlformats.org/drawingml/2006/main">
            <a:off x="731520" y="1243440"/>
            <a:ext cx="822600" cy="5004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5400" rIns="90000" bIns="54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562" name="TextBox 6">
            <a:extLst xmlns:a="http://schemas.openxmlformats.org/drawingml/2006/main">
              <a:ext uri="{FF2B5EF4-FFF2-40B4-BE49-F238E27FC236}">
                <a16:creationId xmlns:a16="http://schemas.microsoft.com/office/drawing/2014/main" id="{6B18EE73-BFC9-44FF-BD5F-BB8C7A1E93C0}"/>
              </a:ext>
            </a:extLst>
          </p:cNvPr>
          <p:cNvSpPr>
            <a:spLocks xmlns:a="http://schemas.openxmlformats.org/drawingml/2006/main" noGrp="1"/>
          </p:cNvSpPr>
          <p:nvPr/>
        </p:nvSpPr>
        <p:spPr>
          <a:xfrm xmlns:a="http://schemas.openxmlformats.org/drawingml/2006/main">
            <a:off x="11384280" y="6492240"/>
            <a:ext cx="438480" cy="2743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spAutoFit/>
          </a:bodyPr>
          <a:lstStyle xmlns:a="http://schemas.openxmlformats.org/drawingml/2006/main"/>
          <a:p xmlns:a="http://schemas.openxmlformats.org/drawingml/2006/main">
            <a:pPr algn="r" defTabSz="914400">
              <a:lnSpc>
                <a:spcPct val="100000"/>
              </a:lnSpc>
              <a:buNone/>
            </a:pPr>
            <a:r>
              <a:rPr sz="1800" b="1" u="none" strike="noStrike">
                <a:solidFill>
                  <a:srgbClr val="044F9E"/>
                </a:solidFill>
                <a:latin typeface="Times New Roman"/>
                <a:ea typeface="Times New Roman"/>
                <a:cs typeface="Times New Roman"/>
              </a:rPr>
              <a:t>29</a:t>
            </a:r>
            <a:endParaRPr sz="1800" b="0" u="none" strike="noStrike">
              <a:solidFill>
                <a:srgbClr val="000000"/>
              </a:solidFill>
              <a:latin typeface="Times New Roman"/>
              <a:ea typeface="Times New Roman"/>
              <a:cs typeface="Times New Roman"/>
            </a:endParaRPr>
          </a:p>
        </p:txBody>
      </p:sp>
      <p:sp>
        <p:nvSpPr>
          <p:cNvPr id="563" name="Oval 7">
            <a:extLst xmlns:a="http://schemas.openxmlformats.org/drawingml/2006/main">
              <a:ext uri="{FF2B5EF4-FFF2-40B4-BE49-F238E27FC236}">
                <a16:creationId xmlns:a16="http://schemas.microsoft.com/office/drawing/2014/main" id="{ACB44AE8-26B9-4B76-A6B5-443774FCD042}"/>
              </a:ext>
            </a:extLst>
          </p:cNvPr>
          <p:cNvSpPr>
            <a:spLocks xmlns:a="http://schemas.openxmlformats.org/drawingml/2006/main" noGrp="1"/>
          </p:cNvSpPr>
          <p:nvPr/>
        </p:nvSpPr>
        <p:spPr>
          <a:xfrm xmlns:a="http://schemas.openxmlformats.org/drawingml/2006/main">
            <a:off x="1472040" y="1755720"/>
            <a:ext cx="438480" cy="438480"/>
          </a:xfrm>
          <a:prstGeom xmlns:a="http://schemas.openxmlformats.org/drawingml/2006/main" prst="ellipse">
            <a:avLst/>
          </a:prstGeom>
          <a:solidFill xmlns:a="http://schemas.openxmlformats.org/drawingml/2006/main">
            <a:srgbClr val="044F9E"/>
          </a:solidFill>
          <a:ln xmlns:a="http://schemas.openxmlformats.org/drawingml/2006/main" w="12700">
            <a:solidFill>
              <a:srgbClr val="044F9E"/>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 tIns="9000" rIns="9000" bIns="9000" anchor="ctr">
            <a:noAutofit/>
          </a:bodyPr>
          <a:lstStyle xmlns:a="http://schemas.openxmlformats.org/drawingml/2006/main"/>
          <a:p xmlns:a="http://schemas.openxmlformats.org/drawingml/2006/main">
            <a:pPr algn="ctr" defTabSz="914400">
              <a:lnSpc>
                <a:spcPct val="100000"/>
              </a:lnSpc>
              <a:buNone/>
            </a:pPr>
            <a:r>
              <a:rPr sz="1800" b="1" u="none" strike="noStrike">
                <a:solidFill>
                  <a:srgbClr val="FFFFFF"/>
                </a:solidFill>
                <a:latin typeface="Times New Roman"/>
                <a:ea typeface="Times New Roman"/>
                <a:cs typeface="Times New Roman"/>
              </a:rPr>
              <a:t>?</a:t>
            </a:r>
            <a:endParaRPr sz="1800" b="0" u="none" strike="noStrike">
              <a:solidFill>
                <a:srgbClr val="FFFFFF"/>
              </a:solidFill>
              <a:latin typeface="Times New Roman"/>
              <a:ea typeface="Times New Roman"/>
              <a:cs typeface="Times New Roman"/>
            </a:endParaRPr>
          </a:p>
        </p:txBody>
      </p:sp>
      <p:cxnSp>
        <p:nvCxnSpPr>
          <p:cNvPr id="564" name="Connector 8">
            <a:extLst xmlns:a="http://schemas.openxmlformats.org/drawingml/2006/main">
              <a:ext uri="{FF2B5EF4-FFF2-40B4-BE49-F238E27FC236}">
                <a16:creationId xmlns:a16="http://schemas.microsoft.com/office/drawing/2014/main" id="{6434C1F6-5D7A-4BD5-9ACB-59DAB3EA6E18}"/>
              </a:ext>
            </a:extLst>
          </p:cNvPr>
          <p:cNvCxnSpPr/>
          <p:nvPr/>
        </p:nvCxnSpPr>
        <p:spPr>
          <a:xfrm xmlns:a="http://schemas.openxmlformats.org/drawingml/2006/main" flipH="1">
            <a:off x="1325880" y="2194560"/>
            <a:ext cx="366120" cy="503280"/>
          </a:xfrm>
          <a:prstGeom xmlns:a="http://schemas.openxmlformats.org/drawingml/2006/main" prst="straightConnector1">
            <a:avLst/>
          </a:prstGeom>
          <a:ln xmlns:a="http://schemas.openxmlformats.org/drawingml/2006/main" w="21590">
            <a:solidFill>
              <a:srgbClr val="4CC4EB"/>
            </a:solidFill>
          </a:ln>
        </p:spPr>
      </p:cxnSp>
      <p:cxnSp>
        <p:nvCxnSpPr>
          <p:cNvPr id="565" name="Connector 9">
            <a:extLst xmlns:a="http://schemas.openxmlformats.org/drawingml/2006/main">
              <a:ext uri="{FF2B5EF4-FFF2-40B4-BE49-F238E27FC236}">
                <a16:creationId xmlns:a16="http://schemas.microsoft.com/office/drawing/2014/main" id="{E49609A8-80B3-4CDA-82B8-320B0E32A562}"/>
              </a:ext>
            </a:extLst>
          </p:cNvPr>
          <p:cNvCxnSpPr/>
          <p:nvPr/>
        </p:nvCxnSpPr>
        <p:spPr>
          <a:xfrm xmlns:a="http://schemas.openxmlformats.org/drawingml/2006/main">
            <a:off x="1691640" y="2194560"/>
            <a:ext cx="366120" cy="503280"/>
          </a:xfrm>
          <a:prstGeom xmlns:a="http://schemas.openxmlformats.org/drawingml/2006/main" prst="straightConnector1">
            <a:avLst/>
          </a:prstGeom>
          <a:ln xmlns:a="http://schemas.openxmlformats.org/drawingml/2006/main" w="21590">
            <a:solidFill>
              <a:srgbClr val="4CC4EB"/>
            </a:solidFill>
          </a:ln>
        </p:spPr>
      </p:cxnSp>
      <p:sp>
        <p:nvSpPr>
          <p:cNvPr id="566" name="Rounded Rectangle 10">
            <a:extLst xmlns:a="http://schemas.openxmlformats.org/drawingml/2006/main">
              <a:ext uri="{FF2B5EF4-FFF2-40B4-BE49-F238E27FC236}">
                <a16:creationId xmlns:a16="http://schemas.microsoft.com/office/drawing/2014/main" id="{DCCFA7B6-0C96-4F3E-9EA0-6A1E7EAA25ED}"/>
              </a:ext>
            </a:extLst>
          </p:cNvPr>
          <p:cNvSpPr>
            <a:spLocks xmlns:a="http://schemas.openxmlformats.org/drawingml/2006/main" noGrp="1"/>
          </p:cNvSpPr>
          <p:nvPr/>
        </p:nvSpPr>
        <p:spPr>
          <a:xfrm xmlns:a="http://schemas.openxmlformats.org/drawingml/2006/main">
            <a:off x="1051560" y="2697480"/>
            <a:ext cx="529920" cy="402120"/>
          </a:xfrm>
          <a:prstGeom xmlns:a="http://schemas.openxmlformats.org/drawingml/2006/main" prst="roundRect">
            <a:avLst>
              <a:gd name="adj" fmla="val 16667"/>
            </a:avLst>
          </a:prstGeom>
          <a:solidFill xmlns:a="http://schemas.openxmlformats.org/drawingml/2006/main">
            <a:srgbClr val="EAF4FB"/>
          </a:solidFill>
          <a:ln xmlns:a="http://schemas.openxmlformats.org/drawingml/2006/main" w="13970">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73080" tIns="73080" rIns="73080" bIns="73080" anchor="ctr">
            <a:noAutofit/>
          </a:bodyPr>
          <a:lstStyle xmlns:a="http://schemas.openxmlformats.org/drawingml/2006/main"/>
          <a:p xmlns:a="http://schemas.openxmlformats.org/drawingml/2006/main">
            <a:pPr algn="ctr" defTabSz="914400">
              <a:lnSpc>
                <a:spcPct val="100000"/>
              </a:lnSpc>
              <a:buNone/>
            </a:pPr>
            <a:r>
              <a:rPr sz="1800" b="1" u="none" strike="noStrike">
                <a:solidFill>
                  <a:srgbClr val="044F9E"/>
                </a:solidFill>
                <a:latin typeface="Times New Roman"/>
                <a:ea typeface="Times New Roman"/>
                <a:cs typeface="Times New Roman"/>
              </a:rPr>
              <a:t>0</a:t>
            </a:r>
            <a:endParaRPr sz="1800" b="0" u="none" strike="noStrike">
              <a:solidFill>
                <a:srgbClr val="000000"/>
              </a:solidFill>
              <a:latin typeface="Times New Roman"/>
              <a:ea typeface="Times New Roman"/>
              <a:cs typeface="Times New Roman"/>
            </a:endParaRPr>
          </a:p>
        </p:txBody>
      </p:sp>
      <p:sp>
        <p:nvSpPr>
          <p:cNvPr id="567" name="Rounded Rectangle 11">
            <a:extLst xmlns:a="http://schemas.openxmlformats.org/drawingml/2006/main">
              <a:ext uri="{FF2B5EF4-FFF2-40B4-BE49-F238E27FC236}">
                <a16:creationId xmlns:a16="http://schemas.microsoft.com/office/drawing/2014/main" id="{9AFF8533-1E80-455B-8407-BF2EDA36590E}"/>
              </a:ext>
            </a:extLst>
          </p:cNvPr>
          <p:cNvSpPr>
            <a:spLocks xmlns:a="http://schemas.openxmlformats.org/drawingml/2006/main" noGrp="1"/>
          </p:cNvSpPr>
          <p:nvPr/>
        </p:nvSpPr>
        <p:spPr>
          <a:xfrm xmlns:a="http://schemas.openxmlformats.org/drawingml/2006/main">
            <a:off x="1801440" y="2697480"/>
            <a:ext cx="529920" cy="402120"/>
          </a:xfrm>
          <a:prstGeom xmlns:a="http://schemas.openxmlformats.org/drawingml/2006/main" prst="roundRect">
            <a:avLst>
              <a:gd name="adj" fmla="val 16667"/>
            </a:avLst>
          </a:prstGeom>
          <a:solidFill xmlns:a="http://schemas.openxmlformats.org/drawingml/2006/main">
            <a:srgbClr val="FFF8E4"/>
          </a:solidFill>
          <a:ln xmlns:a="http://schemas.openxmlformats.org/drawingml/2006/main" w="13970">
            <a:solidFill>
              <a:srgbClr val="FEC01D"/>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73080" tIns="73080" rIns="73080" bIns="73080" anchor="ctr">
            <a:noAutofit/>
          </a:bodyPr>
          <a:lstStyle xmlns:a="http://schemas.openxmlformats.org/drawingml/2006/main"/>
          <a:p xmlns:a="http://schemas.openxmlformats.org/drawingml/2006/main">
            <a:pPr algn="ctr" defTabSz="914400">
              <a:lnSpc>
                <a:spcPct val="100000"/>
              </a:lnSpc>
              <a:buNone/>
            </a:pPr>
            <a:r>
              <a:rPr sz="1800" b="1" u="none" strike="noStrike">
                <a:solidFill>
                  <a:srgbClr val="18324B"/>
                </a:solidFill>
                <a:latin typeface="Times New Roman"/>
                <a:ea typeface="Times New Roman"/>
                <a:cs typeface="Times New Roman"/>
              </a:rPr>
              <a:t>1</a:t>
            </a:r>
            <a:endParaRPr sz="1800" b="0" u="none" strike="noStrike">
              <a:solidFill>
                <a:srgbClr val="000000"/>
              </a:solidFill>
              <a:latin typeface="Times New Roman"/>
              <a:ea typeface="Times New Roman"/>
              <a:cs typeface="Times New Roman"/>
            </a:endParaRPr>
          </a:p>
        </p:txBody>
      </p:sp>
      <p:sp>
        <p:nvSpPr>
          <p:cNvPr id="568" name="TextBox 12">
            <a:extLst xmlns:a="http://schemas.openxmlformats.org/drawingml/2006/main">
              <a:ext uri="{FF2B5EF4-FFF2-40B4-BE49-F238E27FC236}">
                <a16:creationId xmlns:a16="http://schemas.microsoft.com/office/drawing/2014/main" id="{99720315-CA64-4EF3-B77B-6E034E953DCA}"/>
              </a:ext>
            </a:extLst>
          </p:cNvPr>
          <p:cNvSpPr>
            <a:spLocks xmlns:a="http://schemas.openxmlformats.org/drawingml/2006/main" noGrp="1"/>
          </p:cNvSpPr>
          <p:nvPr/>
        </p:nvSpPr>
        <p:spPr>
          <a:xfrm xmlns:a="http://schemas.openxmlformats.org/drawingml/2006/main">
            <a:off x="960120" y="3218760"/>
            <a:ext cx="1462680" cy="3837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algn="ctr" defTabSz="914400">
              <a:lnSpc>
                <a:spcPct val="100000"/>
              </a:lnSpc>
              <a:buNone/>
            </a:pPr>
            <a:r>
              <a:rPr sz="1800" b="1" u="none" strike="noStrike">
                <a:solidFill>
                  <a:srgbClr val="044F9E"/>
                </a:solidFill>
                <a:latin typeface="Times New Roman"/>
                <a:ea typeface="Times New Roman"/>
                <a:cs typeface="Times New Roman"/>
              </a:rPr>
              <a:t>Cây 1</a:t>
            </a:r>
            <a:endParaRPr sz="1800" b="0" u="none" strike="noStrike">
              <a:solidFill>
                <a:srgbClr val="000000"/>
              </a:solidFill>
              <a:latin typeface="Times New Roman"/>
              <a:ea typeface="Times New Roman"/>
              <a:cs typeface="Times New Roman"/>
            </a:endParaRPr>
          </a:p>
        </p:txBody>
      </p:sp>
      <p:sp>
        <p:nvSpPr>
          <p:cNvPr id="569" name="Oval 13">
            <a:extLst xmlns:a="http://schemas.openxmlformats.org/drawingml/2006/main">
              <a:ext uri="{FF2B5EF4-FFF2-40B4-BE49-F238E27FC236}">
                <a16:creationId xmlns:a16="http://schemas.microsoft.com/office/drawing/2014/main" id="{1DDAAD85-F57D-4214-9932-027FDF9F073D}"/>
              </a:ext>
            </a:extLst>
          </p:cNvPr>
          <p:cNvSpPr>
            <a:spLocks xmlns:a="http://schemas.openxmlformats.org/drawingml/2006/main" noGrp="1"/>
          </p:cNvSpPr>
          <p:nvPr/>
        </p:nvSpPr>
        <p:spPr>
          <a:xfrm xmlns:a="http://schemas.openxmlformats.org/drawingml/2006/main">
            <a:off x="3483720" y="1755720"/>
            <a:ext cx="438480" cy="438480"/>
          </a:xfrm>
          <a:prstGeom xmlns:a="http://schemas.openxmlformats.org/drawingml/2006/main" prst="ellipse">
            <a:avLst/>
          </a:prstGeom>
          <a:solidFill xmlns:a="http://schemas.openxmlformats.org/drawingml/2006/main">
            <a:srgbClr val="044F9E"/>
          </a:solidFill>
          <a:ln xmlns:a="http://schemas.openxmlformats.org/drawingml/2006/main" w="12700">
            <a:solidFill>
              <a:srgbClr val="044F9E"/>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 tIns="9000" rIns="9000" bIns="9000" anchor="ctr">
            <a:noAutofit/>
          </a:bodyPr>
          <a:lstStyle xmlns:a="http://schemas.openxmlformats.org/drawingml/2006/main"/>
          <a:p xmlns:a="http://schemas.openxmlformats.org/drawingml/2006/main">
            <a:pPr algn="ctr" defTabSz="914400">
              <a:lnSpc>
                <a:spcPct val="100000"/>
              </a:lnSpc>
              <a:buNone/>
            </a:pPr>
            <a:r>
              <a:rPr sz="1800" b="1" u="none" strike="noStrike">
                <a:solidFill>
                  <a:srgbClr val="FFFFFF"/>
                </a:solidFill>
                <a:latin typeface="Times New Roman"/>
                <a:ea typeface="Times New Roman"/>
                <a:cs typeface="Times New Roman"/>
              </a:rPr>
              <a:t>?</a:t>
            </a:r>
            <a:endParaRPr sz="1800" b="0" u="none" strike="noStrike">
              <a:solidFill>
                <a:srgbClr val="FFFFFF"/>
              </a:solidFill>
              <a:latin typeface="Times New Roman"/>
              <a:ea typeface="Times New Roman"/>
              <a:cs typeface="Times New Roman"/>
            </a:endParaRPr>
          </a:p>
        </p:txBody>
      </p:sp>
      <p:cxnSp>
        <p:nvCxnSpPr>
          <p:cNvPr id="570" name="Connector 14">
            <a:extLst xmlns:a="http://schemas.openxmlformats.org/drawingml/2006/main">
              <a:ext uri="{FF2B5EF4-FFF2-40B4-BE49-F238E27FC236}">
                <a16:creationId xmlns:a16="http://schemas.microsoft.com/office/drawing/2014/main" id="{5EA3FD77-33D2-4393-8119-A8353F2B103A}"/>
              </a:ext>
            </a:extLst>
          </p:cNvPr>
          <p:cNvCxnSpPr/>
          <p:nvPr/>
        </p:nvCxnSpPr>
        <p:spPr>
          <a:xfrm xmlns:a="http://schemas.openxmlformats.org/drawingml/2006/main" flipH="1">
            <a:off x="3337560" y="2194560"/>
            <a:ext cx="366120" cy="503280"/>
          </a:xfrm>
          <a:prstGeom xmlns:a="http://schemas.openxmlformats.org/drawingml/2006/main" prst="straightConnector1">
            <a:avLst/>
          </a:prstGeom>
          <a:ln xmlns:a="http://schemas.openxmlformats.org/drawingml/2006/main" w="21590">
            <a:solidFill>
              <a:srgbClr val="4CC4EB"/>
            </a:solidFill>
          </a:ln>
        </p:spPr>
      </p:cxnSp>
      <p:cxnSp>
        <p:nvCxnSpPr>
          <p:cNvPr id="571" name="Connector 15">
            <a:extLst xmlns:a="http://schemas.openxmlformats.org/drawingml/2006/main">
              <a:ext uri="{FF2B5EF4-FFF2-40B4-BE49-F238E27FC236}">
                <a16:creationId xmlns:a16="http://schemas.microsoft.com/office/drawing/2014/main" id="{18AACE2F-8D89-49E6-83CA-3911B7D60C44}"/>
              </a:ext>
            </a:extLst>
          </p:cNvPr>
          <p:cNvCxnSpPr/>
          <p:nvPr/>
        </p:nvCxnSpPr>
        <p:spPr>
          <a:xfrm xmlns:a="http://schemas.openxmlformats.org/drawingml/2006/main">
            <a:off x="3703320" y="2194560"/>
            <a:ext cx="366120" cy="503280"/>
          </a:xfrm>
          <a:prstGeom xmlns:a="http://schemas.openxmlformats.org/drawingml/2006/main" prst="straightConnector1">
            <a:avLst/>
          </a:prstGeom>
          <a:ln xmlns:a="http://schemas.openxmlformats.org/drawingml/2006/main" w="21590">
            <a:solidFill>
              <a:srgbClr val="4CC4EB"/>
            </a:solidFill>
          </a:ln>
        </p:spPr>
      </p:cxnSp>
      <p:sp>
        <p:nvSpPr>
          <p:cNvPr id="572" name="Rounded Rectangle 16">
            <a:extLst xmlns:a="http://schemas.openxmlformats.org/drawingml/2006/main">
              <a:ext uri="{FF2B5EF4-FFF2-40B4-BE49-F238E27FC236}">
                <a16:creationId xmlns:a16="http://schemas.microsoft.com/office/drawing/2014/main" id="{0094A785-10EA-4AF6-B942-560B3F8DBF0E}"/>
              </a:ext>
            </a:extLst>
          </p:cNvPr>
          <p:cNvSpPr>
            <a:spLocks xmlns:a="http://schemas.openxmlformats.org/drawingml/2006/main" noGrp="1"/>
          </p:cNvSpPr>
          <p:nvPr/>
        </p:nvSpPr>
        <p:spPr>
          <a:xfrm xmlns:a="http://schemas.openxmlformats.org/drawingml/2006/main">
            <a:off x="3063240" y="2697480"/>
            <a:ext cx="529920" cy="402120"/>
          </a:xfrm>
          <a:prstGeom xmlns:a="http://schemas.openxmlformats.org/drawingml/2006/main" prst="roundRect">
            <a:avLst>
              <a:gd name="adj" fmla="val 16667"/>
            </a:avLst>
          </a:prstGeom>
          <a:solidFill xmlns:a="http://schemas.openxmlformats.org/drawingml/2006/main">
            <a:srgbClr val="EAF4FB"/>
          </a:solidFill>
          <a:ln xmlns:a="http://schemas.openxmlformats.org/drawingml/2006/main" w="13970">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73080" tIns="73080" rIns="73080" bIns="73080" anchor="ctr">
            <a:noAutofit/>
          </a:bodyPr>
          <a:lstStyle xmlns:a="http://schemas.openxmlformats.org/drawingml/2006/main"/>
          <a:p xmlns:a="http://schemas.openxmlformats.org/drawingml/2006/main">
            <a:pPr algn="ctr" defTabSz="914400">
              <a:lnSpc>
                <a:spcPct val="100000"/>
              </a:lnSpc>
              <a:buNone/>
            </a:pPr>
            <a:r>
              <a:rPr sz="1800" b="1" u="none" strike="noStrike">
                <a:solidFill>
                  <a:srgbClr val="044F9E"/>
                </a:solidFill>
                <a:latin typeface="Times New Roman"/>
                <a:ea typeface="Times New Roman"/>
                <a:cs typeface="Times New Roman"/>
              </a:rPr>
              <a:t>0</a:t>
            </a:r>
            <a:endParaRPr sz="1800" b="0" u="none" strike="noStrike">
              <a:solidFill>
                <a:srgbClr val="000000"/>
              </a:solidFill>
              <a:latin typeface="Times New Roman"/>
              <a:ea typeface="Times New Roman"/>
              <a:cs typeface="Times New Roman"/>
            </a:endParaRPr>
          </a:p>
        </p:txBody>
      </p:sp>
      <p:sp>
        <p:nvSpPr>
          <p:cNvPr id="573" name="Rounded Rectangle 17">
            <a:extLst xmlns:a="http://schemas.openxmlformats.org/drawingml/2006/main">
              <a:ext uri="{FF2B5EF4-FFF2-40B4-BE49-F238E27FC236}">
                <a16:creationId xmlns:a16="http://schemas.microsoft.com/office/drawing/2014/main" id="{C46DA1C1-8A24-48D1-991E-BF3B21A10A99}"/>
              </a:ext>
            </a:extLst>
          </p:cNvPr>
          <p:cNvSpPr>
            <a:spLocks xmlns:a="http://schemas.openxmlformats.org/drawingml/2006/main" noGrp="1"/>
          </p:cNvSpPr>
          <p:nvPr/>
        </p:nvSpPr>
        <p:spPr>
          <a:xfrm xmlns:a="http://schemas.openxmlformats.org/drawingml/2006/main">
            <a:off x="3813120" y="2697480"/>
            <a:ext cx="529920" cy="402120"/>
          </a:xfrm>
          <a:prstGeom xmlns:a="http://schemas.openxmlformats.org/drawingml/2006/main" prst="roundRect">
            <a:avLst>
              <a:gd name="adj" fmla="val 16667"/>
            </a:avLst>
          </a:prstGeom>
          <a:solidFill xmlns:a="http://schemas.openxmlformats.org/drawingml/2006/main">
            <a:srgbClr val="FFF8E4"/>
          </a:solidFill>
          <a:ln xmlns:a="http://schemas.openxmlformats.org/drawingml/2006/main" w="13970">
            <a:solidFill>
              <a:srgbClr val="FEC01D"/>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73080" tIns="73080" rIns="73080" bIns="73080" anchor="ctr">
            <a:noAutofit/>
          </a:bodyPr>
          <a:lstStyle xmlns:a="http://schemas.openxmlformats.org/drawingml/2006/main"/>
          <a:p xmlns:a="http://schemas.openxmlformats.org/drawingml/2006/main">
            <a:pPr algn="ctr" defTabSz="914400">
              <a:lnSpc>
                <a:spcPct val="100000"/>
              </a:lnSpc>
              <a:buNone/>
            </a:pPr>
            <a:r>
              <a:rPr sz="1800" b="1" u="none" strike="noStrike">
                <a:solidFill>
                  <a:srgbClr val="18324B"/>
                </a:solidFill>
                <a:latin typeface="Times New Roman"/>
                <a:ea typeface="Times New Roman"/>
                <a:cs typeface="Times New Roman"/>
              </a:rPr>
              <a:t>1</a:t>
            </a:r>
            <a:endParaRPr sz="1800" b="0" u="none" strike="noStrike">
              <a:solidFill>
                <a:srgbClr val="000000"/>
              </a:solidFill>
              <a:latin typeface="Times New Roman"/>
              <a:ea typeface="Times New Roman"/>
              <a:cs typeface="Times New Roman"/>
            </a:endParaRPr>
          </a:p>
        </p:txBody>
      </p:sp>
      <p:sp>
        <p:nvSpPr>
          <p:cNvPr id="574" name="TextBox 18">
            <a:extLst xmlns:a="http://schemas.openxmlformats.org/drawingml/2006/main">
              <a:ext uri="{FF2B5EF4-FFF2-40B4-BE49-F238E27FC236}">
                <a16:creationId xmlns:a16="http://schemas.microsoft.com/office/drawing/2014/main" id="{DDE00DAD-D968-4FE9-84E1-3F83FCEE66FE}"/>
              </a:ext>
            </a:extLst>
          </p:cNvPr>
          <p:cNvSpPr>
            <a:spLocks xmlns:a="http://schemas.openxmlformats.org/drawingml/2006/main" noGrp="1"/>
          </p:cNvSpPr>
          <p:nvPr/>
        </p:nvSpPr>
        <p:spPr>
          <a:xfrm xmlns:a="http://schemas.openxmlformats.org/drawingml/2006/main">
            <a:off x="2971800" y="3218760"/>
            <a:ext cx="1462680" cy="3837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algn="ctr" defTabSz="914400">
              <a:lnSpc>
                <a:spcPct val="100000"/>
              </a:lnSpc>
              <a:buNone/>
            </a:pPr>
            <a:r>
              <a:rPr sz="1800" b="1" u="none" strike="noStrike">
                <a:solidFill>
                  <a:srgbClr val="044F9E"/>
                </a:solidFill>
                <a:latin typeface="Times New Roman"/>
                <a:ea typeface="Times New Roman"/>
                <a:cs typeface="Times New Roman"/>
              </a:rPr>
              <a:t>Cây 2</a:t>
            </a:r>
            <a:endParaRPr sz="1800" b="0" u="none" strike="noStrike">
              <a:solidFill>
                <a:srgbClr val="000000"/>
              </a:solidFill>
              <a:latin typeface="Times New Roman"/>
              <a:ea typeface="Times New Roman"/>
              <a:cs typeface="Times New Roman"/>
            </a:endParaRPr>
          </a:p>
        </p:txBody>
      </p:sp>
      <p:sp>
        <p:nvSpPr>
          <p:cNvPr id="575" name="Oval 19">
            <a:extLst xmlns:a="http://schemas.openxmlformats.org/drawingml/2006/main">
              <a:ext uri="{FF2B5EF4-FFF2-40B4-BE49-F238E27FC236}">
                <a16:creationId xmlns:a16="http://schemas.microsoft.com/office/drawing/2014/main" id="{0D37F830-48F2-4D00-BED0-8F206BECE452}"/>
              </a:ext>
            </a:extLst>
          </p:cNvPr>
          <p:cNvSpPr>
            <a:spLocks xmlns:a="http://schemas.openxmlformats.org/drawingml/2006/main" noGrp="1"/>
          </p:cNvSpPr>
          <p:nvPr/>
        </p:nvSpPr>
        <p:spPr>
          <a:xfrm xmlns:a="http://schemas.openxmlformats.org/drawingml/2006/main">
            <a:off x="5495400" y="1755720"/>
            <a:ext cx="438480" cy="438480"/>
          </a:xfrm>
          <a:prstGeom xmlns:a="http://schemas.openxmlformats.org/drawingml/2006/main" prst="ellipse">
            <a:avLst/>
          </a:prstGeom>
          <a:solidFill xmlns:a="http://schemas.openxmlformats.org/drawingml/2006/main">
            <a:srgbClr val="044F9E"/>
          </a:solidFill>
          <a:ln xmlns:a="http://schemas.openxmlformats.org/drawingml/2006/main" w="12700">
            <a:solidFill>
              <a:srgbClr val="044F9E"/>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 tIns="9000" rIns="9000" bIns="9000" anchor="ctr">
            <a:noAutofit/>
          </a:bodyPr>
          <a:lstStyle xmlns:a="http://schemas.openxmlformats.org/drawingml/2006/main"/>
          <a:p xmlns:a="http://schemas.openxmlformats.org/drawingml/2006/main">
            <a:pPr algn="ctr" defTabSz="914400">
              <a:lnSpc>
                <a:spcPct val="100000"/>
              </a:lnSpc>
              <a:buNone/>
            </a:pPr>
            <a:r>
              <a:rPr sz="1800" b="1" u="none" strike="noStrike">
                <a:solidFill>
                  <a:srgbClr val="FFFFFF"/>
                </a:solidFill>
                <a:latin typeface="Times New Roman"/>
                <a:ea typeface="Times New Roman"/>
                <a:cs typeface="Times New Roman"/>
              </a:rPr>
              <a:t>?</a:t>
            </a:r>
            <a:endParaRPr sz="1800" b="0" u="none" strike="noStrike">
              <a:solidFill>
                <a:srgbClr val="FFFFFF"/>
              </a:solidFill>
              <a:latin typeface="Times New Roman"/>
              <a:ea typeface="Times New Roman"/>
              <a:cs typeface="Times New Roman"/>
            </a:endParaRPr>
          </a:p>
        </p:txBody>
      </p:sp>
      <p:cxnSp>
        <p:nvCxnSpPr>
          <p:cNvPr id="576" name="Connector 20">
            <a:extLst xmlns:a="http://schemas.openxmlformats.org/drawingml/2006/main">
              <a:ext uri="{FF2B5EF4-FFF2-40B4-BE49-F238E27FC236}">
                <a16:creationId xmlns:a16="http://schemas.microsoft.com/office/drawing/2014/main" id="{7A342701-D5DB-4CC1-B363-AEFE118B2ED6}"/>
              </a:ext>
            </a:extLst>
          </p:cNvPr>
          <p:cNvCxnSpPr/>
          <p:nvPr/>
        </p:nvCxnSpPr>
        <p:spPr>
          <a:xfrm xmlns:a="http://schemas.openxmlformats.org/drawingml/2006/main" flipH="1">
            <a:off x="5349240" y="2194560"/>
            <a:ext cx="366120" cy="503280"/>
          </a:xfrm>
          <a:prstGeom xmlns:a="http://schemas.openxmlformats.org/drawingml/2006/main" prst="straightConnector1">
            <a:avLst/>
          </a:prstGeom>
          <a:ln xmlns:a="http://schemas.openxmlformats.org/drawingml/2006/main" w="21590">
            <a:solidFill>
              <a:srgbClr val="4CC4EB"/>
            </a:solidFill>
          </a:ln>
        </p:spPr>
      </p:cxnSp>
      <p:cxnSp>
        <p:nvCxnSpPr>
          <p:cNvPr id="577" name="Connector 21">
            <a:extLst xmlns:a="http://schemas.openxmlformats.org/drawingml/2006/main">
              <a:ext uri="{FF2B5EF4-FFF2-40B4-BE49-F238E27FC236}">
                <a16:creationId xmlns:a16="http://schemas.microsoft.com/office/drawing/2014/main" id="{BD6D045D-1BBB-4A18-A00E-A490B2E5471D}"/>
              </a:ext>
            </a:extLst>
          </p:cNvPr>
          <p:cNvCxnSpPr/>
          <p:nvPr/>
        </p:nvCxnSpPr>
        <p:spPr>
          <a:xfrm xmlns:a="http://schemas.openxmlformats.org/drawingml/2006/main">
            <a:off x="5715000" y="2194560"/>
            <a:ext cx="366120" cy="503280"/>
          </a:xfrm>
          <a:prstGeom xmlns:a="http://schemas.openxmlformats.org/drawingml/2006/main" prst="straightConnector1">
            <a:avLst/>
          </a:prstGeom>
          <a:ln xmlns:a="http://schemas.openxmlformats.org/drawingml/2006/main" w="21590">
            <a:solidFill>
              <a:srgbClr val="4CC4EB"/>
            </a:solidFill>
          </a:ln>
        </p:spPr>
      </p:cxnSp>
      <p:sp>
        <p:nvSpPr>
          <p:cNvPr id="578" name="Rounded Rectangle 22">
            <a:extLst xmlns:a="http://schemas.openxmlformats.org/drawingml/2006/main">
              <a:ext uri="{FF2B5EF4-FFF2-40B4-BE49-F238E27FC236}">
                <a16:creationId xmlns:a16="http://schemas.microsoft.com/office/drawing/2014/main" id="{8C9D5C36-4A6E-4D00-B3BD-68124DDA75D2}"/>
              </a:ext>
            </a:extLst>
          </p:cNvPr>
          <p:cNvSpPr>
            <a:spLocks xmlns:a="http://schemas.openxmlformats.org/drawingml/2006/main" noGrp="1"/>
          </p:cNvSpPr>
          <p:nvPr/>
        </p:nvSpPr>
        <p:spPr>
          <a:xfrm xmlns:a="http://schemas.openxmlformats.org/drawingml/2006/main">
            <a:off x="5074920" y="2697480"/>
            <a:ext cx="529920" cy="402120"/>
          </a:xfrm>
          <a:prstGeom xmlns:a="http://schemas.openxmlformats.org/drawingml/2006/main" prst="roundRect">
            <a:avLst>
              <a:gd name="adj" fmla="val 16667"/>
            </a:avLst>
          </a:prstGeom>
          <a:solidFill xmlns:a="http://schemas.openxmlformats.org/drawingml/2006/main">
            <a:srgbClr val="EAF4FB"/>
          </a:solidFill>
          <a:ln xmlns:a="http://schemas.openxmlformats.org/drawingml/2006/main" w="13970">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73080" tIns="73080" rIns="73080" bIns="73080" anchor="ctr">
            <a:noAutofit/>
          </a:bodyPr>
          <a:lstStyle xmlns:a="http://schemas.openxmlformats.org/drawingml/2006/main"/>
          <a:p xmlns:a="http://schemas.openxmlformats.org/drawingml/2006/main">
            <a:pPr algn="ctr" defTabSz="914400">
              <a:lnSpc>
                <a:spcPct val="100000"/>
              </a:lnSpc>
              <a:buNone/>
            </a:pPr>
            <a:r>
              <a:rPr sz="1800" b="1" u="none" strike="noStrike">
                <a:solidFill>
                  <a:srgbClr val="044F9E"/>
                </a:solidFill>
                <a:latin typeface="Times New Roman"/>
                <a:ea typeface="Times New Roman"/>
                <a:cs typeface="Times New Roman"/>
              </a:rPr>
              <a:t>0</a:t>
            </a:r>
            <a:endParaRPr sz="1800" b="0" u="none" strike="noStrike">
              <a:solidFill>
                <a:srgbClr val="000000"/>
              </a:solidFill>
              <a:latin typeface="Times New Roman"/>
              <a:ea typeface="Times New Roman"/>
              <a:cs typeface="Times New Roman"/>
            </a:endParaRPr>
          </a:p>
        </p:txBody>
      </p:sp>
      <p:sp>
        <p:nvSpPr>
          <p:cNvPr id="579" name="Rounded Rectangle 23">
            <a:extLst xmlns:a="http://schemas.openxmlformats.org/drawingml/2006/main">
              <a:ext uri="{FF2B5EF4-FFF2-40B4-BE49-F238E27FC236}">
                <a16:creationId xmlns:a16="http://schemas.microsoft.com/office/drawing/2014/main" id="{01D14D35-9BDC-4A7D-99EE-D2DAA6242E56}"/>
              </a:ext>
            </a:extLst>
          </p:cNvPr>
          <p:cNvSpPr>
            <a:spLocks xmlns:a="http://schemas.openxmlformats.org/drawingml/2006/main" noGrp="1"/>
          </p:cNvSpPr>
          <p:nvPr/>
        </p:nvSpPr>
        <p:spPr>
          <a:xfrm xmlns:a="http://schemas.openxmlformats.org/drawingml/2006/main">
            <a:off x="5824800" y="2697480"/>
            <a:ext cx="529920" cy="402120"/>
          </a:xfrm>
          <a:prstGeom xmlns:a="http://schemas.openxmlformats.org/drawingml/2006/main" prst="roundRect">
            <a:avLst>
              <a:gd name="adj" fmla="val 16667"/>
            </a:avLst>
          </a:prstGeom>
          <a:solidFill xmlns:a="http://schemas.openxmlformats.org/drawingml/2006/main">
            <a:srgbClr val="FFF8E4"/>
          </a:solidFill>
          <a:ln xmlns:a="http://schemas.openxmlformats.org/drawingml/2006/main" w="13970">
            <a:solidFill>
              <a:srgbClr val="FEC01D"/>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73080" tIns="73080" rIns="73080" bIns="73080" anchor="ctr">
            <a:noAutofit/>
          </a:bodyPr>
          <a:lstStyle xmlns:a="http://schemas.openxmlformats.org/drawingml/2006/main"/>
          <a:p xmlns:a="http://schemas.openxmlformats.org/drawingml/2006/main">
            <a:pPr algn="ctr" defTabSz="914400">
              <a:lnSpc>
                <a:spcPct val="100000"/>
              </a:lnSpc>
              <a:buNone/>
            </a:pPr>
            <a:r>
              <a:rPr sz="1800" b="1" u="none" strike="noStrike">
                <a:solidFill>
                  <a:srgbClr val="18324B"/>
                </a:solidFill>
                <a:latin typeface="Times New Roman"/>
                <a:ea typeface="Times New Roman"/>
                <a:cs typeface="Times New Roman"/>
              </a:rPr>
              <a:t>1</a:t>
            </a:r>
            <a:endParaRPr sz="1800" b="0" u="none" strike="noStrike">
              <a:solidFill>
                <a:srgbClr val="000000"/>
              </a:solidFill>
              <a:latin typeface="Times New Roman"/>
              <a:ea typeface="Times New Roman"/>
              <a:cs typeface="Times New Roman"/>
            </a:endParaRPr>
          </a:p>
        </p:txBody>
      </p:sp>
      <p:sp>
        <p:nvSpPr>
          <p:cNvPr id="580" name="TextBox 24">
            <a:extLst xmlns:a="http://schemas.openxmlformats.org/drawingml/2006/main">
              <a:ext uri="{FF2B5EF4-FFF2-40B4-BE49-F238E27FC236}">
                <a16:creationId xmlns:a16="http://schemas.microsoft.com/office/drawing/2014/main" id="{695A64E7-ADA6-467B-9A7C-7F36FD19D381}"/>
              </a:ext>
            </a:extLst>
          </p:cNvPr>
          <p:cNvSpPr>
            <a:spLocks xmlns:a="http://schemas.openxmlformats.org/drawingml/2006/main" noGrp="1"/>
          </p:cNvSpPr>
          <p:nvPr/>
        </p:nvSpPr>
        <p:spPr>
          <a:xfrm xmlns:a="http://schemas.openxmlformats.org/drawingml/2006/main">
            <a:off x="4983480" y="3218760"/>
            <a:ext cx="1462680" cy="3837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algn="ctr" defTabSz="914400">
              <a:lnSpc>
                <a:spcPct val="100000"/>
              </a:lnSpc>
              <a:buNone/>
            </a:pPr>
            <a:r>
              <a:rPr sz="1800" b="1" u="none" strike="noStrike">
                <a:solidFill>
                  <a:srgbClr val="044F9E"/>
                </a:solidFill>
                <a:latin typeface="Times New Roman"/>
                <a:ea typeface="Times New Roman"/>
                <a:cs typeface="Times New Roman"/>
              </a:rPr>
              <a:t>Cây 3</a:t>
            </a:r>
            <a:endParaRPr sz="1800" b="0" u="none" strike="noStrike">
              <a:solidFill>
                <a:srgbClr val="000000"/>
              </a:solidFill>
              <a:latin typeface="Times New Roman"/>
              <a:ea typeface="Times New Roman"/>
              <a:cs typeface="Times New Roman"/>
            </a:endParaRPr>
          </a:p>
        </p:txBody>
      </p:sp>
      <p:sp>
        <p:nvSpPr>
          <p:cNvPr id="581" name="TextBox 25">
            <a:extLst xmlns:a="http://schemas.openxmlformats.org/drawingml/2006/main">
              <a:ext uri="{FF2B5EF4-FFF2-40B4-BE49-F238E27FC236}">
                <a16:creationId xmlns:a16="http://schemas.microsoft.com/office/drawing/2014/main" id="{EDAAA013-2969-4DBF-8D53-77847CB57768}"/>
              </a:ext>
            </a:extLst>
          </p:cNvPr>
          <p:cNvSpPr>
            <a:spLocks xmlns:a="http://schemas.openxmlformats.org/drawingml/2006/main" noGrp="1"/>
          </p:cNvSpPr>
          <p:nvPr/>
        </p:nvSpPr>
        <p:spPr>
          <a:xfrm xmlns:a="http://schemas.openxmlformats.org/drawingml/2006/main">
            <a:off x="6693480" y="2423160"/>
            <a:ext cx="685440" cy="3837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algn="ctr" defTabSz="914400">
              <a:lnSpc>
                <a:spcPct val="100000"/>
              </a:lnSpc>
              <a:buNone/>
            </a:pPr>
            <a:r>
              <a:rPr sz="2600" b="1" u="none" strike="noStrike">
                <a:solidFill>
                  <a:srgbClr val="044F9E"/>
                </a:solidFill>
                <a:latin typeface="Times New Roman"/>
                <a:ea typeface="Times New Roman"/>
                <a:cs typeface="Times New Roman"/>
              </a:rPr>
              <a:t>…</a:t>
            </a:r>
            <a:endParaRPr sz="2600" b="0" u="none" strike="noStrike">
              <a:solidFill>
                <a:srgbClr val="000000"/>
              </a:solidFill>
              <a:latin typeface="Times New Roman"/>
              <a:ea typeface="Times New Roman"/>
              <a:cs typeface="Times New Roman"/>
            </a:endParaRPr>
          </a:p>
        </p:txBody>
      </p:sp>
      <p:sp>
        <p:nvSpPr>
          <p:cNvPr id="582" name="Right Arrow 26">
            <a:extLst xmlns:a="http://schemas.openxmlformats.org/drawingml/2006/main">
              <a:ext uri="{FF2B5EF4-FFF2-40B4-BE49-F238E27FC236}">
                <a16:creationId xmlns:a16="http://schemas.microsoft.com/office/drawing/2014/main" id="{93C79030-C0D5-41D9-80DF-8006B39E59ED}"/>
              </a:ext>
            </a:extLst>
          </p:cNvPr>
          <p:cNvSpPr>
            <a:spLocks xmlns:a="http://schemas.openxmlformats.org/drawingml/2006/main" noGrp="1"/>
          </p:cNvSpPr>
          <p:nvPr/>
        </p:nvSpPr>
        <p:spPr>
          <a:xfrm xmlns:a="http://schemas.openxmlformats.org/drawingml/2006/main">
            <a:off x="7479720" y="2679120"/>
            <a:ext cx="502560" cy="328680"/>
          </a:xfrm>
          <a:prstGeom xmlns:a="http://schemas.openxmlformats.org/drawingml/2006/main" prst="rightArrow">
            <a:avLst>
              <a:gd name="adj1" fmla="val 50000"/>
              <a:gd name="adj2" fmla="val 50000"/>
            </a:avLst>
          </a:prstGeom>
          <a:solidFill xmlns:a="http://schemas.openxmlformats.org/drawingml/2006/main">
            <a:srgbClr val="E81F26"/>
          </a:solidFill>
          <a:ln xmlns:a="http://schemas.openxmlformats.org/drawingml/2006/main">
            <a:solidFill>
              <a:srgbClr val="E81F2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583" name="Rounded Rectangle 27">
            <a:extLst xmlns:a="http://schemas.openxmlformats.org/drawingml/2006/main">
              <a:ext uri="{FF2B5EF4-FFF2-40B4-BE49-F238E27FC236}">
                <a16:creationId xmlns:a16="http://schemas.microsoft.com/office/drawing/2014/main" id="{DD65E0FC-DEA4-4087-A96F-1132FE13948B}"/>
              </a:ext>
            </a:extLst>
          </p:cNvPr>
          <p:cNvSpPr>
            <a:spLocks xmlns:a="http://schemas.openxmlformats.org/drawingml/2006/main" noGrp="1"/>
          </p:cNvSpPr>
          <p:nvPr/>
        </p:nvSpPr>
        <p:spPr>
          <a:xfrm xmlns:a="http://schemas.openxmlformats.org/drawingml/2006/main">
            <a:off x="8183880" y="1938600"/>
            <a:ext cx="2907360" cy="1645560"/>
          </a:xfrm>
          <a:prstGeom xmlns:a="http://schemas.openxmlformats.org/drawingml/2006/main" prst="roundRect">
            <a:avLst>
              <a:gd name="adj" fmla="val 16667"/>
            </a:avLst>
          </a:prstGeom>
          <a:solidFill xmlns:a="http://schemas.openxmlformats.org/drawingml/2006/main">
            <a:srgbClr val="EAF4FB"/>
          </a:solidFill>
          <a:ln xmlns:a="http://schemas.openxmlformats.org/drawingml/2006/main" w="13970">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73080" tIns="73080" rIns="73080" bIns="73080" anchor="ctr">
            <a:noAutofit/>
          </a:bodyPr>
          <a:lstStyle xmlns:a="http://schemas.openxmlformats.org/drawingml/2006/main"/>
          <a:p xmlns:a="http://schemas.openxmlformats.org/drawingml/2006/main">
            <a:pPr algn="ctr" defTabSz="914400">
              <a:lnSpc>
                <a:spcPct val="100000"/>
              </a:lnSpc>
              <a:buNone/>
            </a:pPr>
            <a:r>
              <a:rPr sz="2400" b="1" u="none" strike="noStrike">
                <a:solidFill>
                  <a:srgbClr val="044F9E"/>
                </a:solidFill>
                <a:latin typeface="Times New Roman"/>
                <a:ea typeface="Times New Roman"/>
                <a:cs typeface="Times New Roman"/>
              </a:rPr>
              <a:t>Bỏ phiếu</a:t>
            </a:r>
            <a:endParaRPr sz="24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r>
              <a:rPr sz="2400" b="1" u="none" strike="noStrike">
                <a:solidFill>
                  <a:srgbClr val="044F9E"/>
                </a:solidFill>
                <a:latin typeface="Times New Roman"/>
                <a:ea typeface="Times New Roman"/>
                <a:cs typeface="Times New Roman"/>
              </a:rPr>
              <a:t>đa số</a:t>
            </a:r>
            <a:endParaRPr sz="2400" b="0" u="none" strike="noStrike">
              <a:solidFill>
                <a:srgbClr val="000000"/>
              </a:solidFill>
              <a:latin typeface="Times New Roman"/>
              <a:ea typeface="Times New Roman"/>
              <a:cs typeface="Times New Roman"/>
            </a:endParaRPr>
          </a:p>
        </p:txBody>
      </p:sp>
      <p:sp>
        <p:nvSpPr>
          <p:cNvPr id="584" name="Rounded Rectangle 28">
            <a:extLst xmlns:a="http://schemas.openxmlformats.org/drawingml/2006/main">
              <a:ext uri="{FF2B5EF4-FFF2-40B4-BE49-F238E27FC236}">
                <a16:creationId xmlns:a16="http://schemas.microsoft.com/office/drawing/2014/main" id="{3756A19B-E28D-4420-AFE9-494C7B0052CD}"/>
              </a:ext>
            </a:extLst>
          </p:cNvPr>
          <p:cNvSpPr>
            <a:spLocks xmlns:a="http://schemas.openxmlformats.org/drawingml/2006/main" noGrp="1"/>
          </p:cNvSpPr>
          <p:nvPr/>
        </p:nvSpPr>
        <p:spPr>
          <a:xfrm xmlns:a="http://schemas.openxmlformats.org/drawingml/2006/main">
            <a:off x="960120" y="4407480"/>
            <a:ext cx="10039680" cy="100548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73080" tIns="73080" rIns="73080" bIns="73080" anchor="ctr">
            <a:noAutofit/>
          </a:bodyPr>
          <a:lstStyle xmlns:a="http://schemas.openxmlformats.org/drawingml/2006/main"/>
          <a:p xmlns:a="http://schemas.openxmlformats.org/drawingml/2006/main">
            <a:pPr algn="ctr" defTabSz="914400">
              <a:lnSpc>
                <a:spcPct val="100000"/>
              </a:lnSpc>
              <a:buNone/>
            </a:pPr>
            <a:r>
              <a:rPr sz="2000" b="1" u="none" strike="noStrike">
                <a:solidFill>
                  <a:srgbClr val="18324B"/>
                </a:solidFill>
                <a:latin typeface="Times New Roman"/>
                <a:ea typeface="Times New Roman"/>
                <a:cs typeface="Times New Roman"/>
              </a:rPr>
              <a:t>Phù hợp dữ liệu bảng; học quan hệ phi tuyến và cung cấp feature importance.</a:t>
            </a:r>
            <a:endParaRPr sz="2000" b="0" u="none" strike="noStrike">
              <a:solidFill>
                <a:srgbClr val="000000"/>
              </a:solidFill>
              <a:latin typeface="Times New Roman"/>
              <a:ea typeface="Times New Roman"/>
              <a:cs typeface="Times New Roman"/>
            </a:endParaRPr>
          </a:p>
        </p:txBody>
      </p:sp>
    </p:spTree>
    <p:extLst>
      <p:ext uri="{BB962C8B-B14F-4D97-AF65-F5344CB8AC3E}">
        <p14:creationId xmlns:p14="http://schemas.microsoft.com/office/powerpoint/2010/main" val="340519144"/>
      </p:ext>
    </p:extLst>
  </p:cSld>
</p:sld>
</file>

<file path=ppt/slides/slide30.xml><?xml version="1.0" encoding="utf-8"?>
<p:sld xmlns:p="http://schemas.openxmlformats.org/presentationml/2006/main">
  <p:cSld>
    <p:spTree>
      <p:nvGrpSpPr>
        <p:cNvPr id="1" name=""/>
        <p:cNvGrpSpPr/>
        <p:nvPr/>
      </p:nvGrpSpPr>
      <p:grpSpPr>
        <a:xfrm xmlns:a="http://schemas.openxmlformats.org/drawingml/2006/main"/>
      </p:grpSpPr>
      <p:sp>
        <p:nvSpPr>
          <p:cNvPr id="585" name="PlaceHolder 1">
            <a:extLst xmlns:a="http://schemas.openxmlformats.org/drawingml/2006/main">
              <a:ext uri="{FF2B5EF4-FFF2-40B4-BE49-F238E27FC236}">
                <a16:creationId xmlns:a16="http://schemas.microsoft.com/office/drawing/2014/main" id="{631D9126-68E8-4E79-85DE-643F96E8D036}"/>
              </a:ext>
            </a:extLst>
          </p:cNvPr>
          <p:cNvSpPr>
            <a:spLocks xmlns:a="http://schemas.openxmlformats.org/drawingml/2006/main" noGrp="1"/>
          </p:cNvSpPr>
          <p:nvPr>
            <p:ph idx="0"/>
          </p:nvPr>
        </p:nvSpPr>
        <p:spPr>
          <a:xfrm xmlns:a="http://schemas.openxmlformats.org/drawingml/2006/main">
            <a:off x="839880" y="1681200"/>
            <a:ext cx="5157360" cy="8236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91440" tIns="45720" rIns="91440" bIns="45720" anchor="b">
            <a:noAutofit/>
          </a:bodyPr>
          <a:lstStyle xmlns:a="http://schemas.openxmlformats.org/drawingml/2006/main"/>
          <a:p xmlns:a="http://schemas.openxmlformats.org/drawingml/2006/main">
            <a:pPr indent="0">
              <a:lnSpc>
                <a:spcPct val="90000"/>
              </a:lnSpc>
              <a:spcBef>
                <a:spcPts val="1417"/>
              </a:spcBef>
              <a:buNone/>
            </a:pPr>
            <a:endParaRPr sz="2400" b="1" u="none" strike="noStrike">
              <a:solidFill>
                <a:schemeClr val="dk1"/>
              </a:solidFill>
              <a:latin typeface="Times New Roman"/>
              <a:ea typeface="Times New Roman"/>
              <a:cs typeface="Times New Roman"/>
            </a:endParaRPr>
          </a:p>
        </p:txBody>
      </p:sp>
      <p:sp>
        <p:nvSpPr>
          <p:cNvPr id="587" name="PlaceHolder 3">
            <a:extLst xmlns:a="http://schemas.openxmlformats.org/drawingml/2006/main">
              <a:ext uri="{FF2B5EF4-FFF2-40B4-BE49-F238E27FC236}">
                <a16:creationId xmlns:a16="http://schemas.microsoft.com/office/drawing/2014/main" id="{7C5F6250-AF1F-4B85-A53A-F5C41AA649B6}"/>
              </a:ext>
            </a:extLst>
          </p:cNvPr>
          <p:cNvSpPr>
            <a:spLocks xmlns:a="http://schemas.openxmlformats.org/drawingml/2006/main" noGrp="1"/>
          </p:cNvSpPr>
          <p:nvPr>
            <p:ph idx="0"/>
          </p:nvPr>
        </p:nvSpPr>
        <p:spPr>
          <a:xfrm xmlns:a="http://schemas.openxmlformats.org/drawingml/2006/main">
            <a:off x="6172200" y="1681200"/>
            <a:ext cx="5182920" cy="8236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91440" tIns="45720" rIns="91440" bIns="45720" anchor="b">
            <a:noAutofit/>
          </a:bodyPr>
          <a:lstStyle xmlns:a="http://schemas.openxmlformats.org/drawingml/2006/main"/>
          <a:p xmlns:a="http://schemas.openxmlformats.org/drawingml/2006/main">
            <a:pPr indent="0">
              <a:lnSpc>
                <a:spcPct val="90000"/>
              </a:lnSpc>
              <a:spcBef>
                <a:spcPts val="1417"/>
              </a:spcBef>
              <a:buNone/>
            </a:pPr>
            <a:endParaRPr sz="2400" b="1" u="none" strike="noStrike">
              <a:solidFill>
                <a:schemeClr val="dk1"/>
              </a:solidFill>
              <a:latin typeface="Times New Roman"/>
              <a:ea typeface="Times New Roman"/>
              <a:cs typeface="Times New Roman"/>
            </a:endParaRPr>
          </a:p>
        </p:txBody>
      </p:sp>
      <p:sp>
        <p:nvSpPr>
          <p:cNvPr id="590" name="TextBox 6">
            <a:extLst xmlns:a="http://schemas.openxmlformats.org/drawingml/2006/main">
              <a:ext uri="{FF2B5EF4-FFF2-40B4-BE49-F238E27FC236}">
                <a16:creationId xmlns:a16="http://schemas.microsoft.com/office/drawing/2014/main" id="{F6B90066-7B70-4034-839A-55BE2756835D}"/>
              </a:ext>
            </a:extLst>
          </p:cNvPr>
          <p:cNvSpPr>
            <a:spLocks xmlns:a="http://schemas.openxmlformats.org/drawingml/2006/main" noGrp="1"/>
          </p:cNvSpPr>
          <p:nvPr/>
        </p:nvSpPr>
        <p:spPr>
          <a:xfrm xmlns:a="http://schemas.openxmlformats.org/drawingml/2006/main">
            <a:off x="713160" y="603360"/>
            <a:ext cx="10881000" cy="6030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defTabSz="914400">
              <a:lnSpc>
                <a:spcPct val="100000"/>
              </a:lnSpc>
              <a:buNone/>
            </a:pPr>
            <a:r>
              <a:rPr sz="2900" b="1" u="none" strike="noStrike">
                <a:solidFill>
                  <a:srgbClr val="044F9E"/>
                </a:solidFill>
                <a:latin typeface="Times New Roman"/>
                <a:ea typeface="Times New Roman"/>
                <a:cs typeface="Times New Roman"/>
              </a:rPr>
              <a:t>Hai nhánh dùng cấu hình siêu tham số tương ứng</a:t>
            </a:r>
            <a:endParaRPr sz="2900" b="0" u="none" strike="noStrike">
              <a:solidFill>
                <a:srgbClr val="000000"/>
              </a:solidFill>
              <a:latin typeface="Times New Roman"/>
              <a:ea typeface="Times New Roman"/>
              <a:cs typeface="Times New Roman"/>
            </a:endParaRPr>
          </a:p>
        </p:txBody>
      </p:sp>
      <p:sp>
        <p:nvSpPr>
          <p:cNvPr id="591" name="Rectangle 7">
            <a:extLst xmlns:a="http://schemas.openxmlformats.org/drawingml/2006/main">
              <a:ext uri="{FF2B5EF4-FFF2-40B4-BE49-F238E27FC236}">
                <a16:creationId xmlns:a16="http://schemas.microsoft.com/office/drawing/2014/main" id="{5C8EC14A-F1E7-472B-BFF1-909F0EA417A4}"/>
              </a:ext>
            </a:extLst>
          </p:cNvPr>
          <p:cNvSpPr>
            <a:spLocks xmlns:a="http://schemas.openxmlformats.org/drawingml/2006/main" noGrp="1"/>
          </p:cNvSpPr>
          <p:nvPr/>
        </p:nvSpPr>
        <p:spPr>
          <a:xfrm xmlns:a="http://schemas.openxmlformats.org/drawingml/2006/main">
            <a:off x="731520" y="1243440"/>
            <a:ext cx="822600" cy="5004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5400" rIns="90000" bIns="54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592" name="TextBox 8">
            <a:extLst xmlns:a="http://schemas.openxmlformats.org/drawingml/2006/main">
              <a:ext uri="{FF2B5EF4-FFF2-40B4-BE49-F238E27FC236}">
                <a16:creationId xmlns:a16="http://schemas.microsoft.com/office/drawing/2014/main" id="{ABE590DB-41C5-4BAA-9B40-F750F8B4E490}"/>
              </a:ext>
            </a:extLst>
          </p:cNvPr>
          <p:cNvSpPr>
            <a:spLocks xmlns:a="http://schemas.openxmlformats.org/drawingml/2006/main" noGrp="1"/>
          </p:cNvSpPr>
          <p:nvPr/>
        </p:nvSpPr>
        <p:spPr>
          <a:xfrm xmlns:a="http://schemas.openxmlformats.org/drawingml/2006/main">
            <a:off x="11384280" y="6492240"/>
            <a:ext cx="438480" cy="2743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spAutoFit/>
          </a:bodyPr>
          <a:lstStyle xmlns:a="http://schemas.openxmlformats.org/drawingml/2006/main"/>
          <a:p xmlns:a="http://schemas.openxmlformats.org/drawingml/2006/main">
            <a:pPr algn="r" defTabSz="914400">
              <a:lnSpc>
                <a:spcPct val="100000"/>
              </a:lnSpc>
              <a:buNone/>
            </a:pPr>
            <a:r>
              <a:rPr sz="1800" b="1" u="none" strike="noStrike">
                <a:solidFill>
                  <a:srgbClr val="044F9E"/>
                </a:solidFill>
                <a:latin typeface="Times New Roman"/>
                <a:ea typeface="Times New Roman"/>
                <a:cs typeface="Times New Roman"/>
              </a:rPr>
              <a:t>30</a:t>
            </a:r>
            <a:endParaRPr sz="1800" b="0" u="none" strike="noStrike">
              <a:solidFill>
                <a:srgbClr val="000000"/>
              </a:solidFill>
              <a:latin typeface="Times New Roman"/>
              <a:ea typeface="Times New Roman"/>
              <a:cs typeface="Times New Roman"/>
            </a:endParaRPr>
          </a:p>
        </p:txBody>
      </p:sp>
      <p:graphicFrame>
        <p:nvGraphicFramePr>
          <p:cNvPr id="593" name="Table 9">
            <a:extLst xmlns:a="http://schemas.openxmlformats.org/drawingml/2006/main">
              <a:ext uri="{FF2B5EF4-FFF2-40B4-BE49-F238E27FC236}">
                <a16:creationId xmlns:a16="http://schemas.microsoft.com/office/drawing/2014/main" id="{1079B1BA-F1AB-4883-82AF-353ABAD31601}"/>
              </a:ext>
            </a:extLst>
          </p:cNvPr>
          <p:cNvGraphicFramePr/>
          <p:nvPr/>
        </p:nvGraphicFramePr>
        <p:xfrm>
          <a:off xmlns:a="http://schemas.openxmlformats.org/drawingml/2006/main" x="804600" y="1645920"/>
          <a:ext xmlns:a="http://schemas.openxmlformats.org/drawingml/2006/main" cx="10561320" cy="3803040"/>
        </p:xfrm>
        <a:graphic xmlns:a="http://schemas.openxmlformats.org/drawingml/2006/main">
          <a:graphicData uri="http://schemas.openxmlformats.org/drawingml/2006/table">
            <a:tbl>
              <a:tblPr/>
              <a:tblGrid>
                <a:gridCol w="2468880"/>
                <a:gridCol w="4023360"/>
                <a:gridCol w="4069080"/>
              </a:tblGrid>
              <a:tr h="658080">
                <a:tc>
                  <a:txBody>
                    <a:bodyPr/>
                    <a:lstStyle/>
                    <a:p>
                      <a:pPr algn="ctr" defTabSz="914400">
                        <a:lnSpc>
                          <a:spcPct val="100000"/>
                        </a:lnSpc>
                        <a:buNone/>
                      </a:pPr>
                      <a:r>
                        <a:rPr sz="2400" b="1" u="none" strike="noStrike">
                          <a:solidFill>
                            <a:srgbClr val="FFFFFF"/>
                          </a:solidFill>
                          <a:latin typeface="Times New Roman"/>
                          <a:ea typeface="Times New Roman"/>
                          <a:cs typeface="Times New Roman"/>
                        </a:rPr>
                        <a:t>Tham số</a:t>
                      </a:r>
                      <a:endParaRPr sz="2400" b="0" u="none" strike="noStrike">
                        <a:solidFill>
                          <a:srgbClr val="FFFFFF"/>
                        </a:solidFill>
                        <a:latin typeface="Times New Roman"/>
                        <a:ea typeface="Times New Roman"/>
                        <a:cs typeface="Times New Roman"/>
                      </a:endParaRP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44F9E"/>
                    </a:solidFill>
                  </a:tcPr>
                </a:tc>
                <a:tc>
                  <a:txBody>
                    <a:bodyPr/>
                    <a:lstStyle/>
                    <a:p>
                      <a:pPr algn="ctr" defTabSz="914400">
                        <a:lnSpc>
                          <a:spcPct val="100000"/>
                        </a:lnSpc>
                        <a:buNone/>
                      </a:pPr>
                      <a:r>
                        <a:rPr sz="2400" b="1" u="none" strike="noStrike">
                          <a:solidFill>
                            <a:srgbClr val="FFFFFF"/>
                          </a:solidFill>
                          <a:latin typeface="Times New Roman"/>
                          <a:ea typeface="Times New Roman"/>
                          <a:cs typeface="Times New Roman"/>
                        </a:rPr>
                        <a:t>Scikit-learn</a:t>
                      </a:r>
                      <a:endParaRPr sz="2400" b="0" u="none" strike="noStrike">
                        <a:solidFill>
                          <a:srgbClr val="FFFFFF"/>
                        </a:solidFill>
                        <a:latin typeface="Times New Roman"/>
                        <a:ea typeface="Times New Roman"/>
                        <a:cs typeface="Times New Roman"/>
                      </a:endParaRP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44F9E"/>
                    </a:solidFill>
                  </a:tcPr>
                </a:tc>
                <a:tc>
                  <a:txBody>
                    <a:bodyPr/>
                    <a:lstStyle/>
                    <a:p>
                      <a:pPr algn="ctr" defTabSz="914400">
                        <a:lnSpc>
                          <a:spcPct val="100000"/>
                        </a:lnSpc>
                        <a:buNone/>
                      </a:pPr>
                      <a:r>
                        <a:rPr sz="2400" b="1" u="none" strike="noStrike">
                          <a:solidFill>
                            <a:srgbClr val="FFFFFF"/>
                          </a:solidFill>
                          <a:latin typeface="Times New Roman"/>
                          <a:ea typeface="Times New Roman"/>
                          <a:cs typeface="Times New Roman"/>
                        </a:rPr>
                        <a:t>Spark MLlib</a:t>
                      </a:r>
                      <a:endParaRPr sz="2400" b="0" u="none" strike="noStrike">
                        <a:solidFill>
                          <a:srgbClr val="FFFFFF"/>
                        </a:solidFill>
                        <a:latin typeface="Times New Roman"/>
                        <a:ea typeface="Times New Roman"/>
                        <a:cs typeface="Times New Roman"/>
                      </a:endParaRP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44F9E"/>
                    </a:solidFill>
                  </a:tcPr>
                </a:tc>
              </a:tr>
              <a:tr h="786240">
                <a:tc>
                  <a:txBody>
                    <a:bodyPr/>
                    <a:lstStyle/>
                    <a:p>
                      <a:pPr algn="ctr" defTabSz="914400">
                        <a:lnSpc>
                          <a:spcPct val="100000"/>
                        </a:lnSpc>
                        <a:buNone/>
                      </a:pPr>
                      <a:r>
                        <a:rPr sz="2400" b="0" u="none" strike="noStrike">
                          <a:solidFill>
                            <a:srgbClr val="18324B"/>
                          </a:solidFill>
                          <a:latin typeface="Times New Roman"/>
                          <a:ea typeface="Times New Roman"/>
                          <a:cs typeface="Times New Roman"/>
                        </a:rPr>
                        <a:t>Số cây</a:t>
                      </a:r>
                      <a:endParaRPr sz="2400" b="0" u="none" strike="noStrike">
                        <a:solidFill>
                          <a:srgbClr val="000000"/>
                        </a:solidFill>
                        <a:latin typeface="Times New Roman"/>
                        <a:ea typeface="Times New Roman"/>
                        <a:cs typeface="Times New Roman"/>
                      </a:endParaRP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4F8FC"/>
                    </a:solidFill>
                  </a:tcPr>
                </a:tc>
                <a:tc>
                  <a:txBody>
                    <a:bodyPr/>
                    <a:lstStyle/>
                    <a:p>
                      <a:pPr defTabSz="914400">
                        <a:lnSpc>
                          <a:spcPct val="100000"/>
                        </a:lnSpc>
                        <a:buNone/>
                      </a:pPr>
                      <a:r>
                        <a:rPr sz="2400" b="0" u="none" strike="noStrike">
                          <a:solidFill>
                            <a:srgbClr val="18324B"/>
                          </a:solidFill>
                          <a:latin typeface="Times New Roman"/>
                          <a:ea typeface="Times New Roman"/>
                          <a:cs typeface="Times New Roman"/>
                        </a:rPr>
                        <a:t>n_estimators = 100</a:t>
                      </a:r>
                      <a:endParaRPr sz="2400" b="0" u="none" strike="noStrike">
                        <a:solidFill>
                          <a:srgbClr val="000000"/>
                        </a:solidFill>
                        <a:latin typeface="Times New Roman"/>
                        <a:ea typeface="Times New Roman"/>
                        <a:cs typeface="Times New Roman"/>
                      </a:endParaRP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4F8FC"/>
                    </a:solidFill>
                  </a:tcPr>
                </a:tc>
                <a:tc>
                  <a:txBody>
                    <a:bodyPr/>
                    <a:lstStyle/>
                    <a:p>
                      <a:pPr defTabSz="914400">
                        <a:lnSpc>
                          <a:spcPct val="100000"/>
                        </a:lnSpc>
                        <a:buNone/>
                      </a:pPr>
                      <a:r>
                        <a:rPr sz="2400" b="0" u="none" strike="noStrike">
                          <a:solidFill>
                            <a:srgbClr val="18324B"/>
                          </a:solidFill>
                          <a:latin typeface="Times New Roman"/>
                          <a:ea typeface="Times New Roman"/>
                          <a:cs typeface="Times New Roman"/>
                        </a:rPr>
                        <a:t>numTrees = 100</a:t>
                      </a:r>
                      <a:endParaRPr sz="2400" b="0" u="none" strike="noStrike">
                        <a:solidFill>
                          <a:srgbClr val="000000"/>
                        </a:solidFill>
                        <a:latin typeface="Times New Roman"/>
                        <a:ea typeface="Times New Roman"/>
                        <a:cs typeface="Times New Roman"/>
                      </a:endParaRP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4F8FC"/>
                    </a:solidFill>
                  </a:tcPr>
                </a:tc>
              </a:tr>
              <a:tr h="786240">
                <a:tc>
                  <a:txBody>
                    <a:bodyPr/>
                    <a:lstStyle/>
                    <a:p>
                      <a:pPr algn="ctr" defTabSz="914400">
                        <a:lnSpc>
                          <a:spcPct val="100000"/>
                        </a:lnSpc>
                        <a:buNone/>
                      </a:pPr>
                      <a:r>
                        <a:rPr sz="2400" b="0" u="none" strike="noStrike">
                          <a:solidFill>
                            <a:srgbClr val="18324B"/>
                          </a:solidFill>
                          <a:latin typeface="Times New Roman"/>
                          <a:ea typeface="Times New Roman"/>
                          <a:cs typeface="Times New Roman"/>
                        </a:rPr>
                        <a:t>Độ sâu tối đa</a:t>
                      </a:r>
                      <a:endParaRPr sz="2400" b="0" u="none" strike="noStrike">
                        <a:solidFill>
                          <a:srgbClr val="000000"/>
                        </a:solidFill>
                        <a:latin typeface="Times New Roman"/>
                        <a:ea typeface="Times New Roman"/>
                        <a:cs typeface="Times New Roman"/>
                      </a:endParaRP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lstStyle/>
                    <a:p>
                      <a:pPr defTabSz="914400">
                        <a:lnSpc>
                          <a:spcPct val="100000"/>
                        </a:lnSpc>
                        <a:buNone/>
                      </a:pPr>
                      <a:r>
                        <a:rPr sz="2400" b="0" u="none" strike="noStrike">
                          <a:solidFill>
                            <a:srgbClr val="18324B"/>
                          </a:solidFill>
                          <a:latin typeface="Times New Roman"/>
                          <a:ea typeface="Times New Roman"/>
                          <a:cs typeface="Times New Roman"/>
                        </a:rPr>
                        <a:t>max_depth = 10</a:t>
                      </a:r>
                      <a:endParaRPr sz="2400" b="0" u="none" strike="noStrike">
                        <a:solidFill>
                          <a:srgbClr val="000000"/>
                        </a:solidFill>
                        <a:latin typeface="Times New Roman"/>
                        <a:ea typeface="Times New Roman"/>
                        <a:cs typeface="Times New Roman"/>
                      </a:endParaRP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lstStyle/>
                    <a:p>
                      <a:pPr defTabSz="914400">
                        <a:lnSpc>
                          <a:spcPct val="100000"/>
                        </a:lnSpc>
                        <a:buNone/>
                      </a:pPr>
                      <a:r>
                        <a:rPr sz="2400" b="0" u="none" strike="noStrike">
                          <a:solidFill>
                            <a:srgbClr val="18324B"/>
                          </a:solidFill>
                          <a:latin typeface="Times New Roman"/>
                          <a:ea typeface="Times New Roman"/>
                          <a:cs typeface="Times New Roman"/>
                        </a:rPr>
                        <a:t>maxDepth = 10</a:t>
                      </a:r>
                      <a:endParaRPr sz="2400" b="0" u="none" strike="noStrike">
                        <a:solidFill>
                          <a:srgbClr val="000000"/>
                        </a:solidFill>
                        <a:latin typeface="Times New Roman"/>
                        <a:ea typeface="Times New Roman"/>
                        <a:cs typeface="Times New Roman"/>
                      </a:endParaRP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786240">
                <a:tc>
                  <a:txBody>
                    <a:bodyPr/>
                    <a:lstStyle/>
                    <a:p>
                      <a:pPr algn="ctr" defTabSz="914400">
                        <a:lnSpc>
                          <a:spcPct val="100000"/>
                        </a:lnSpc>
                        <a:buNone/>
                      </a:pPr>
                      <a:r>
                        <a:rPr sz="2400" b="0" u="none" strike="noStrike">
                          <a:solidFill>
                            <a:srgbClr val="18324B"/>
                          </a:solidFill>
                          <a:latin typeface="Times New Roman"/>
                          <a:ea typeface="Times New Roman"/>
                          <a:cs typeface="Times New Roman"/>
                        </a:rPr>
                        <a:t>Seed</a:t>
                      </a:r>
                      <a:endParaRPr sz="2400" b="0" u="none" strike="noStrike">
                        <a:solidFill>
                          <a:srgbClr val="000000"/>
                        </a:solidFill>
                        <a:latin typeface="Times New Roman"/>
                        <a:ea typeface="Times New Roman"/>
                        <a:cs typeface="Times New Roman"/>
                      </a:endParaRP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4F8FC"/>
                    </a:solidFill>
                  </a:tcPr>
                </a:tc>
                <a:tc>
                  <a:txBody>
                    <a:bodyPr/>
                    <a:lstStyle/>
                    <a:p>
                      <a:pPr defTabSz="914400">
                        <a:lnSpc>
                          <a:spcPct val="100000"/>
                        </a:lnSpc>
                        <a:buNone/>
                      </a:pPr>
                      <a:r>
                        <a:rPr sz="2400" b="0" u="none" strike="noStrike">
                          <a:solidFill>
                            <a:srgbClr val="18324B"/>
                          </a:solidFill>
                          <a:latin typeface="Times New Roman"/>
                          <a:ea typeface="Times New Roman"/>
                          <a:cs typeface="Times New Roman"/>
                        </a:rPr>
                        <a:t>random_state = 42</a:t>
                      </a:r>
                      <a:endParaRPr sz="2400" b="0" u="none" strike="noStrike">
                        <a:solidFill>
                          <a:srgbClr val="000000"/>
                        </a:solidFill>
                        <a:latin typeface="Times New Roman"/>
                        <a:ea typeface="Times New Roman"/>
                        <a:cs typeface="Times New Roman"/>
                      </a:endParaRP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4F8FC"/>
                    </a:solidFill>
                  </a:tcPr>
                </a:tc>
                <a:tc>
                  <a:txBody>
                    <a:bodyPr/>
                    <a:lstStyle/>
                    <a:p>
                      <a:pPr defTabSz="914400">
                        <a:lnSpc>
                          <a:spcPct val="100000"/>
                        </a:lnSpc>
                        <a:buNone/>
                      </a:pPr>
                      <a:r>
                        <a:rPr sz="2400" b="0" u="none" strike="noStrike">
                          <a:solidFill>
                            <a:srgbClr val="18324B"/>
                          </a:solidFill>
                          <a:latin typeface="Times New Roman"/>
                          <a:ea typeface="Times New Roman"/>
                          <a:cs typeface="Times New Roman"/>
                        </a:rPr>
                        <a:t>seed = 42</a:t>
                      </a:r>
                      <a:endParaRPr sz="2400" b="0" u="none" strike="noStrike">
                        <a:solidFill>
                          <a:srgbClr val="000000"/>
                        </a:solidFill>
                        <a:latin typeface="Times New Roman"/>
                        <a:ea typeface="Times New Roman"/>
                        <a:cs typeface="Times New Roman"/>
                      </a:endParaRP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4F8FC"/>
                    </a:solidFill>
                  </a:tcPr>
                </a:tc>
              </a:tr>
              <a:tr h="786240">
                <a:tc>
                  <a:txBody>
                    <a:bodyPr/>
                    <a:lstStyle/>
                    <a:p>
                      <a:pPr algn="ctr" defTabSz="914400">
                        <a:lnSpc>
                          <a:spcPct val="100000"/>
                        </a:lnSpc>
                        <a:buNone/>
                      </a:pPr>
                      <a:r>
                        <a:rPr sz="2400" b="0" u="none" strike="noStrike">
                          <a:solidFill>
                            <a:srgbClr val="18324B"/>
                          </a:solidFill>
                          <a:latin typeface="Times New Roman"/>
                          <a:ea typeface="Times New Roman"/>
                          <a:cs typeface="Times New Roman"/>
                        </a:rPr>
                        <a:t>Train / Test</a:t>
                      </a:r>
                      <a:endParaRPr sz="2400" b="0" u="none" strike="noStrike">
                        <a:solidFill>
                          <a:srgbClr val="000000"/>
                        </a:solidFill>
                        <a:latin typeface="Times New Roman"/>
                        <a:ea typeface="Times New Roman"/>
                        <a:cs typeface="Times New Roman"/>
                      </a:endParaRP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lstStyle/>
                    <a:p>
                      <a:pPr defTabSz="914400">
                        <a:lnSpc>
                          <a:spcPct val="100000"/>
                        </a:lnSpc>
                        <a:buNone/>
                      </a:pPr>
                      <a:r>
                        <a:rPr sz="2400" b="0" u="none" strike="noStrike">
                          <a:solidFill>
                            <a:srgbClr val="18324B"/>
                          </a:solidFill>
                          <a:latin typeface="Times New Roman"/>
                          <a:ea typeface="Times New Roman"/>
                          <a:cs typeface="Times New Roman"/>
                        </a:rPr>
                        <a:t>80% / 20%</a:t>
                      </a:r>
                      <a:endParaRPr sz="2400" b="0" u="none" strike="noStrike">
                        <a:solidFill>
                          <a:srgbClr val="000000"/>
                        </a:solidFill>
                        <a:latin typeface="Times New Roman"/>
                        <a:ea typeface="Times New Roman"/>
                        <a:cs typeface="Times New Roman"/>
                      </a:endParaRP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lstStyle/>
                    <a:p>
                      <a:pPr defTabSz="914400">
                        <a:lnSpc>
                          <a:spcPct val="100000"/>
                        </a:lnSpc>
                        <a:buNone/>
                      </a:pPr>
                      <a:r>
                        <a:rPr sz="2400" b="0" u="none" strike="noStrike">
                          <a:solidFill>
                            <a:srgbClr val="18324B"/>
                          </a:solidFill>
                          <a:latin typeface="Times New Roman"/>
                          <a:ea typeface="Times New Roman"/>
                          <a:cs typeface="Times New Roman"/>
                        </a:rPr>
                        <a:t>80% / 20%</a:t>
                      </a:r>
                      <a:endParaRPr sz="2400" b="0" u="none" strike="noStrike">
                        <a:solidFill>
                          <a:srgbClr val="000000"/>
                        </a:solidFill>
                        <a:latin typeface="Times New Roman"/>
                        <a:ea typeface="Times New Roman"/>
                        <a:cs typeface="Times New Roman"/>
                      </a:endParaRP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bl>
          </a:graphicData>
        </a:graphic>
      </p:graphicFrame>
    </p:spTree>
    <p:extLst>
      <p:ext uri="{BB962C8B-B14F-4D97-AF65-F5344CB8AC3E}">
        <p14:creationId xmlns:p14="http://schemas.microsoft.com/office/powerpoint/2010/main" val="1091305083"/>
      </p:ext>
    </p:extLst>
  </p:cSld>
</p:sld>
</file>

<file path=ppt/slides/slide31.xml><?xml version="1.0" encoding="utf-8"?>
<p:sld xmlns:p="http://schemas.openxmlformats.org/presentationml/2006/main">
  <p:cSld>
    <p:spTree>
      <p:nvGrpSpPr>
        <p:cNvPr id="1" name=""/>
        <p:cNvGrpSpPr/>
        <p:nvPr/>
      </p:nvGrpSpPr>
      <p:grpSpPr>
        <a:xfrm xmlns:a="http://schemas.openxmlformats.org/drawingml/2006/main"/>
      </p:grpSpPr>
      <p:sp>
        <p:nvSpPr>
          <p:cNvPr id="597" name="TextBox 4">
            <a:extLst xmlns:a="http://schemas.openxmlformats.org/drawingml/2006/main">
              <a:ext uri="{FF2B5EF4-FFF2-40B4-BE49-F238E27FC236}">
                <a16:creationId xmlns:a16="http://schemas.microsoft.com/office/drawing/2014/main" id="{306AD00C-34F5-4DDD-9D62-33568E8418FC}"/>
              </a:ext>
            </a:extLst>
          </p:cNvPr>
          <p:cNvSpPr>
            <a:spLocks xmlns:a="http://schemas.openxmlformats.org/drawingml/2006/main" noGrp="1"/>
          </p:cNvSpPr>
          <p:nvPr/>
        </p:nvSpPr>
        <p:spPr>
          <a:xfrm xmlns:a="http://schemas.openxmlformats.org/drawingml/2006/main">
            <a:off x="713160" y="603360"/>
            <a:ext cx="10881000" cy="6030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defTabSz="914400">
              <a:lnSpc>
                <a:spcPct val="100000"/>
              </a:lnSpc>
              <a:buNone/>
            </a:pPr>
            <a:r>
              <a:rPr sz="2900" b="1" u="none" strike="noStrike">
                <a:solidFill>
                  <a:srgbClr val="044F9E"/>
                </a:solidFill>
                <a:latin typeface="Times New Roman"/>
                <a:ea typeface="Times New Roman"/>
                <a:cs typeface="Times New Roman"/>
              </a:rPr>
              <a:t>Đánh giá kết hợp metric tổng hợp và ma trận nhầm lẫn</a:t>
            </a:r>
            <a:endParaRPr sz="2900" b="0" u="none" strike="noStrike">
              <a:solidFill>
                <a:srgbClr val="000000"/>
              </a:solidFill>
              <a:latin typeface="Times New Roman"/>
              <a:ea typeface="Times New Roman"/>
              <a:cs typeface="Times New Roman"/>
            </a:endParaRPr>
          </a:p>
        </p:txBody>
      </p:sp>
      <p:sp>
        <p:nvSpPr>
          <p:cNvPr id="598" name="Rectangle 5">
            <a:extLst xmlns:a="http://schemas.openxmlformats.org/drawingml/2006/main">
              <a:ext uri="{FF2B5EF4-FFF2-40B4-BE49-F238E27FC236}">
                <a16:creationId xmlns:a16="http://schemas.microsoft.com/office/drawing/2014/main" id="{B077852B-CE74-4F7C-A1E5-E7771C9D3491}"/>
              </a:ext>
            </a:extLst>
          </p:cNvPr>
          <p:cNvSpPr>
            <a:spLocks xmlns:a="http://schemas.openxmlformats.org/drawingml/2006/main" noGrp="1"/>
          </p:cNvSpPr>
          <p:nvPr/>
        </p:nvSpPr>
        <p:spPr>
          <a:xfrm xmlns:a="http://schemas.openxmlformats.org/drawingml/2006/main">
            <a:off x="731520" y="1243440"/>
            <a:ext cx="822600" cy="5004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5400" rIns="90000" bIns="54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599" name="TextBox 6">
            <a:extLst xmlns:a="http://schemas.openxmlformats.org/drawingml/2006/main">
              <a:ext uri="{FF2B5EF4-FFF2-40B4-BE49-F238E27FC236}">
                <a16:creationId xmlns:a16="http://schemas.microsoft.com/office/drawing/2014/main" id="{EEF54516-8394-442C-BC6D-CD40F845413B}"/>
              </a:ext>
            </a:extLst>
          </p:cNvPr>
          <p:cNvSpPr>
            <a:spLocks xmlns:a="http://schemas.openxmlformats.org/drawingml/2006/main" noGrp="1"/>
          </p:cNvSpPr>
          <p:nvPr/>
        </p:nvSpPr>
        <p:spPr>
          <a:xfrm xmlns:a="http://schemas.openxmlformats.org/drawingml/2006/main">
            <a:off x="11384280" y="6492240"/>
            <a:ext cx="438480" cy="2743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spAutoFit/>
          </a:bodyPr>
          <a:lstStyle xmlns:a="http://schemas.openxmlformats.org/drawingml/2006/main"/>
          <a:p xmlns:a="http://schemas.openxmlformats.org/drawingml/2006/main">
            <a:pPr algn="r" defTabSz="914400">
              <a:lnSpc>
                <a:spcPct val="100000"/>
              </a:lnSpc>
              <a:buNone/>
            </a:pPr>
            <a:r>
              <a:rPr sz="1800" b="1" u="none" strike="noStrike">
                <a:solidFill>
                  <a:srgbClr val="044F9E"/>
                </a:solidFill>
                <a:latin typeface="Times New Roman"/>
                <a:ea typeface="Times New Roman"/>
                <a:cs typeface="Times New Roman"/>
              </a:rPr>
              <a:t>31</a:t>
            </a:r>
            <a:endParaRPr sz="1800" b="0" u="none" strike="noStrike">
              <a:solidFill>
                <a:srgbClr val="000000"/>
              </a:solidFill>
              <a:latin typeface="Times New Roman"/>
              <a:ea typeface="Times New Roman"/>
              <a:cs typeface="Times New Roman"/>
            </a:endParaRPr>
          </a:p>
        </p:txBody>
      </p:sp>
      <p:sp>
        <p:nvSpPr>
          <p:cNvPr id="600" name="Rounded Rectangle 7">
            <a:extLst xmlns:a="http://schemas.openxmlformats.org/drawingml/2006/main">
              <a:ext uri="{FF2B5EF4-FFF2-40B4-BE49-F238E27FC236}">
                <a16:creationId xmlns:a16="http://schemas.microsoft.com/office/drawing/2014/main" id="{05AAA326-0B09-4F8B-B1AC-41B11D849D8C}"/>
              </a:ext>
            </a:extLst>
          </p:cNvPr>
          <p:cNvSpPr>
            <a:spLocks xmlns:a="http://schemas.openxmlformats.org/drawingml/2006/main" noGrp="1"/>
          </p:cNvSpPr>
          <p:nvPr/>
        </p:nvSpPr>
        <p:spPr>
          <a:xfrm xmlns:a="http://schemas.openxmlformats.org/drawingml/2006/main">
            <a:off x="713160" y="1627560"/>
            <a:ext cx="5257440" cy="111528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000" b="0" u="none" strike="noStrike">
              <a:solidFill>
                <a:schemeClr val="lt1"/>
              </a:solidFill>
              <a:latin typeface="Times New Roman"/>
              <a:ea typeface="Times New Roman"/>
              <a:cs typeface="Times New Roman"/>
            </a:endParaRPr>
          </a:p>
        </p:txBody>
      </p:sp>
      <p:sp>
        <p:nvSpPr>
          <p:cNvPr id="601" name="Rectangle 8">
            <a:extLst xmlns:a="http://schemas.openxmlformats.org/drawingml/2006/main">
              <a:ext uri="{FF2B5EF4-FFF2-40B4-BE49-F238E27FC236}">
                <a16:creationId xmlns:a16="http://schemas.microsoft.com/office/drawing/2014/main" id="{D13F6963-CB6E-47F2-9B27-BD315ECE1037}"/>
              </a:ext>
            </a:extLst>
          </p:cNvPr>
          <p:cNvSpPr>
            <a:spLocks xmlns:a="http://schemas.openxmlformats.org/drawingml/2006/main" noGrp="1"/>
          </p:cNvSpPr>
          <p:nvPr/>
        </p:nvSpPr>
        <p:spPr>
          <a:xfrm xmlns:a="http://schemas.openxmlformats.org/drawingml/2006/main">
            <a:off x="713160" y="1627560"/>
            <a:ext cx="91080" cy="1115280"/>
          </a:xfrm>
          <a:prstGeom xmlns:a="http://schemas.openxmlformats.org/drawingml/2006/main" prst="rect">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000" b="0" u="none" strike="noStrike">
              <a:solidFill>
                <a:schemeClr val="lt1"/>
              </a:solidFill>
              <a:latin typeface="Times New Roman"/>
              <a:ea typeface="Times New Roman"/>
              <a:cs typeface="Times New Roman"/>
            </a:endParaRPr>
          </a:p>
        </p:txBody>
      </p:sp>
      <p:sp>
        <p:nvSpPr>
          <p:cNvPr id="602" name="TextBox 9">
            <a:extLst xmlns:a="http://schemas.openxmlformats.org/drawingml/2006/main">
              <a:ext uri="{FF2B5EF4-FFF2-40B4-BE49-F238E27FC236}">
                <a16:creationId xmlns:a16="http://schemas.microsoft.com/office/drawing/2014/main" id="{C283262E-3CF5-4532-BF65-BCD2A9F0C959}"/>
              </a:ext>
            </a:extLst>
          </p:cNvPr>
          <p:cNvSpPr>
            <a:spLocks xmlns:a="http://schemas.openxmlformats.org/drawingml/2006/main" noGrp="1"/>
          </p:cNvSpPr>
          <p:nvPr/>
        </p:nvSpPr>
        <p:spPr>
          <a:xfrm xmlns:a="http://schemas.openxmlformats.org/drawingml/2006/main">
            <a:off x="896040" y="1742952"/>
            <a:ext cx="4983120" cy="344855"/>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algn="ctr" defTabSz="914400">
              <a:lnSpc>
                <a:spcPct val="100000"/>
              </a:lnSpc>
              <a:buNone/>
            </a:pPr>
            <a:r>
              <a:rPr sz="2000" b="1" u="none" strike="noStrike">
                <a:solidFill>
                  <a:srgbClr val="044F9E"/>
                </a:solidFill>
                <a:latin typeface="Times New Roman"/>
                <a:ea typeface="Times New Roman"/>
                <a:cs typeface="Times New Roman"/>
              </a:rPr>
              <a:t>Accuracy</a:t>
            </a:r>
            <a:endParaRPr sz="2000" b="0" u="none" strike="noStrike">
              <a:solidFill>
                <a:srgbClr val="000000"/>
              </a:solidFill>
              <a:latin typeface="Times New Roman"/>
              <a:ea typeface="Times New Roman"/>
              <a:cs typeface="Times New Roman"/>
            </a:endParaRPr>
          </a:p>
        </p:txBody>
      </p:sp>
      <p:sp>
        <p:nvSpPr>
          <p:cNvPr id="603" name="TextBox 10">
            <a:extLst xmlns:a="http://schemas.openxmlformats.org/drawingml/2006/main">
              <a:ext uri="{FF2B5EF4-FFF2-40B4-BE49-F238E27FC236}">
                <a16:creationId xmlns:a16="http://schemas.microsoft.com/office/drawing/2014/main" id="{0225F5CF-6BC3-4FAD-BC1C-37FBC37250B3}"/>
              </a:ext>
            </a:extLst>
          </p:cNvPr>
          <p:cNvSpPr>
            <a:spLocks xmlns:a="http://schemas.openxmlformats.org/drawingml/2006/main" noGrp="1"/>
          </p:cNvSpPr>
          <p:nvPr/>
        </p:nvSpPr>
        <p:spPr>
          <a:xfrm xmlns:a="http://schemas.openxmlformats.org/drawingml/2006/main">
            <a:off x="896040" y="2139840"/>
            <a:ext cx="4983120" cy="344855"/>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algn="ctr" defTabSz="914400">
              <a:lnSpc>
                <a:spcPct val="100000"/>
              </a:lnSpc>
              <a:buNone/>
            </a:pPr>
            <a:r>
              <a:rPr sz="2000" b="0" u="none" strike="noStrike">
                <a:solidFill>
                  <a:srgbClr val="18324B"/>
                </a:solidFill>
                <a:latin typeface="Times New Roman"/>
                <a:ea typeface="Times New Roman"/>
                <a:cs typeface="Times New Roman"/>
              </a:rPr>
              <a:t>(TP + TN) / Tổng mẫu</a:t>
            </a:r>
            <a:endParaRPr sz="2000" b="0" u="none" strike="noStrike">
              <a:solidFill>
                <a:srgbClr val="000000"/>
              </a:solidFill>
              <a:latin typeface="Times New Roman"/>
              <a:ea typeface="Times New Roman"/>
              <a:cs typeface="Times New Roman"/>
            </a:endParaRPr>
          </a:p>
        </p:txBody>
      </p:sp>
      <p:sp>
        <p:nvSpPr>
          <p:cNvPr id="604" name="Rounded Rectangle 11">
            <a:extLst xmlns:a="http://schemas.openxmlformats.org/drawingml/2006/main">
              <a:ext uri="{FF2B5EF4-FFF2-40B4-BE49-F238E27FC236}">
                <a16:creationId xmlns:a16="http://schemas.microsoft.com/office/drawing/2014/main" id="{FDB732EC-65BC-44A2-8C2D-BFD67D0C4ED4}"/>
              </a:ext>
            </a:extLst>
          </p:cNvPr>
          <p:cNvSpPr>
            <a:spLocks xmlns:a="http://schemas.openxmlformats.org/drawingml/2006/main" noGrp="1"/>
          </p:cNvSpPr>
          <p:nvPr/>
        </p:nvSpPr>
        <p:spPr>
          <a:xfrm xmlns:a="http://schemas.openxmlformats.org/drawingml/2006/main">
            <a:off x="6382440" y="1627560"/>
            <a:ext cx="5257440" cy="111528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000" b="0" u="none" strike="noStrike">
              <a:solidFill>
                <a:schemeClr val="lt1"/>
              </a:solidFill>
              <a:latin typeface="Times New Roman"/>
              <a:ea typeface="Times New Roman"/>
              <a:cs typeface="Times New Roman"/>
            </a:endParaRPr>
          </a:p>
        </p:txBody>
      </p:sp>
      <p:sp>
        <p:nvSpPr>
          <p:cNvPr id="605" name="Rectangle 12">
            <a:extLst xmlns:a="http://schemas.openxmlformats.org/drawingml/2006/main">
              <a:ext uri="{FF2B5EF4-FFF2-40B4-BE49-F238E27FC236}">
                <a16:creationId xmlns:a16="http://schemas.microsoft.com/office/drawing/2014/main" id="{5E2F9389-3E34-4FE8-A25F-D9CBD8EA4E88}"/>
              </a:ext>
            </a:extLst>
          </p:cNvPr>
          <p:cNvSpPr>
            <a:spLocks xmlns:a="http://schemas.openxmlformats.org/drawingml/2006/main" noGrp="1"/>
          </p:cNvSpPr>
          <p:nvPr/>
        </p:nvSpPr>
        <p:spPr>
          <a:xfrm xmlns:a="http://schemas.openxmlformats.org/drawingml/2006/main">
            <a:off x="6382440" y="1627560"/>
            <a:ext cx="91080" cy="111528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000" b="0" u="none" strike="noStrike">
              <a:solidFill>
                <a:schemeClr val="lt1"/>
              </a:solidFill>
              <a:latin typeface="Times New Roman"/>
              <a:ea typeface="Times New Roman"/>
              <a:cs typeface="Times New Roman"/>
            </a:endParaRPr>
          </a:p>
        </p:txBody>
      </p:sp>
      <p:sp>
        <p:nvSpPr>
          <p:cNvPr id="606" name="TextBox 13">
            <a:extLst xmlns:a="http://schemas.openxmlformats.org/drawingml/2006/main">
              <a:ext uri="{FF2B5EF4-FFF2-40B4-BE49-F238E27FC236}">
                <a16:creationId xmlns:a16="http://schemas.microsoft.com/office/drawing/2014/main" id="{CF7CA578-3A01-43BB-830A-1282C08E1972}"/>
              </a:ext>
            </a:extLst>
          </p:cNvPr>
          <p:cNvSpPr>
            <a:spLocks xmlns:a="http://schemas.openxmlformats.org/drawingml/2006/main" noGrp="1"/>
          </p:cNvSpPr>
          <p:nvPr/>
        </p:nvSpPr>
        <p:spPr>
          <a:xfrm xmlns:a="http://schemas.openxmlformats.org/drawingml/2006/main">
            <a:off x="6565320" y="1742952"/>
            <a:ext cx="4983120" cy="344855"/>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algn="ctr" defTabSz="914400">
              <a:lnSpc>
                <a:spcPct val="100000"/>
              </a:lnSpc>
              <a:buNone/>
            </a:pPr>
            <a:r>
              <a:rPr sz="2000" b="1" u="none" strike="noStrike">
                <a:solidFill>
                  <a:srgbClr val="044F9E"/>
                </a:solidFill>
                <a:latin typeface="Times New Roman"/>
                <a:ea typeface="Times New Roman"/>
                <a:cs typeface="Times New Roman"/>
              </a:rPr>
              <a:t>Precision</a:t>
            </a:r>
            <a:endParaRPr sz="2000" b="0" u="none" strike="noStrike">
              <a:solidFill>
                <a:srgbClr val="000000"/>
              </a:solidFill>
              <a:latin typeface="Times New Roman"/>
              <a:ea typeface="Times New Roman"/>
              <a:cs typeface="Times New Roman"/>
            </a:endParaRPr>
          </a:p>
        </p:txBody>
      </p:sp>
      <p:sp>
        <p:nvSpPr>
          <p:cNvPr id="607" name="TextBox 14">
            <a:extLst xmlns:a="http://schemas.openxmlformats.org/drawingml/2006/main">
              <a:ext uri="{FF2B5EF4-FFF2-40B4-BE49-F238E27FC236}">
                <a16:creationId xmlns:a16="http://schemas.microsoft.com/office/drawing/2014/main" id="{E8089E5B-4526-4214-9CC2-EBF67E9E2500}"/>
              </a:ext>
            </a:extLst>
          </p:cNvPr>
          <p:cNvSpPr>
            <a:spLocks xmlns:a="http://schemas.openxmlformats.org/drawingml/2006/main" noGrp="1"/>
          </p:cNvSpPr>
          <p:nvPr/>
        </p:nvSpPr>
        <p:spPr>
          <a:xfrm xmlns:a="http://schemas.openxmlformats.org/drawingml/2006/main">
            <a:off x="6565320" y="2139840"/>
            <a:ext cx="4983120" cy="344855"/>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algn="ctr" defTabSz="914400">
              <a:lnSpc>
                <a:spcPct val="100000"/>
              </a:lnSpc>
              <a:buNone/>
            </a:pPr>
            <a:r>
              <a:rPr sz="2000" b="0" u="none" strike="noStrike">
                <a:solidFill>
                  <a:srgbClr val="18324B"/>
                </a:solidFill>
                <a:latin typeface="Times New Roman"/>
                <a:ea typeface="Times New Roman"/>
                <a:cs typeface="Times New Roman"/>
              </a:rPr>
              <a:t>TP / (TP + FP)</a:t>
            </a:r>
            <a:endParaRPr sz="2000" b="0" u="none" strike="noStrike">
              <a:solidFill>
                <a:srgbClr val="000000"/>
              </a:solidFill>
              <a:latin typeface="Times New Roman"/>
              <a:ea typeface="Times New Roman"/>
              <a:cs typeface="Times New Roman"/>
            </a:endParaRPr>
          </a:p>
        </p:txBody>
      </p:sp>
      <p:sp>
        <p:nvSpPr>
          <p:cNvPr id="608" name="Rounded Rectangle 15">
            <a:extLst xmlns:a="http://schemas.openxmlformats.org/drawingml/2006/main">
              <a:ext uri="{FF2B5EF4-FFF2-40B4-BE49-F238E27FC236}">
                <a16:creationId xmlns:a16="http://schemas.microsoft.com/office/drawing/2014/main" id="{E1C1BC09-2E5F-4F65-A8A8-D1DDDDFCEB25}"/>
              </a:ext>
            </a:extLst>
          </p:cNvPr>
          <p:cNvSpPr>
            <a:spLocks xmlns:a="http://schemas.openxmlformats.org/drawingml/2006/main" noGrp="1"/>
          </p:cNvSpPr>
          <p:nvPr/>
        </p:nvSpPr>
        <p:spPr>
          <a:xfrm xmlns:a="http://schemas.openxmlformats.org/drawingml/2006/main">
            <a:off x="713160" y="2999160"/>
            <a:ext cx="5257440" cy="111528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000" b="0" u="none" strike="noStrike">
              <a:solidFill>
                <a:schemeClr val="lt1"/>
              </a:solidFill>
              <a:latin typeface="Times New Roman"/>
              <a:ea typeface="Times New Roman"/>
              <a:cs typeface="Times New Roman"/>
            </a:endParaRPr>
          </a:p>
        </p:txBody>
      </p:sp>
      <p:sp>
        <p:nvSpPr>
          <p:cNvPr id="609" name="Rectangle 16">
            <a:extLst xmlns:a="http://schemas.openxmlformats.org/drawingml/2006/main">
              <a:ext uri="{FF2B5EF4-FFF2-40B4-BE49-F238E27FC236}">
                <a16:creationId xmlns:a16="http://schemas.microsoft.com/office/drawing/2014/main" id="{EAEBA039-4419-41BA-A631-DF259CE8D846}"/>
              </a:ext>
            </a:extLst>
          </p:cNvPr>
          <p:cNvSpPr>
            <a:spLocks xmlns:a="http://schemas.openxmlformats.org/drawingml/2006/main" noGrp="1"/>
          </p:cNvSpPr>
          <p:nvPr/>
        </p:nvSpPr>
        <p:spPr>
          <a:xfrm xmlns:a="http://schemas.openxmlformats.org/drawingml/2006/main">
            <a:off x="713160" y="2999160"/>
            <a:ext cx="91080" cy="1115280"/>
          </a:xfrm>
          <a:prstGeom xmlns:a="http://schemas.openxmlformats.org/drawingml/2006/main" prst="rect">
            <a:avLst/>
          </a:prstGeom>
          <a:solidFill xmlns:a="http://schemas.openxmlformats.org/drawingml/2006/main">
            <a:srgbClr val="E81F26"/>
          </a:solidFill>
          <a:ln xmlns:a="http://schemas.openxmlformats.org/drawingml/2006/main">
            <a:solidFill>
              <a:srgbClr val="E81F2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000" b="0" u="none" strike="noStrike">
              <a:solidFill>
                <a:schemeClr val="lt1"/>
              </a:solidFill>
              <a:latin typeface="Times New Roman"/>
              <a:ea typeface="Times New Roman"/>
              <a:cs typeface="Times New Roman"/>
            </a:endParaRPr>
          </a:p>
        </p:txBody>
      </p:sp>
      <p:sp>
        <p:nvSpPr>
          <p:cNvPr id="610" name="TextBox 17">
            <a:extLst xmlns:a="http://schemas.openxmlformats.org/drawingml/2006/main">
              <a:ext uri="{FF2B5EF4-FFF2-40B4-BE49-F238E27FC236}">
                <a16:creationId xmlns:a16="http://schemas.microsoft.com/office/drawing/2014/main" id="{D8CEF935-0987-4013-AEF3-CD8C1B45B123}"/>
              </a:ext>
            </a:extLst>
          </p:cNvPr>
          <p:cNvSpPr>
            <a:spLocks xmlns:a="http://schemas.openxmlformats.org/drawingml/2006/main" noGrp="1"/>
          </p:cNvSpPr>
          <p:nvPr/>
        </p:nvSpPr>
        <p:spPr>
          <a:xfrm xmlns:a="http://schemas.openxmlformats.org/drawingml/2006/main">
            <a:off x="896040" y="3114552"/>
            <a:ext cx="4983120" cy="344855"/>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algn="ctr" defTabSz="914400">
              <a:lnSpc>
                <a:spcPct val="100000"/>
              </a:lnSpc>
              <a:buNone/>
            </a:pPr>
            <a:r>
              <a:rPr sz="2000" b="1" u="none" strike="noStrike">
                <a:solidFill>
                  <a:srgbClr val="044F9E"/>
                </a:solidFill>
                <a:latin typeface="Times New Roman"/>
                <a:ea typeface="Times New Roman"/>
                <a:cs typeface="Times New Roman"/>
              </a:rPr>
              <a:t>Recall</a:t>
            </a:r>
            <a:endParaRPr sz="2000" b="0" u="none" strike="noStrike">
              <a:solidFill>
                <a:srgbClr val="000000"/>
              </a:solidFill>
              <a:latin typeface="Times New Roman"/>
              <a:ea typeface="Times New Roman"/>
              <a:cs typeface="Times New Roman"/>
            </a:endParaRPr>
          </a:p>
        </p:txBody>
      </p:sp>
      <p:sp>
        <p:nvSpPr>
          <p:cNvPr id="611" name="TextBox 18">
            <a:extLst xmlns:a="http://schemas.openxmlformats.org/drawingml/2006/main">
              <a:ext uri="{FF2B5EF4-FFF2-40B4-BE49-F238E27FC236}">
                <a16:creationId xmlns:a16="http://schemas.microsoft.com/office/drawing/2014/main" id="{E9E2A90C-0BC2-411B-BD5C-9FB02201B02B}"/>
              </a:ext>
            </a:extLst>
          </p:cNvPr>
          <p:cNvSpPr>
            <a:spLocks xmlns:a="http://schemas.openxmlformats.org/drawingml/2006/main" noGrp="1"/>
          </p:cNvSpPr>
          <p:nvPr/>
        </p:nvSpPr>
        <p:spPr>
          <a:xfrm xmlns:a="http://schemas.openxmlformats.org/drawingml/2006/main">
            <a:off x="896040" y="3511440"/>
            <a:ext cx="4983120" cy="344855"/>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algn="ctr" defTabSz="914400">
              <a:lnSpc>
                <a:spcPct val="100000"/>
              </a:lnSpc>
              <a:buNone/>
            </a:pPr>
            <a:r>
              <a:rPr sz="2000" b="0" u="none" strike="noStrike">
                <a:solidFill>
                  <a:srgbClr val="18324B"/>
                </a:solidFill>
                <a:latin typeface="Times New Roman"/>
                <a:ea typeface="Times New Roman"/>
                <a:cs typeface="Times New Roman"/>
              </a:rPr>
              <a:t>TP / (TP + FN)</a:t>
            </a:r>
            <a:endParaRPr sz="2000" b="0" u="none" strike="noStrike">
              <a:solidFill>
                <a:srgbClr val="000000"/>
              </a:solidFill>
              <a:latin typeface="Times New Roman"/>
              <a:ea typeface="Times New Roman"/>
              <a:cs typeface="Times New Roman"/>
            </a:endParaRPr>
          </a:p>
        </p:txBody>
      </p:sp>
      <p:sp>
        <p:nvSpPr>
          <p:cNvPr id="612" name="Rounded Rectangle 19">
            <a:extLst xmlns:a="http://schemas.openxmlformats.org/drawingml/2006/main">
              <a:ext uri="{FF2B5EF4-FFF2-40B4-BE49-F238E27FC236}">
                <a16:creationId xmlns:a16="http://schemas.microsoft.com/office/drawing/2014/main" id="{43F78CF4-9078-45C6-A222-01156B238D7F}"/>
              </a:ext>
            </a:extLst>
          </p:cNvPr>
          <p:cNvSpPr>
            <a:spLocks xmlns:a="http://schemas.openxmlformats.org/drawingml/2006/main" noGrp="1"/>
          </p:cNvSpPr>
          <p:nvPr/>
        </p:nvSpPr>
        <p:spPr>
          <a:xfrm xmlns:a="http://schemas.openxmlformats.org/drawingml/2006/main">
            <a:off x="6382440" y="2999160"/>
            <a:ext cx="5257440" cy="111528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000" b="0" u="none" strike="noStrike">
              <a:solidFill>
                <a:schemeClr val="lt1"/>
              </a:solidFill>
              <a:latin typeface="Times New Roman"/>
              <a:ea typeface="Times New Roman"/>
              <a:cs typeface="Times New Roman"/>
            </a:endParaRPr>
          </a:p>
        </p:txBody>
      </p:sp>
      <p:sp>
        <p:nvSpPr>
          <p:cNvPr id="613" name="Rectangle 20">
            <a:extLst xmlns:a="http://schemas.openxmlformats.org/drawingml/2006/main">
              <a:ext uri="{FF2B5EF4-FFF2-40B4-BE49-F238E27FC236}">
                <a16:creationId xmlns:a16="http://schemas.microsoft.com/office/drawing/2014/main" id="{5E52FC03-0B6F-47D5-BE95-D37BF3E0A3FF}"/>
              </a:ext>
            </a:extLst>
          </p:cNvPr>
          <p:cNvSpPr>
            <a:spLocks xmlns:a="http://schemas.openxmlformats.org/drawingml/2006/main" noGrp="1"/>
          </p:cNvSpPr>
          <p:nvPr/>
        </p:nvSpPr>
        <p:spPr>
          <a:xfrm xmlns:a="http://schemas.openxmlformats.org/drawingml/2006/main">
            <a:off x="6382440" y="2999160"/>
            <a:ext cx="91080" cy="1115280"/>
          </a:xfrm>
          <a:prstGeom xmlns:a="http://schemas.openxmlformats.org/drawingml/2006/main" prst="rect">
            <a:avLst/>
          </a:prstGeom>
          <a:solidFill xmlns:a="http://schemas.openxmlformats.org/drawingml/2006/main">
            <a:srgbClr val="FEC01D"/>
          </a:solidFill>
          <a:ln xmlns:a="http://schemas.openxmlformats.org/drawingml/2006/main">
            <a:solidFill>
              <a:srgbClr val="FEC01D"/>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000" b="0" u="none" strike="noStrike">
              <a:solidFill>
                <a:schemeClr val="lt1"/>
              </a:solidFill>
              <a:latin typeface="Times New Roman"/>
              <a:ea typeface="Times New Roman"/>
              <a:cs typeface="Times New Roman"/>
            </a:endParaRPr>
          </a:p>
        </p:txBody>
      </p:sp>
      <p:sp>
        <p:nvSpPr>
          <p:cNvPr id="614" name="TextBox 21">
            <a:extLst xmlns:a="http://schemas.openxmlformats.org/drawingml/2006/main">
              <a:ext uri="{FF2B5EF4-FFF2-40B4-BE49-F238E27FC236}">
                <a16:creationId xmlns:a16="http://schemas.microsoft.com/office/drawing/2014/main" id="{9F23DCA1-CC74-4331-A38B-46ACF8A85DE9}"/>
              </a:ext>
            </a:extLst>
          </p:cNvPr>
          <p:cNvSpPr>
            <a:spLocks xmlns:a="http://schemas.openxmlformats.org/drawingml/2006/main" noGrp="1"/>
          </p:cNvSpPr>
          <p:nvPr/>
        </p:nvSpPr>
        <p:spPr>
          <a:xfrm xmlns:a="http://schemas.openxmlformats.org/drawingml/2006/main">
            <a:off x="6565320" y="3114552"/>
            <a:ext cx="4983120" cy="344855"/>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algn="ctr" defTabSz="914400">
              <a:lnSpc>
                <a:spcPct val="100000"/>
              </a:lnSpc>
              <a:buNone/>
            </a:pPr>
            <a:r>
              <a:rPr sz="2000" b="1" u="none" strike="noStrike">
                <a:solidFill>
                  <a:srgbClr val="044F9E"/>
                </a:solidFill>
                <a:latin typeface="Times New Roman"/>
                <a:ea typeface="Times New Roman"/>
                <a:cs typeface="Times New Roman"/>
              </a:rPr>
              <a:t>F1-score</a:t>
            </a:r>
            <a:endParaRPr sz="2000" b="0" u="none" strike="noStrike">
              <a:solidFill>
                <a:srgbClr val="000000"/>
              </a:solidFill>
              <a:latin typeface="Times New Roman"/>
              <a:ea typeface="Times New Roman"/>
              <a:cs typeface="Times New Roman"/>
            </a:endParaRPr>
          </a:p>
        </p:txBody>
      </p:sp>
      <p:sp>
        <p:nvSpPr>
          <p:cNvPr id="615" name="TextBox 22">
            <a:extLst xmlns:a="http://schemas.openxmlformats.org/drawingml/2006/main">
              <a:ext uri="{FF2B5EF4-FFF2-40B4-BE49-F238E27FC236}">
                <a16:creationId xmlns:a16="http://schemas.microsoft.com/office/drawing/2014/main" id="{27D3999E-0537-443A-9AB5-B993EFFB6CAF}"/>
              </a:ext>
            </a:extLst>
          </p:cNvPr>
          <p:cNvSpPr>
            <a:spLocks xmlns:a="http://schemas.openxmlformats.org/drawingml/2006/main" noGrp="1"/>
          </p:cNvSpPr>
          <p:nvPr/>
        </p:nvSpPr>
        <p:spPr>
          <a:xfrm xmlns:a="http://schemas.openxmlformats.org/drawingml/2006/main">
            <a:off x="6565320" y="3511440"/>
            <a:ext cx="4983120" cy="344855"/>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algn="ctr" defTabSz="914400">
              <a:lnSpc>
                <a:spcPct val="100000"/>
              </a:lnSpc>
              <a:buNone/>
            </a:pPr>
            <a:r>
              <a:rPr sz="2000" b="0" u="none" strike="noStrike">
                <a:solidFill>
                  <a:srgbClr val="18324B"/>
                </a:solidFill>
                <a:latin typeface="Times New Roman"/>
                <a:ea typeface="Times New Roman"/>
                <a:cs typeface="Times New Roman"/>
              </a:rPr>
              <a:t>2 × Precision × Recall / (Precision + Recall)</a:t>
            </a:r>
            <a:endParaRPr sz="2000" b="0" u="none" strike="noStrike">
              <a:solidFill>
                <a:srgbClr val="000000"/>
              </a:solidFill>
              <a:latin typeface="Times New Roman"/>
              <a:ea typeface="Times New Roman"/>
              <a:cs typeface="Times New Roman"/>
            </a:endParaRPr>
          </a:p>
        </p:txBody>
      </p:sp>
      <p:sp>
        <p:nvSpPr>
          <p:cNvPr id="616" name="Rounded Rectangle 23">
            <a:extLst xmlns:a="http://schemas.openxmlformats.org/drawingml/2006/main">
              <a:ext uri="{FF2B5EF4-FFF2-40B4-BE49-F238E27FC236}">
                <a16:creationId xmlns:a16="http://schemas.microsoft.com/office/drawing/2014/main" id="{96BD359E-5AEA-4C83-BA2A-95A4B1F97484}"/>
              </a:ext>
            </a:extLst>
          </p:cNvPr>
          <p:cNvSpPr>
            <a:spLocks xmlns:a="http://schemas.openxmlformats.org/drawingml/2006/main" noGrp="1"/>
          </p:cNvSpPr>
          <p:nvPr/>
        </p:nvSpPr>
        <p:spPr>
          <a:xfrm xmlns:a="http://schemas.openxmlformats.org/drawingml/2006/main">
            <a:off x="2880360" y="4617720"/>
            <a:ext cx="6354720" cy="109692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000" b="0" u="none" strike="noStrike">
              <a:solidFill>
                <a:schemeClr val="lt1"/>
              </a:solidFill>
              <a:latin typeface="Times New Roman"/>
              <a:ea typeface="Times New Roman"/>
              <a:cs typeface="Times New Roman"/>
            </a:endParaRPr>
          </a:p>
        </p:txBody>
      </p:sp>
      <p:sp>
        <p:nvSpPr>
          <p:cNvPr id="617" name="TextBox 24">
            <a:extLst xmlns:a="http://schemas.openxmlformats.org/drawingml/2006/main">
              <a:ext uri="{FF2B5EF4-FFF2-40B4-BE49-F238E27FC236}">
                <a16:creationId xmlns:a16="http://schemas.microsoft.com/office/drawing/2014/main" id="{015C8AAB-5FF9-402D-B7F8-1742C80F36AF}"/>
              </a:ext>
            </a:extLst>
          </p:cNvPr>
          <p:cNvSpPr>
            <a:spLocks xmlns:a="http://schemas.openxmlformats.org/drawingml/2006/main" noGrp="1"/>
          </p:cNvSpPr>
          <p:nvPr/>
        </p:nvSpPr>
        <p:spPr>
          <a:xfrm xmlns:a="http://schemas.openxmlformats.org/drawingml/2006/main">
            <a:off x="3054240" y="4628264"/>
            <a:ext cx="5988960" cy="325952"/>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algn="ctr" defTabSz="914400">
              <a:lnSpc>
                <a:spcPct val="100000"/>
              </a:lnSpc>
              <a:buNone/>
            </a:pPr>
            <a:r>
              <a:rPr sz="2000" b="1" u="none" strike="noStrike">
                <a:solidFill>
                  <a:srgbClr val="044F9E"/>
                </a:solidFill>
                <a:latin typeface="Times New Roman"/>
                <a:ea typeface="Times New Roman"/>
                <a:cs typeface="Times New Roman"/>
              </a:rPr>
              <a:t>Confusion Matrix</a:t>
            </a:r>
            <a:endParaRPr sz="2000" b="0" u="none" strike="noStrike">
              <a:solidFill>
                <a:srgbClr val="000000"/>
              </a:solidFill>
              <a:latin typeface="Times New Roman"/>
              <a:ea typeface="Times New Roman"/>
              <a:cs typeface="Times New Roman"/>
            </a:endParaRPr>
          </a:p>
        </p:txBody>
      </p:sp>
      <p:sp>
        <p:nvSpPr>
          <p:cNvPr id="618" name="Rectangle 25">
            <a:extLst xmlns:a="http://schemas.openxmlformats.org/drawingml/2006/main">
              <a:ext uri="{FF2B5EF4-FFF2-40B4-BE49-F238E27FC236}">
                <a16:creationId xmlns:a16="http://schemas.microsoft.com/office/drawing/2014/main" id="{AC2FC2AD-C4FA-4810-A5B2-D6077ECB390E}"/>
              </a:ext>
            </a:extLst>
          </p:cNvPr>
          <p:cNvSpPr>
            <a:spLocks xmlns:a="http://schemas.openxmlformats.org/drawingml/2006/main" noGrp="1"/>
          </p:cNvSpPr>
          <p:nvPr/>
        </p:nvSpPr>
        <p:spPr>
          <a:xfrm xmlns:a="http://schemas.openxmlformats.org/drawingml/2006/main">
            <a:off x="3776400" y="4956120"/>
            <a:ext cx="1672920" cy="301320"/>
          </a:xfrm>
          <a:prstGeom xmlns:a="http://schemas.openxmlformats.org/drawingml/2006/main" prst="rect">
            <a:avLst/>
          </a:prstGeom>
          <a:solidFill xmlns:a="http://schemas.openxmlformats.org/drawingml/2006/main">
            <a:srgbClr val="F4F8FC"/>
          </a:solidFill>
          <a:ln xmlns:a="http://schemas.openxmlformats.org/drawingml/2006/main" w="889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0" tIns="0" rIns="0" bIns="0" anchor="ctr">
            <a:noAutofit/>
          </a:bodyPr>
          <a:lstStyle xmlns:a="http://schemas.openxmlformats.org/drawingml/2006/main"/>
          <a:p xmlns:a="http://schemas.openxmlformats.org/drawingml/2006/main">
            <a:pPr algn="ctr" defTabSz="914400">
              <a:lnSpc>
                <a:spcPct val="100000"/>
              </a:lnSpc>
              <a:buNone/>
            </a:pPr>
            <a:r>
              <a:rPr sz="2000" b="1" u="none" strike="noStrike">
                <a:solidFill>
                  <a:srgbClr val="18324B"/>
                </a:solidFill>
                <a:latin typeface="Times New Roman"/>
                <a:ea typeface="Times New Roman"/>
                <a:cs typeface="Times New Roman"/>
              </a:rPr>
              <a:t>TN</a:t>
            </a:r>
            <a:endParaRPr sz="2000" b="0" u="none" strike="noStrike">
              <a:solidFill>
                <a:srgbClr val="000000"/>
              </a:solidFill>
              <a:latin typeface="Times New Roman"/>
              <a:ea typeface="Times New Roman"/>
              <a:cs typeface="Times New Roman"/>
            </a:endParaRPr>
          </a:p>
        </p:txBody>
      </p:sp>
      <p:sp>
        <p:nvSpPr>
          <p:cNvPr id="619" name="Rectangle 26">
            <a:extLst xmlns:a="http://schemas.openxmlformats.org/drawingml/2006/main">
              <a:ext uri="{FF2B5EF4-FFF2-40B4-BE49-F238E27FC236}">
                <a16:creationId xmlns:a16="http://schemas.microsoft.com/office/drawing/2014/main" id="{31186F9C-A3EC-4DAA-921B-AAFE410BAD74}"/>
              </a:ext>
            </a:extLst>
          </p:cNvPr>
          <p:cNvSpPr>
            <a:spLocks xmlns:a="http://schemas.openxmlformats.org/drawingml/2006/main" noGrp="1"/>
          </p:cNvSpPr>
          <p:nvPr/>
        </p:nvSpPr>
        <p:spPr>
          <a:xfrm xmlns:a="http://schemas.openxmlformats.org/drawingml/2006/main">
            <a:off x="5742360" y="4956120"/>
            <a:ext cx="1672920" cy="301320"/>
          </a:xfrm>
          <a:prstGeom xmlns:a="http://schemas.openxmlformats.org/drawingml/2006/main" prst="rect">
            <a:avLst/>
          </a:prstGeom>
          <a:solidFill xmlns:a="http://schemas.openxmlformats.org/drawingml/2006/main">
            <a:srgbClr val="FFF1F1"/>
          </a:solidFill>
          <a:ln xmlns:a="http://schemas.openxmlformats.org/drawingml/2006/main" w="889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0" tIns="0" rIns="0" bIns="0" anchor="ctr">
            <a:noAutofit/>
          </a:bodyPr>
          <a:lstStyle xmlns:a="http://schemas.openxmlformats.org/drawingml/2006/main"/>
          <a:p xmlns:a="http://schemas.openxmlformats.org/drawingml/2006/main">
            <a:pPr algn="ctr" defTabSz="914400">
              <a:lnSpc>
                <a:spcPct val="100000"/>
              </a:lnSpc>
              <a:buNone/>
            </a:pPr>
            <a:r>
              <a:rPr sz="2000" b="1" u="none" strike="noStrike">
                <a:solidFill>
                  <a:srgbClr val="18324B"/>
                </a:solidFill>
                <a:latin typeface="Times New Roman"/>
                <a:ea typeface="Times New Roman"/>
                <a:cs typeface="Times New Roman"/>
              </a:rPr>
              <a:t>FP</a:t>
            </a:r>
            <a:endParaRPr sz="2000" b="0" u="none" strike="noStrike">
              <a:solidFill>
                <a:srgbClr val="000000"/>
              </a:solidFill>
              <a:latin typeface="Times New Roman"/>
              <a:ea typeface="Times New Roman"/>
              <a:cs typeface="Times New Roman"/>
            </a:endParaRPr>
          </a:p>
        </p:txBody>
      </p:sp>
      <p:sp>
        <p:nvSpPr>
          <p:cNvPr id="620" name="Rectangle 27">
            <a:extLst xmlns:a="http://schemas.openxmlformats.org/drawingml/2006/main">
              <a:ext uri="{FF2B5EF4-FFF2-40B4-BE49-F238E27FC236}">
                <a16:creationId xmlns:a16="http://schemas.microsoft.com/office/drawing/2014/main" id="{CE1224F7-321A-468E-8857-D5AB872623D2}"/>
              </a:ext>
            </a:extLst>
          </p:cNvPr>
          <p:cNvSpPr>
            <a:spLocks xmlns:a="http://schemas.openxmlformats.org/drawingml/2006/main" noGrp="1"/>
          </p:cNvSpPr>
          <p:nvPr/>
        </p:nvSpPr>
        <p:spPr>
          <a:xfrm xmlns:a="http://schemas.openxmlformats.org/drawingml/2006/main">
            <a:off x="3776400" y="5294520"/>
            <a:ext cx="1672920" cy="301320"/>
          </a:xfrm>
          <a:prstGeom xmlns:a="http://schemas.openxmlformats.org/drawingml/2006/main" prst="rect">
            <a:avLst/>
          </a:prstGeom>
          <a:solidFill xmlns:a="http://schemas.openxmlformats.org/drawingml/2006/main">
            <a:srgbClr val="FFF1F1"/>
          </a:solidFill>
          <a:ln xmlns:a="http://schemas.openxmlformats.org/drawingml/2006/main" w="889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0" tIns="0" rIns="0" bIns="0" anchor="ctr">
            <a:noAutofit/>
          </a:bodyPr>
          <a:lstStyle xmlns:a="http://schemas.openxmlformats.org/drawingml/2006/main"/>
          <a:p xmlns:a="http://schemas.openxmlformats.org/drawingml/2006/main">
            <a:pPr algn="ctr" defTabSz="914400">
              <a:lnSpc>
                <a:spcPct val="100000"/>
              </a:lnSpc>
              <a:buNone/>
            </a:pPr>
            <a:r>
              <a:rPr sz="2000" b="1" u="none" strike="noStrike">
                <a:solidFill>
                  <a:srgbClr val="18324B"/>
                </a:solidFill>
                <a:latin typeface="Times New Roman"/>
                <a:ea typeface="Times New Roman"/>
                <a:cs typeface="Times New Roman"/>
              </a:rPr>
              <a:t>FN</a:t>
            </a:r>
            <a:endParaRPr sz="2000" b="0" u="none" strike="noStrike">
              <a:solidFill>
                <a:srgbClr val="000000"/>
              </a:solidFill>
              <a:latin typeface="Times New Roman"/>
              <a:ea typeface="Times New Roman"/>
              <a:cs typeface="Times New Roman"/>
            </a:endParaRPr>
          </a:p>
        </p:txBody>
      </p:sp>
      <p:sp>
        <p:nvSpPr>
          <p:cNvPr id="621" name="Rectangle 28">
            <a:extLst xmlns:a="http://schemas.openxmlformats.org/drawingml/2006/main">
              <a:ext uri="{FF2B5EF4-FFF2-40B4-BE49-F238E27FC236}">
                <a16:creationId xmlns:a16="http://schemas.microsoft.com/office/drawing/2014/main" id="{A91F15B7-4EE5-4ECC-AF9F-D7BBD1546B4E}"/>
              </a:ext>
            </a:extLst>
          </p:cNvPr>
          <p:cNvSpPr>
            <a:spLocks xmlns:a="http://schemas.openxmlformats.org/drawingml/2006/main" noGrp="1"/>
          </p:cNvSpPr>
          <p:nvPr/>
        </p:nvSpPr>
        <p:spPr>
          <a:xfrm xmlns:a="http://schemas.openxmlformats.org/drawingml/2006/main">
            <a:off x="5742360" y="5294520"/>
            <a:ext cx="1672920" cy="301320"/>
          </a:xfrm>
          <a:prstGeom xmlns:a="http://schemas.openxmlformats.org/drawingml/2006/main" prst="rect">
            <a:avLst/>
          </a:prstGeom>
          <a:solidFill xmlns:a="http://schemas.openxmlformats.org/drawingml/2006/main">
            <a:srgbClr val="EEF8F2"/>
          </a:solidFill>
          <a:ln xmlns:a="http://schemas.openxmlformats.org/drawingml/2006/main" w="889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0" tIns="0" rIns="0" bIns="0" anchor="ctr">
            <a:noAutofit/>
          </a:bodyPr>
          <a:lstStyle xmlns:a="http://schemas.openxmlformats.org/drawingml/2006/main"/>
          <a:p xmlns:a="http://schemas.openxmlformats.org/drawingml/2006/main">
            <a:pPr algn="ctr" defTabSz="914400">
              <a:lnSpc>
                <a:spcPct val="100000"/>
              </a:lnSpc>
              <a:buNone/>
            </a:pPr>
            <a:r>
              <a:rPr sz="2000" b="1" u="none" strike="noStrike">
                <a:solidFill>
                  <a:srgbClr val="18324B"/>
                </a:solidFill>
                <a:latin typeface="Times New Roman"/>
                <a:ea typeface="Times New Roman"/>
                <a:cs typeface="Times New Roman"/>
              </a:rPr>
              <a:t>TP</a:t>
            </a:r>
            <a:endParaRPr sz="2000" b="0" u="none" strike="noStrike">
              <a:solidFill>
                <a:srgbClr val="000000"/>
              </a:solidFill>
              <a:latin typeface="Times New Roman"/>
              <a:ea typeface="Times New Roman"/>
              <a:cs typeface="Times New Roman"/>
            </a:endParaRPr>
          </a:p>
        </p:txBody>
      </p:sp>
      <p:sp>
        <p:nvSpPr>
          <p:cNvPr id="622" name="TextBox 29">
            <a:extLst xmlns:a="http://schemas.openxmlformats.org/drawingml/2006/main">
              <a:ext uri="{FF2B5EF4-FFF2-40B4-BE49-F238E27FC236}">
                <a16:creationId xmlns:a16="http://schemas.microsoft.com/office/drawing/2014/main" id="{164F3B44-B498-4B6D-8183-97FC6EB55CAB}"/>
              </a:ext>
            </a:extLst>
          </p:cNvPr>
          <p:cNvSpPr>
            <a:spLocks xmlns:a="http://schemas.openxmlformats.org/drawingml/2006/main" noGrp="1"/>
          </p:cNvSpPr>
          <p:nvPr/>
        </p:nvSpPr>
        <p:spPr>
          <a:xfrm xmlns:a="http://schemas.openxmlformats.org/drawingml/2006/main">
            <a:off x="9345240" y="4663116"/>
            <a:ext cx="1919880" cy="960408"/>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algn="ctr" defTabSz="914400">
              <a:lnSpc>
                <a:spcPct val="100000"/>
              </a:lnSpc>
              <a:buNone/>
            </a:pPr>
            <a:r>
              <a:rPr sz="2000" b="0" u="none" strike="noStrike">
                <a:solidFill>
                  <a:srgbClr val="527089"/>
                </a:solidFill>
                <a:latin typeface="Times New Roman"/>
                <a:ea typeface="Times New Roman"/>
                <a:cs typeface="Times New Roman"/>
              </a:rPr>
              <a:t>Metrics dùng weighted average theo code.</a:t>
            </a:r>
            <a:endParaRPr sz="2000" b="0" u="none" strike="noStrike">
              <a:solidFill>
                <a:srgbClr val="000000"/>
              </a:solidFill>
              <a:latin typeface="Times New Roman"/>
              <a:ea typeface="Times New Roman"/>
              <a:cs typeface="Times New Roman"/>
            </a:endParaRPr>
          </a:p>
        </p:txBody>
      </p:sp>
    </p:spTree>
    <p:extLst>
      <p:ext uri="{BB962C8B-B14F-4D97-AF65-F5344CB8AC3E}">
        <p14:creationId xmlns:p14="http://schemas.microsoft.com/office/powerpoint/2010/main" val="237351350"/>
      </p:ext>
    </p:extLst>
  </p:cSld>
</p:sld>
</file>

<file path=ppt/slides/slide32.xml><?xml version="1.0" encoding="utf-8"?>
<p:sld xmlns:p="http://schemas.openxmlformats.org/presentationml/2006/main">
  <p:cSld>
    <p:spTree>
      <p:nvGrpSpPr>
        <p:cNvPr id="1" name=""/>
        <p:cNvGrpSpPr/>
        <p:nvPr/>
      </p:nvGrpSpPr>
      <p:grpSpPr>
        <a:xfrm xmlns:a="http://schemas.openxmlformats.org/drawingml/2006/main"/>
      </p:grpSpPr>
      <p:sp>
        <p:nvSpPr>
          <p:cNvPr id="198" name="TextBox 4">
            <a:extLst xmlns:a="http://schemas.openxmlformats.org/drawingml/2006/main">
              <a:ext uri="{FF2B5EF4-FFF2-40B4-BE49-F238E27FC236}">
                <a16:creationId xmlns:a16="http://schemas.microsoft.com/office/drawing/2014/main" id="{D529FBB4-5127-495D-975E-F02F34EF5B98}"/>
              </a:ext>
            </a:extLst>
          </p:cNvPr>
          <p:cNvSpPr>
            <a:spLocks xmlns:a="http://schemas.openxmlformats.org/drawingml/2006/main" noGrp="1"/>
          </p:cNvSpPr>
          <p:nvPr/>
        </p:nvSpPr>
        <p:spPr>
          <a:xfrm xmlns:a="http://schemas.openxmlformats.org/drawingml/2006/main">
            <a:off x="713160" y="603360"/>
            <a:ext cx="10881000" cy="4599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defTabSz="914400">
              <a:lnSpc>
                <a:spcPct val="100000"/>
              </a:lnSpc>
              <a:buNone/>
            </a:pPr>
            <a:r>
              <a:rPr sz="2900" b="1" u="none" strike="noStrike">
                <a:solidFill>
                  <a:srgbClr val="044F9E"/>
                </a:solidFill>
                <a:latin typeface="Times New Roman"/>
                <a:ea typeface="Times New Roman"/>
                <a:cs typeface="Times New Roman"/>
              </a:rPr>
              <a:t>Diễn giải metric theo mục tiêu sàng lọc ứng viên</a:t>
            </a:r>
            <a:endParaRPr sz="2900" b="0" u="none" strike="noStrike">
              <a:solidFill>
                <a:srgbClr val="000000"/>
              </a:solidFill>
              <a:latin typeface="Times New Roman"/>
              <a:ea typeface="Times New Roman"/>
              <a:cs typeface="Times New Roman"/>
            </a:endParaRPr>
          </a:p>
        </p:txBody>
      </p:sp>
      <p:sp>
        <p:nvSpPr>
          <p:cNvPr id="199" name="Rectangle 5">
            <a:extLst xmlns:a="http://schemas.openxmlformats.org/drawingml/2006/main">
              <a:ext uri="{FF2B5EF4-FFF2-40B4-BE49-F238E27FC236}">
                <a16:creationId xmlns:a16="http://schemas.microsoft.com/office/drawing/2014/main" id="{C31F22E5-2C2C-4D71-ABCC-68996E0AF979}"/>
              </a:ext>
            </a:extLst>
          </p:cNvPr>
          <p:cNvSpPr>
            <a:spLocks xmlns:a="http://schemas.openxmlformats.org/drawingml/2006/main" noGrp="1"/>
          </p:cNvSpPr>
          <p:nvPr/>
        </p:nvSpPr>
        <p:spPr>
          <a:xfrm xmlns:a="http://schemas.openxmlformats.org/drawingml/2006/main">
            <a:off x="731520" y="1243440"/>
            <a:ext cx="822600" cy="5004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5400" rIns="90000" bIns="54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200" name="TextBox 6">
            <a:extLst xmlns:a="http://schemas.openxmlformats.org/drawingml/2006/main">
              <a:ext uri="{FF2B5EF4-FFF2-40B4-BE49-F238E27FC236}">
                <a16:creationId xmlns:a16="http://schemas.microsoft.com/office/drawing/2014/main" id="{B22983B8-F958-4566-A34E-38C58316E9B0}"/>
              </a:ext>
            </a:extLst>
          </p:cNvPr>
          <p:cNvSpPr>
            <a:spLocks xmlns:a="http://schemas.openxmlformats.org/drawingml/2006/main" noGrp="1"/>
          </p:cNvSpPr>
          <p:nvPr/>
        </p:nvSpPr>
        <p:spPr>
          <a:xfrm xmlns:a="http://schemas.openxmlformats.org/drawingml/2006/main">
            <a:off x="11384280" y="6492240"/>
            <a:ext cx="438480" cy="2743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spAutoFit/>
          </a:bodyPr>
          <a:lstStyle xmlns:a="http://schemas.openxmlformats.org/drawingml/2006/main"/>
          <a:p xmlns:a="http://schemas.openxmlformats.org/drawingml/2006/main">
            <a:pPr algn="r" defTabSz="914400">
              <a:lnSpc>
                <a:spcPct val="100000"/>
              </a:lnSpc>
              <a:buNone/>
            </a:pPr>
            <a:r>
              <a:rPr b="1" u="none" strike="noStrike">
                <a:solidFill>
                  <a:srgbClr val="044F9E"/>
                </a:solidFill>
                <a:latin typeface="Times New Roman"/>
                <a:ea typeface="Times New Roman"/>
                <a:cs typeface="Times New Roman"/>
              </a:rPr>
              <a:t>32</a:t>
            </a:r>
            <a:endParaRPr b="0" u="none" strike="noStrike">
              <a:solidFill>
                <a:srgbClr val="000000"/>
              </a:solidFill>
              <a:latin typeface="Times New Roman"/>
              <a:ea typeface="Times New Roman"/>
              <a:cs typeface="Times New Roman"/>
            </a:endParaRPr>
          </a:p>
        </p:txBody>
      </p:sp>
      <p:sp>
        <p:nvSpPr>
          <p:cNvPr id="201" name="Rounded Rectangle 7">
            <a:extLst xmlns:a="http://schemas.openxmlformats.org/drawingml/2006/main">
              <a:ext uri="{FF2B5EF4-FFF2-40B4-BE49-F238E27FC236}">
                <a16:creationId xmlns:a16="http://schemas.microsoft.com/office/drawing/2014/main" id="{3D1DE98F-1928-4C96-B377-6606D8C7611D}"/>
              </a:ext>
            </a:extLst>
          </p:cNvPr>
          <p:cNvSpPr>
            <a:spLocks xmlns:a="http://schemas.openxmlformats.org/drawingml/2006/main" noGrp="1"/>
          </p:cNvSpPr>
          <p:nvPr/>
        </p:nvSpPr>
        <p:spPr>
          <a:xfrm xmlns:a="http://schemas.openxmlformats.org/drawingml/2006/main">
            <a:off x="749880" y="1600200"/>
            <a:ext cx="3401280" cy="434304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202" name="Rectangle 8">
            <a:extLst xmlns:a="http://schemas.openxmlformats.org/drawingml/2006/main">
              <a:ext uri="{FF2B5EF4-FFF2-40B4-BE49-F238E27FC236}">
                <a16:creationId xmlns:a16="http://schemas.microsoft.com/office/drawing/2014/main" id="{9DB36E0D-7C03-4E87-B513-7CDEB18F6587}"/>
              </a:ext>
            </a:extLst>
          </p:cNvPr>
          <p:cNvSpPr>
            <a:spLocks xmlns:a="http://schemas.openxmlformats.org/drawingml/2006/main" noGrp="1"/>
          </p:cNvSpPr>
          <p:nvPr/>
        </p:nvSpPr>
        <p:spPr>
          <a:xfrm xmlns:a="http://schemas.openxmlformats.org/drawingml/2006/main">
            <a:off x="749880" y="1600200"/>
            <a:ext cx="91080" cy="4343040"/>
          </a:xfrm>
          <a:prstGeom xmlns:a="http://schemas.openxmlformats.org/drawingml/2006/main" prst="rect">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203" name="TextBox 9">
            <a:extLst xmlns:a="http://schemas.openxmlformats.org/drawingml/2006/main">
              <a:ext uri="{FF2B5EF4-FFF2-40B4-BE49-F238E27FC236}">
                <a16:creationId xmlns:a16="http://schemas.microsoft.com/office/drawing/2014/main" id="{B96FE300-B55D-430B-A5D3-921D16922E90}"/>
              </a:ext>
            </a:extLst>
          </p:cNvPr>
          <p:cNvSpPr>
            <a:spLocks xmlns:a="http://schemas.openxmlformats.org/drawingml/2006/main" noGrp="1"/>
          </p:cNvSpPr>
          <p:nvPr/>
        </p:nvSpPr>
        <p:spPr>
          <a:xfrm xmlns:a="http://schemas.openxmlformats.org/drawingml/2006/main">
            <a:off x="1036680" y="1670804"/>
            <a:ext cx="3126960" cy="4024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400" b="1" u="none" strike="noStrike">
                <a:solidFill>
                  <a:srgbClr val="044F9E"/>
                </a:solidFill>
                <a:latin typeface="Times New Roman"/>
                <a:ea typeface="Times New Roman"/>
                <a:cs typeface="Times New Roman"/>
              </a:rPr>
              <a:t>Recall của Candidate</a:t>
            </a:r>
            <a:endParaRPr sz="2400" b="0" u="none" strike="noStrike">
              <a:solidFill>
                <a:srgbClr val="000000"/>
              </a:solidFill>
              <a:latin typeface="Times New Roman"/>
              <a:ea typeface="Times New Roman"/>
              <a:cs typeface="Times New Roman"/>
            </a:endParaRPr>
          </a:p>
        </p:txBody>
      </p:sp>
      <p:sp>
        <p:nvSpPr>
          <p:cNvPr id="204" name="TextBox 10">
            <a:extLst xmlns:a="http://schemas.openxmlformats.org/drawingml/2006/main">
              <a:ext uri="{FF2B5EF4-FFF2-40B4-BE49-F238E27FC236}">
                <a16:creationId xmlns:a16="http://schemas.microsoft.com/office/drawing/2014/main" id="{377C54B2-001B-43FC-824B-7FD6A9B31E81}"/>
              </a:ext>
            </a:extLst>
          </p:cNvPr>
          <p:cNvSpPr>
            <a:spLocks xmlns:a="http://schemas.openxmlformats.org/drawingml/2006/main" noGrp="1"/>
          </p:cNvSpPr>
          <p:nvPr/>
        </p:nvSpPr>
        <p:spPr>
          <a:xfrm xmlns:a="http://schemas.openxmlformats.org/drawingml/2006/main">
            <a:off x="932760" y="2112120"/>
            <a:ext cx="3126960" cy="18655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Giảm false negative để mô hình không bỏ sót nhiều ứng viên tiềm năng trong dữ liệu quan sát.</a:t>
            </a:r>
            <a:endParaRPr sz="2400" b="0" u="none" strike="noStrike">
              <a:solidFill>
                <a:srgbClr val="000000"/>
              </a:solidFill>
              <a:latin typeface="Times New Roman"/>
              <a:ea typeface="Times New Roman"/>
              <a:cs typeface="Times New Roman"/>
            </a:endParaRPr>
          </a:p>
        </p:txBody>
      </p:sp>
      <p:sp>
        <p:nvSpPr>
          <p:cNvPr id="205" name="Rounded Rectangle 11">
            <a:extLst xmlns:a="http://schemas.openxmlformats.org/drawingml/2006/main">
              <a:ext uri="{FF2B5EF4-FFF2-40B4-BE49-F238E27FC236}">
                <a16:creationId xmlns:a16="http://schemas.microsoft.com/office/drawing/2014/main" id="{EF9F8EFB-BBCD-4D51-86D0-19FB5C2E5D35}"/>
              </a:ext>
            </a:extLst>
          </p:cNvPr>
          <p:cNvSpPr>
            <a:spLocks xmlns:a="http://schemas.openxmlformats.org/drawingml/2006/main" noGrp="1"/>
          </p:cNvSpPr>
          <p:nvPr/>
        </p:nvSpPr>
        <p:spPr>
          <a:xfrm xmlns:a="http://schemas.openxmlformats.org/drawingml/2006/main">
            <a:off x="4389120" y="1600200"/>
            <a:ext cx="3401280" cy="434304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206" name="Rectangle 12">
            <a:extLst xmlns:a="http://schemas.openxmlformats.org/drawingml/2006/main">
              <a:ext uri="{FF2B5EF4-FFF2-40B4-BE49-F238E27FC236}">
                <a16:creationId xmlns:a16="http://schemas.microsoft.com/office/drawing/2014/main" id="{1CD1C952-9B34-4C8B-A143-219B10CD0CC5}"/>
              </a:ext>
            </a:extLst>
          </p:cNvPr>
          <p:cNvSpPr>
            <a:spLocks xmlns:a="http://schemas.openxmlformats.org/drawingml/2006/main" noGrp="1"/>
          </p:cNvSpPr>
          <p:nvPr/>
        </p:nvSpPr>
        <p:spPr>
          <a:xfrm xmlns:a="http://schemas.openxmlformats.org/drawingml/2006/main">
            <a:off x="4389120" y="1600200"/>
            <a:ext cx="91080" cy="434304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207" name="TextBox 13">
            <a:extLst xmlns:a="http://schemas.openxmlformats.org/drawingml/2006/main">
              <a:ext uri="{FF2B5EF4-FFF2-40B4-BE49-F238E27FC236}">
                <a16:creationId xmlns:a16="http://schemas.microsoft.com/office/drawing/2014/main" id="{0C247EA1-0EA3-4B4F-9643-5FE21781E9D9}"/>
              </a:ext>
            </a:extLst>
          </p:cNvPr>
          <p:cNvSpPr>
            <a:spLocks xmlns:a="http://schemas.openxmlformats.org/drawingml/2006/main" noGrp="1"/>
          </p:cNvSpPr>
          <p:nvPr/>
        </p:nvSpPr>
        <p:spPr>
          <a:xfrm xmlns:a="http://schemas.openxmlformats.org/drawingml/2006/main">
            <a:off x="4675920" y="1670804"/>
            <a:ext cx="3126960" cy="4024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400" b="1" u="none" strike="noStrike">
                <a:solidFill>
                  <a:srgbClr val="044F9E"/>
                </a:solidFill>
                <a:latin typeface="Times New Roman"/>
                <a:ea typeface="Times New Roman"/>
                <a:cs typeface="Times New Roman"/>
              </a:rPr>
              <a:t>Precision Candidate</a:t>
            </a:r>
            <a:endParaRPr sz="2400" b="0" u="none" strike="noStrike">
              <a:solidFill>
                <a:srgbClr val="000000"/>
              </a:solidFill>
              <a:latin typeface="Times New Roman"/>
              <a:ea typeface="Times New Roman"/>
              <a:cs typeface="Times New Roman"/>
            </a:endParaRPr>
          </a:p>
        </p:txBody>
      </p:sp>
      <p:sp>
        <p:nvSpPr>
          <p:cNvPr id="208" name="TextBox 14">
            <a:extLst xmlns:a="http://schemas.openxmlformats.org/drawingml/2006/main">
              <a:ext uri="{FF2B5EF4-FFF2-40B4-BE49-F238E27FC236}">
                <a16:creationId xmlns:a16="http://schemas.microsoft.com/office/drawing/2014/main" id="{20AFA7C9-FEAE-4451-A175-906FBAA72447}"/>
              </a:ext>
            </a:extLst>
          </p:cNvPr>
          <p:cNvSpPr>
            <a:spLocks xmlns:a="http://schemas.openxmlformats.org/drawingml/2006/main" noGrp="1"/>
          </p:cNvSpPr>
          <p:nvPr/>
        </p:nvSpPr>
        <p:spPr>
          <a:xfrm xmlns:a="http://schemas.openxmlformats.org/drawingml/2006/main">
            <a:off x="4572000" y="2112120"/>
            <a:ext cx="3126960" cy="14997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Giảm false positive để hạn chế số tín hiệu cần kiểm chứng thủ công ở các bước tiếp theo.</a:t>
            </a:r>
            <a:endParaRPr sz="2400" b="0" u="none" strike="noStrike">
              <a:solidFill>
                <a:srgbClr val="000000"/>
              </a:solidFill>
              <a:latin typeface="Times New Roman"/>
              <a:ea typeface="Times New Roman"/>
              <a:cs typeface="Times New Roman"/>
            </a:endParaRPr>
          </a:p>
        </p:txBody>
      </p:sp>
      <p:sp>
        <p:nvSpPr>
          <p:cNvPr id="209" name="Rounded Rectangle 15">
            <a:extLst xmlns:a="http://schemas.openxmlformats.org/drawingml/2006/main">
              <a:ext uri="{FF2B5EF4-FFF2-40B4-BE49-F238E27FC236}">
                <a16:creationId xmlns:a16="http://schemas.microsoft.com/office/drawing/2014/main" id="{258E040A-A189-4423-B8E8-05DF5E7ED52C}"/>
              </a:ext>
            </a:extLst>
          </p:cNvPr>
          <p:cNvSpPr>
            <a:spLocks xmlns:a="http://schemas.openxmlformats.org/drawingml/2006/main" noGrp="1"/>
          </p:cNvSpPr>
          <p:nvPr/>
        </p:nvSpPr>
        <p:spPr>
          <a:xfrm xmlns:a="http://schemas.openxmlformats.org/drawingml/2006/main">
            <a:off x="8028360" y="1600200"/>
            <a:ext cx="3401280" cy="434304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210" name="Rectangle 16">
            <a:extLst xmlns:a="http://schemas.openxmlformats.org/drawingml/2006/main">
              <a:ext uri="{FF2B5EF4-FFF2-40B4-BE49-F238E27FC236}">
                <a16:creationId xmlns:a16="http://schemas.microsoft.com/office/drawing/2014/main" id="{5B0D012A-678D-4FFA-A892-814649A0BCA6}"/>
              </a:ext>
            </a:extLst>
          </p:cNvPr>
          <p:cNvSpPr>
            <a:spLocks xmlns:a="http://schemas.openxmlformats.org/drawingml/2006/main" noGrp="1"/>
          </p:cNvSpPr>
          <p:nvPr/>
        </p:nvSpPr>
        <p:spPr>
          <a:xfrm xmlns:a="http://schemas.openxmlformats.org/drawingml/2006/main">
            <a:off x="8028360" y="1600200"/>
            <a:ext cx="91080" cy="4343040"/>
          </a:xfrm>
          <a:prstGeom xmlns:a="http://schemas.openxmlformats.org/drawingml/2006/main" prst="rect">
            <a:avLst/>
          </a:prstGeom>
          <a:solidFill xmlns:a="http://schemas.openxmlformats.org/drawingml/2006/main">
            <a:srgbClr val="E81F26"/>
          </a:solidFill>
          <a:ln xmlns:a="http://schemas.openxmlformats.org/drawingml/2006/main">
            <a:solidFill>
              <a:srgbClr val="E81F2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211" name="TextBox 17">
            <a:extLst xmlns:a="http://schemas.openxmlformats.org/drawingml/2006/main">
              <a:ext uri="{FF2B5EF4-FFF2-40B4-BE49-F238E27FC236}">
                <a16:creationId xmlns:a16="http://schemas.microsoft.com/office/drawing/2014/main" id="{B7511D84-61E3-4F90-B4F3-00E2FDA74456}"/>
              </a:ext>
            </a:extLst>
          </p:cNvPr>
          <p:cNvSpPr>
            <a:spLocks xmlns:a="http://schemas.openxmlformats.org/drawingml/2006/main" noGrp="1"/>
          </p:cNvSpPr>
          <p:nvPr/>
        </p:nvSpPr>
        <p:spPr>
          <a:xfrm xmlns:a="http://schemas.openxmlformats.org/drawingml/2006/main">
            <a:off x="8315160" y="1670804"/>
            <a:ext cx="3126960" cy="4024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400" b="1" u="none" strike="noStrike">
                <a:solidFill>
                  <a:srgbClr val="044F9E"/>
                </a:solidFill>
                <a:latin typeface="Times New Roman"/>
                <a:ea typeface="Times New Roman"/>
                <a:cs typeface="Times New Roman"/>
              </a:rPr>
              <a:t>F1 và confusion matrix</a:t>
            </a:r>
            <a:endParaRPr sz="2400" b="0" u="none" strike="noStrike">
              <a:solidFill>
                <a:srgbClr val="000000"/>
              </a:solidFill>
              <a:latin typeface="Times New Roman"/>
              <a:ea typeface="Times New Roman"/>
              <a:cs typeface="Times New Roman"/>
            </a:endParaRPr>
          </a:p>
        </p:txBody>
      </p:sp>
      <p:sp>
        <p:nvSpPr>
          <p:cNvPr id="212" name="TextBox 18">
            <a:extLst xmlns:a="http://schemas.openxmlformats.org/drawingml/2006/main">
              <a:ext uri="{FF2B5EF4-FFF2-40B4-BE49-F238E27FC236}">
                <a16:creationId xmlns:a16="http://schemas.microsoft.com/office/drawing/2014/main" id="{8AABA60D-3869-4567-B620-76A950B75F33}"/>
              </a:ext>
            </a:extLst>
          </p:cNvPr>
          <p:cNvSpPr>
            <a:spLocks xmlns:a="http://schemas.openxmlformats.org/drawingml/2006/main" noGrp="1"/>
          </p:cNvSpPr>
          <p:nvPr/>
        </p:nvSpPr>
        <p:spPr>
          <a:xfrm xmlns:a="http://schemas.openxmlformats.org/drawingml/2006/main">
            <a:off x="8211240" y="2112120"/>
            <a:ext cx="3126960" cy="259704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Đọc cùng nhau để đánh giá sự cân bằng giữa precision, recall và các kiểu lỗi của mô hình. Không chỉ dùng accuracy khi lớp mất cân bằng.</a:t>
            </a:r>
            <a:endParaRPr sz="2400" b="0" u="none" strike="noStrike">
              <a:solidFill>
                <a:srgbClr val="000000"/>
              </a:solidFill>
              <a:latin typeface="Times New Roman"/>
              <a:ea typeface="Times New Roman"/>
              <a:cs typeface="Times New Roman"/>
            </a:endParaRPr>
          </a:p>
        </p:txBody>
      </p:sp>
    </p:spTree>
    <p:extLst>
      <p:ext uri="{BB962C8B-B14F-4D97-AF65-F5344CB8AC3E}">
        <p14:creationId xmlns:p14="http://schemas.microsoft.com/office/powerpoint/2010/main" val="711726047"/>
      </p:ext>
    </p:extLst>
  </p:cSld>
</p:sld>
</file>

<file path=ppt/slides/slide33.xml><?xml version="1.0" encoding="utf-8"?>
<p:sld xmlns:p="http://schemas.openxmlformats.org/presentationml/2006/main">
  <p:cSld>
    <p:spTree>
      <p:nvGrpSpPr>
        <p:cNvPr id="1" name=""/>
        <p:cNvGrpSpPr/>
        <p:nvPr/>
      </p:nvGrpSpPr>
      <p:grpSpPr>
        <a:xfrm xmlns:a="http://schemas.openxmlformats.org/drawingml/2006/main"/>
      </p:grpSpPr>
      <p:sp>
        <p:nvSpPr>
          <p:cNvPr id="628" name="TextBox 6">
            <a:extLst xmlns:a="http://schemas.openxmlformats.org/drawingml/2006/main">
              <a:ext uri="{FF2B5EF4-FFF2-40B4-BE49-F238E27FC236}">
                <a16:creationId xmlns:a16="http://schemas.microsoft.com/office/drawing/2014/main" id="{CB271FE5-67A9-45CF-B8D5-858C96710163}"/>
              </a:ext>
            </a:extLst>
          </p:cNvPr>
          <p:cNvSpPr>
            <a:spLocks xmlns:a="http://schemas.openxmlformats.org/drawingml/2006/main" noGrp="1"/>
          </p:cNvSpPr>
          <p:nvPr/>
        </p:nvSpPr>
        <p:spPr>
          <a:xfrm xmlns:a="http://schemas.openxmlformats.org/drawingml/2006/main">
            <a:off x="713160" y="603360"/>
            <a:ext cx="10881000" cy="6030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defTabSz="914400">
              <a:lnSpc>
                <a:spcPct val="100000"/>
              </a:lnSpc>
              <a:buNone/>
            </a:pPr>
            <a:r>
              <a:rPr sz="2900" b="1" u="none" strike="noStrike">
                <a:solidFill>
                  <a:srgbClr val="044F9E"/>
                </a:solidFill>
                <a:latin typeface="Times New Roman"/>
                <a:ea typeface="Times New Roman"/>
                <a:cs typeface="Times New Roman"/>
              </a:rPr>
              <a:t>Thời gian được đo riêng cho từng giai đoạn của mô hình</a:t>
            </a:r>
            <a:endParaRPr sz="2900" b="0" u="none" strike="noStrike">
              <a:solidFill>
                <a:srgbClr val="000000"/>
              </a:solidFill>
              <a:latin typeface="Times New Roman"/>
              <a:ea typeface="Times New Roman"/>
              <a:cs typeface="Times New Roman"/>
            </a:endParaRPr>
          </a:p>
        </p:txBody>
      </p:sp>
      <p:sp>
        <p:nvSpPr>
          <p:cNvPr id="629" name="Rectangle 7">
            <a:extLst xmlns:a="http://schemas.openxmlformats.org/drawingml/2006/main">
              <a:ext uri="{FF2B5EF4-FFF2-40B4-BE49-F238E27FC236}">
                <a16:creationId xmlns:a16="http://schemas.microsoft.com/office/drawing/2014/main" id="{A8D78121-7754-49D2-8A57-4A1F000A8316}"/>
              </a:ext>
            </a:extLst>
          </p:cNvPr>
          <p:cNvSpPr>
            <a:spLocks xmlns:a="http://schemas.openxmlformats.org/drawingml/2006/main" noGrp="1"/>
          </p:cNvSpPr>
          <p:nvPr/>
        </p:nvSpPr>
        <p:spPr>
          <a:xfrm xmlns:a="http://schemas.openxmlformats.org/drawingml/2006/main">
            <a:off x="731520" y="1243440"/>
            <a:ext cx="822600" cy="5004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5400" rIns="90000" bIns="54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630" name="TextBox 8">
            <a:extLst xmlns:a="http://schemas.openxmlformats.org/drawingml/2006/main">
              <a:ext uri="{FF2B5EF4-FFF2-40B4-BE49-F238E27FC236}">
                <a16:creationId xmlns:a16="http://schemas.microsoft.com/office/drawing/2014/main" id="{2B4856B0-F2F6-41DD-AF4D-0FCBAB46729E}"/>
              </a:ext>
            </a:extLst>
          </p:cNvPr>
          <p:cNvSpPr>
            <a:spLocks xmlns:a="http://schemas.openxmlformats.org/drawingml/2006/main" noGrp="1"/>
          </p:cNvSpPr>
          <p:nvPr/>
        </p:nvSpPr>
        <p:spPr>
          <a:xfrm xmlns:a="http://schemas.openxmlformats.org/drawingml/2006/main">
            <a:off x="11384280" y="6492240"/>
            <a:ext cx="438480" cy="2743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spAutoFit/>
          </a:bodyPr>
          <a:lstStyle xmlns:a="http://schemas.openxmlformats.org/drawingml/2006/main"/>
          <a:p xmlns:a="http://schemas.openxmlformats.org/drawingml/2006/main">
            <a:pPr algn="r" defTabSz="914400">
              <a:lnSpc>
                <a:spcPct val="100000"/>
              </a:lnSpc>
              <a:buNone/>
            </a:pPr>
            <a:r>
              <a:rPr sz="1800" b="1" u="none" strike="noStrike">
                <a:solidFill>
                  <a:srgbClr val="044F9E"/>
                </a:solidFill>
                <a:latin typeface="Times New Roman"/>
                <a:ea typeface="Times New Roman"/>
                <a:cs typeface="Times New Roman"/>
              </a:rPr>
              <a:t>33</a:t>
            </a:r>
            <a:endParaRPr sz="1800" b="0" u="none" strike="noStrike">
              <a:solidFill>
                <a:srgbClr val="000000"/>
              </a:solidFill>
              <a:latin typeface="Times New Roman"/>
              <a:ea typeface="Times New Roman"/>
              <a:cs typeface="Times New Roman"/>
            </a:endParaRPr>
          </a:p>
        </p:txBody>
      </p:sp>
      <p:sp>
        <p:nvSpPr>
          <p:cNvPr id="631" name="Rounded Rectangle 9">
            <a:extLst xmlns:a="http://schemas.openxmlformats.org/drawingml/2006/main">
              <a:ext uri="{FF2B5EF4-FFF2-40B4-BE49-F238E27FC236}">
                <a16:creationId xmlns:a16="http://schemas.microsoft.com/office/drawing/2014/main" id="{E701A556-EF5F-4652-AC82-7A9D0744260C}"/>
              </a:ext>
            </a:extLst>
          </p:cNvPr>
          <p:cNvSpPr>
            <a:spLocks xmlns:a="http://schemas.openxmlformats.org/drawingml/2006/main" noGrp="1"/>
          </p:cNvSpPr>
          <p:nvPr/>
        </p:nvSpPr>
        <p:spPr>
          <a:xfrm xmlns:a="http://schemas.openxmlformats.org/drawingml/2006/main">
            <a:off x="841320" y="2011680"/>
            <a:ext cx="3382920" cy="221256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632" name="Rectangle 10">
            <a:extLst xmlns:a="http://schemas.openxmlformats.org/drawingml/2006/main">
              <a:ext uri="{FF2B5EF4-FFF2-40B4-BE49-F238E27FC236}">
                <a16:creationId xmlns:a16="http://schemas.microsoft.com/office/drawing/2014/main" id="{0A95A48E-8B40-41E8-9A07-6BD984E595AD}"/>
              </a:ext>
            </a:extLst>
          </p:cNvPr>
          <p:cNvSpPr>
            <a:spLocks xmlns:a="http://schemas.openxmlformats.org/drawingml/2006/main" noGrp="1"/>
          </p:cNvSpPr>
          <p:nvPr/>
        </p:nvSpPr>
        <p:spPr>
          <a:xfrm xmlns:a="http://schemas.openxmlformats.org/drawingml/2006/main">
            <a:off x="841320" y="2011680"/>
            <a:ext cx="91080" cy="2212560"/>
          </a:xfrm>
          <a:prstGeom xmlns:a="http://schemas.openxmlformats.org/drawingml/2006/main" prst="rect">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633" name="TextBox 11">
            <a:extLst xmlns:a="http://schemas.openxmlformats.org/drawingml/2006/main">
              <a:ext uri="{FF2B5EF4-FFF2-40B4-BE49-F238E27FC236}">
                <a16:creationId xmlns:a16="http://schemas.microsoft.com/office/drawing/2014/main" id="{C4997FEB-4CAB-4523-8111-884D2AC8CAD4}"/>
              </a:ext>
            </a:extLst>
          </p:cNvPr>
          <p:cNvSpPr>
            <a:spLocks xmlns:a="http://schemas.openxmlformats.org/drawingml/2006/main" noGrp="1"/>
          </p:cNvSpPr>
          <p:nvPr/>
        </p:nvSpPr>
        <p:spPr>
          <a:xfrm xmlns:a="http://schemas.openxmlformats.org/drawingml/2006/main">
            <a:off x="1024200" y="2096295"/>
            <a:ext cx="310860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algn="ctr" defTabSz="914400">
              <a:lnSpc>
                <a:spcPct val="100000"/>
              </a:lnSpc>
              <a:buNone/>
            </a:pPr>
            <a:r>
              <a:rPr sz="2400" b="1" u="none" strike="noStrike">
                <a:solidFill>
                  <a:srgbClr val="044F9E"/>
                </a:solidFill>
                <a:latin typeface="Times New Roman"/>
                <a:ea typeface="Times New Roman"/>
                <a:cs typeface="Times New Roman"/>
              </a:rPr>
              <a:t>Training time</a:t>
            </a:r>
            <a:endParaRPr sz="2400" b="0" u="none" strike="noStrike">
              <a:solidFill>
                <a:srgbClr val="000000"/>
              </a:solidFill>
              <a:latin typeface="Times New Roman"/>
              <a:ea typeface="Times New Roman"/>
              <a:cs typeface="Times New Roman"/>
            </a:endParaRPr>
          </a:p>
        </p:txBody>
      </p:sp>
      <p:sp>
        <p:nvSpPr>
          <p:cNvPr id="634" name="TextBox 12">
            <a:extLst xmlns:a="http://schemas.openxmlformats.org/drawingml/2006/main">
              <a:ext uri="{FF2B5EF4-FFF2-40B4-BE49-F238E27FC236}">
                <a16:creationId xmlns:a16="http://schemas.microsoft.com/office/drawing/2014/main" id="{6BAB129B-520C-49F7-A68C-FD7F930C8A09}"/>
              </a:ext>
            </a:extLst>
          </p:cNvPr>
          <p:cNvSpPr>
            <a:spLocks xmlns:a="http://schemas.openxmlformats.org/drawingml/2006/main" noGrp="1"/>
          </p:cNvSpPr>
          <p:nvPr/>
        </p:nvSpPr>
        <p:spPr>
          <a:xfrm xmlns:a="http://schemas.openxmlformats.org/drawingml/2006/main">
            <a:off x="1024200" y="2523600"/>
            <a:ext cx="3108600" cy="775742"/>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algn="ctr" defTabSz="914400">
              <a:lnSpc>
                <a:spcPct val="100000"/>
              </a:lnSpc>
              <a:buNone/>
            </a:pPr>
            <a:r>
              <a:rPr sz="2400" b="0" u="none" strike="noStrike">
                <a:solidFill>
                  <a:srgbClr val="18324B"/>
                </a:solidFill>
                <a:latin typeface="Times New Roman"/>
                <a:ea typeface="Times New Roman"/>
                <a:cs typeface="Times New Roman"/>
              </a:rPr>
              <a:t>Thời gian gọi fit và hoàn tất huấn luyện</a:t>
            </a:r>
            <a:endParaRPr sz="2400" b="0" u="none" strike="noStrike">
              <a:solidFill>
                <a:srgbClr val="000000"/>
              </a:solidFill>
              <a:latin typeface="Times New Roman"/>
              <a:ea typeface="Times New Roman"/>
              <a:cs typeface="Times New Roman"/>
            </a:endParaRPr>
          </a:p>
        </p:txBody>
      </p:sp>
      <p:sp>
        <p:nvSpPr>
          <p:cNvPr id="635" name="Rounded Rectangle 13">
            <a:extLst xmlns:a="http://schemas.openxmlformats.org/drawingml/2006/main">
              <a:ext uri="{FF2B5EF4-FFF2-40B4-BE49-F238E27FC236}">
                <a16:creationId xmlns:a16="http://schemas.microsoft.com/office/drawing/2014/main" id="{5EA36893-B389-4F8B-A125-22849B594C65}"/>
              </a:ext>
            </a:extLst>
          </p:cNvPr>
          <p:cNvSpPr>
            <a:spLocks xmlns:a="http://schemas.openxmlformats.org/drawingml/2006/main" noGrp="1"/>
          </p:cNvSpPr>
          <p:nvPr/>
        </p:nvSpPr>
        <p:spPr>
          <a:xfrm xmlns:a="http://schemas.openxmlformats.org/drawingml/2006/main">
            <a:off x="4608720" y="2011680"/>
            <a:ext cx="3382920" cy="221256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636" name="Rectangle 14">
            <a:extLst xmlns:a="http://schemas.openxmlformats.org/drawingml/2006/main">
              <a:ext uri="{FF2B5EF4-FFF2-40B4-BE49-F238E27FC236}">
                <a16:creationId xmlns:a16="http://schemas.microsoft.com/office/drawing/2014/main" id="{01C35A34-3747-40A2-A0AA-1D6BEBB70C16}"/>
              </a:ext>
            </a:extLst>
          </p:cNvPr>
          <p:cNvSpPr>
            <a:spLocks xmlns:a="http://schemas.openxmlformats.org/drawingml/2006/main" noGrp="1"/>
          </p:cNvSpPr>
          <p:nvPr/>
        </p:nvSpPr>
        <p:spPr>
          <a:xfrm xmlns:a="http://schemas.openxmlformats.org/drawingml/2006/main">
            <a:off x="4608720" y="2011680"/>
            <a:ext cx="91080" cy="221256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637" name="TextBox 15">
            <a:extLst xmlns:a="http://schemas.openxmlformats.org/drawingml/2006/main">
              <a:ext uri="{FF2B5EF4-FFF2-40B4-BE49-F238E27FC236}">
                <a16:creationId xmlns:a16="http://schemas.microsoft.com/office/drawing/2014/main" id="{6785836E-4343-4BEB-A661-FBC4F872A6D2}"/>
              </a:ext>
            </a:extLst>
          </p:cNvPr>
          <p:cNvSpPr>
            <a:spLocks xmlns:a="http://schemas.openxmlformats.org/drawingml/2006/main" noGrp="1"/>
          </p:cNvSpPr>
          <p:nvPr/>
        </p:nvSpPr>
        <p:spPr>
          <a:xfrm xmlns:a="http://schemas.openxmlformats.org/drawingml/2006/main">
            <a:off x="4791600" y="2096295"/>
            <a:ext cx="310860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algn="ctr" defTabSz="914400">
              <a:lnSpc>
                <a:spcPct val="100000"/>
              </a:lnSpc>
              <a:buNone/>
            </a:pPr>
            <a:r>
              <a:rPr sz="2400" b="1" u="none" strike="noStrike">
                <a:solidFill>
                  <a:srgbClr val="044F9E"/>
                </a:solidFill>
                <a:latin typeface="Times New Roman"/>
                <a:ea typeface="Times New Roman"/>
                <a:cs typeface="Times New Roman"/>
              </a:rPr>
              <a:t>Model load time</a:t>
            </a:r>
            <a:endParaRPr sz="2400" b="0" u="none" strike="noStrike">
              <a:solidFill>
                <a:srgbClr val="000000"/>
              </a:solidFill>
              <a:latin typeface="Times New Roman"/>
              <a:ea typeface="Times New Roman"/>
              <a:cs typeface="Times New Roman"/>
            </a:endParaRPr>
          </a:p>
        </p:txBody>
      </p:sp>
      <p:sp>
        <p:nvSpPr>
          <p:cNvPr id="638" name="TextBox 16">
            <a:extLst xmlns:a="http://schemas.openxmlformats.org/drawingml/2006/main">
              <a:ext uri="{FF2B5EF4-FFF2-40B4-BE49-F238E27FC236}">
                <a16:creationId xmlns:a16="http://schemas.microsoft.com/office/drawing/2014/main" id="{0104F96C-F8FF-4C31-B09F-C6615E57DB93}"/>
              </a:ext>
            </a:extLst>
          </p:cNvPr>
          <p:cNvSpPr>
            <a:spLocks xmlns:a="http://schemas.openxmlformats.org/drawingml/2006/main" noGrp="1"/>
          </p:cNvSpPr>
          <p:nvPr/>
        </p:nvSpPr>
        <p:spPr>
          <a:xfrm xmlns:a="http://schemas.openxmlformats.org/drawingml/2006/main">
            <a:off x="4791600" y="2523600"/>
            <a:ext cx="3108600" cy="775742"/>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algn="ctr" defTabSz="914400">
              <a:lnSpc>
                <a:spcPct val="100000"/>
              </a:lnSpc>
              <a:buNone/>
            </a:pPr>
            <a:r>
              <a:rPr sz="2400" b="0" u="none" strike="noStrike">
                <a:solidFill>
                  <a:srgbClr val="18324B"/>
                </a:solidFill>
                <a:latin typeface="Times New Roman"/>
                <a:ea typeface="Times New Roman"/>
                <a:cs typeface="Times New Roman"/>
              </a:rPr>
              <a:t>Thời gian nạp model đã lưu</a:t>
            </a:r>
            <a:endParaRPr sz="2400" b="0" u="none" strike="noStrike">
              <a:solidFill>
                <a:srgbClr val="000000"/>
              </a:solidFill>
              <a:latin typeface="Times New Roman"/>
              <a:ea typeface="Times New Roman"/>
              <a:cs typeface="Times New Roman"/>
            </a:endParaRPr>
          </a:p>
        </p:txBody>
      </p:sp>
      <p:sp>
        <p:nvSpPr>
          <p:cNvPr id="639" name="Rounded Rectangle 17">
            <a:extLst xmlns:a="http://schemas.openxmlformats.org/drawingml/2006/main">
              <a:ext uri="{FF2B5EF4-FFF2-40B4-BE49-F238E27FC236}">
                <a16:creationId xmlns:a16="http://schemas.microsoft.com/office/drawing/2014/main" id="{C3A3A9F6-8068-4E23-8050-BD7D5DD04CB0}"/>
              </a:ext>
            </a:extLst>
          </p:cNvPr>
          <p:cNvSpPr>
            <a:spLocks xmlns:a="http://schemas.openxmlformats.org/drawingml/2006/main" noGrp="1"/>
          </p:cNvSpPr>
          <p:nvPr/>
        </p:nvSpPr>
        <p:spPr>
          <a:xfrm xmlns:a="http://schemas.openxmlformats.org/drawingml/2006/main">
            <a:off x="8375760" y="2011680"/>
            <a:ext cx="3382920" cy="221256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640" name="Rectangle 18">
            <a:extLst xmlns:a="http://schemas.openxmlformats.org/drawingml/2006/main">
              <a:ext uri="{FF2B5EF4-FFF2-40B4-BE49-F238E27FC236}">
                <a16:creationId xmlns:a16="http://schemas.microsoft.com/office/drawing/2014/main" id="{C3546746-6FD7-472F-A670-1B267E113DC7}"/>
              </a:ext>
            </a:extLst>
          </p:cNvPr>
          <p:cNvSpPr>
            <a:spLocks xmlns:a="http://schemas.openxmlformats.org/drawingml/2006/main" noGrp="1"/>
          </p:cNvSpPr>
          <p:nvPr/>
        </p:nvSpPr>
        <p:spPr>
          <a:xfrm xmlns:a="http://schemas.openxmlformats.org/drawingml/2006/main">
            <a:off x="8375760" y="2011680"/>
            <a:ext cx="91080" cy="2212560"/>
          </a:xfrm>
          <a:prstGeom xmlns:a="http://schemas.openxmlformats.org/drawingml/2006/main" prst="rect">
            <a:avLst/>
          </a:prstGeom>
          <a:solidFill xmlns:a="http://schemas.openxmlformats.org/drawingml/2006/main">
            <a:srgbClr val="E81F26"/>
          </a:solidFill>
          <a:ln xmlns:a="http://schemas.openxmlformats.org/drawingml/2006/main">
            <a:solidFill>
              <a:srgbClr val="E81F2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641" name="TextBox 19">
            <a:extLst xmlns:a="http://schemas.openxmlformats.org/drawingml/2006/main">
              <a:ext uri="{FF2B5EF4-FFF2-40B4-BE49-F238E27FC236}">
                <a16:creationId xmlns:a16="http://schemas.microsoft.com/office/drawing/2014/main" id="{F14A65BF-DE0C-4476-B984-26BB76410525}"/>
              </a:ext>
            </a:extLst>
          </p:cNvPr>
          <p:cNvSpPr>
            <a:spLocks xmlns:a="http://schemas.openxmlformats.org/drawingml/2006/main" noGrp="1"/>
          </p:cNvSpPr>
          <p:nvPr/>
        </p:nvSpPr>
        <p:spPr>
          <a:xfrm xmlns:a="http://schemas.openxmlformats.org/drawingml/2006/main">
            <a:off x="8558640" y="2096295"/>
            <a:ext cx="310860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algn="ctr" defTabSz="914400">
              <a:lnSpc>
                <a:spcPct val="100000"/>
              </a:lnSpc>
              <a:buNone/>
            </a:pPr>
            <a:r>
              <a:rPr sz="2400" b="1" u="none" strike="noStrike">
                <a:solidFill>
                  <a:srgbClr val="044F9E"/>
                </a:solidFill>
                <a:latin typeface="Times New Roman"/>
                <a:ea typeface="Times New Roman"/>
                <a:cs typeface="Times New Roman"/>
              </a:rPr>
              <a:t>Prediction time</a:t>
            </a:r>
            <a:endParaRPr sz="2400" b="0" u="none" strike="noStrike">
              <a:solidFill>
                <a:srgbClr val="000000"/>
              </a:solidFill>
              <a:latin typeface="Times New Roman"/>
              <a:ea typeface="Times New Roman"/>
              <a:cs typeface="Times New Roman"/>
            </a:endParaRPr>
          </a:p>
        </p:txBody>
      </p:sp>
      <p:sp>
        <p:nvSpPr>
          <p:cNvPr id="642" name="TextBox 20">
            <a:extLst xmlns:a="http://schemas.openxmlformats.org/drawingml/2006/main">
              <a:ext uri="{FF2B5EF4-FFF2-40B4-BE49-F238E27FC236}">
                <a16:creationId xmlns:a16="http://schemas.microsoft.com/office/drawing/2014/main" id="{E5657FF6-8652-4FF3-A63C-CFCD63349BD1}"/>
              </a:ext>
            </a:extLst>
          </p:cNvPr>
          <p:cNvSpPr>
            <a:spLocks xmlns:a="http://schemas.openxmlformats.org/drawingml/2006/main" noGrp="1"/>
          </p:cNvSpPr>
          <p:nvPr/>
        </p:nvSpPr>
        <p:spPr>
          <a:xfrm xmlns:a="http://schemas.openxmlformats.org/drawingml/2006/main">
            <a:off x="8558640" y="2523600"/>
            <a:ext cx="3108600" cy="775742"/>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algn="ctr" defTabSz="914400">
              <a:lnSpc>
                <a:spcPct val="100000"/>
              </a:lnSpc>
              <a:buNone/>
            </a:pPr>
            <a:r>
              <a:rPr sz="2400" b="0" u="none" strike="noStrike">
                <a:solidFill>
                  <a:srgbClr val="18324B"/>
                </a:solidFill>
                <a:latin typeface="Times New Roman"/>
                <a:ea typeface="Times New Roman"/>
                <a:cs typeface="Times New Roman"/>
              </a:rPr>
              <a:t>Thời gian tạo dự đoán trên tập test</a:t>
            </a:r>
            <a:endParaRPr sz="2400" b="0" u="none" strike="noStrike">
              <a:solidFill>
                <a:srgbClr val="000000"/>
              </a:solidFill>
              <a:latin typeface="Times New Roman"/>
              <a:ea typeface="Times New Roman"/>
              <a:cs typeface="Times New Roman"/>
            </a:endParaRPr>
          </a:p>
        </p:txBody>
      </p:sp>
      <p:sp>
        <p:nvSpPr>
          <p:cNvPr id="643" name="Rounded Rectangle 21">
            <a:extLst xmlns:a="http://schemas.openxmlformats.org/drawingml/2006/main">
              <a:ext uri="{FF2B5EF4-FFF2-40B4-BE49-F238E27FC236}">
                <a16:creationId xmlns:a16="http://schemas.microsoft.com/office/drawing/2014/main" id="{CF246B01-B084-4D8F-873F-4B21F15D70BA}"/>
              </a:ext>
            </a:extLst>
          </p:cNvPr>
          <p:cNvSpPr>
            <a:spLocks xmlns:a="http://schemas.openxmlformats.org/drawingml/2006/main" noGrp="1"/>
          </p:cNvSpPr>
          <p:nvPr/>
        </p:nvSpPr>
        <p:spPr>
          <a:xfrm xmlns:a="http://schemas.openxmlformats.org/drawingml/2006/main">
            <a:off x="1828800" y="4846320"/>
            <a:ext cx="8521920" cy="767880"/>
          </a:xfrm>
          <a:prstGeom xmlns:a="http://schemas.openxmlformats.org/drawingml/2006/main" prst="roundRect">
            <a:avLst>
              <a:gd name="adj" fmla="val 16667"/>
            </a:avLst>
          </a:prstGeom>
          <a:solidFill xmlns:a="http://schemas.openxmlformats.org/drawingml/2006/main">
            <a:srgbClr val="EEF7FD"/>
          </a:solidFill>
          <a:ln xmlns:a="http://schemas.openxmlformats.org/drawingml/2006/main" w="13970">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73080" tIns="73080" rIns="73080" bIns="73080" anchor="ctr">
            <a:noAutofit/>
          </a:bodyPr>
          <a:lstStyle xmlns:a="http://schemas.openxmlformats.org/drawingml/2006/main"/>
          <a:p xmlns:a="http://schemas.openxmlformats.org/drawingml/2006/main">
            <a:pPr algn="ctr" defTabSz="914400">
              <a:lnSpc>
                <a:spcPct val="100000"/>
              </a:lnSpc>
              <a:buNone/>
            </a:pPr>
            <a:r>
              <a:rPr sz="2400" b="1" u="none" strike="noStrike">
                <a:solidFill>
                  <a:srgbClr val="044F9E"/>
                </a:solidFill>
                <a:latin typeface="Times New Roman"/>
                <a:ea typeface="Times New Roman"/>
                <a:cs typeface="Times New Roman"/>
              </a:rPr>
              <a:t>Dùng time.time() trước và sau vùng code cần đo.</a:t>
            </a:r>
            <a:endParaRPr sz="2400" b="0" u="none" strike="noStrike">
              <a:solidFill>
                <a:srgbClr val="000000"/>
              </a:solidFill>
              <a:latin typeface="Times New Roman"/>
              <a:ea typeface="Times New Roman"/>
              <a:cs typeface="Times New Roman"/>
            </a:endParaRPr>
          </a:p>
        </p:txBody>
      </p:sp>
    </p:spTree>
    <p:extLst>
      <p:ext uri="{BB962C8B-B14F-4D97-AF65-F5344CB8AC3E}">
        <p14:creationId xmlns:p14="http://schemas.microsoft.com/office/powerpoint/2010/main" val="989364459"/>
      </p:ext>
    </p:extLst>
  </p:cSld>
</p:sld>
</file>

<file path=ppt/slides/slide34.xml><?xml version="1.0" encoding="utf-8"?>
<p:sld xmlns:p="http://schemas.openxmlformats.org/presentationml/2006/main">
  <p:cSld>
    <p:spTree>
      <p:nvGrpSpPr>
        <p:cNvPr id="1" name=""/>
        <p:cNvGrpSpPr/>
        <p:nvPr/>
      </p:nvGrpSpPr>
      <p:grpSpPr>
        <a:xfrm xmlns:a="http://schemas.openxmlformats.org/drawingml/2006/main"/>
      </p:grpSpPr>
      <p:sp>
        <p:nvSpPr>
          <p:cNvPr id="647" name="TextBox 4">
            <a:extLst xmlns:a="http://schemas.openxmlformats.org/drawingml/2006/main">
              <a:ext uri="{FF2B5EF4-FFF2-40B4-BE49-F238E27FC236}">
                <a16:creationId xmlns:a16="http://schemas.microsoft.com/office/drawing/2014/main" id="{2EDF24FE-074A-4341-919E-CC53FCA0931F}"/>
              </a:ext>
            </a:extLst>
          </p:cNvPr>
          <p:cNvSpPr>
            <a:spLocks xmlns:a="http://schemas.openxmlformats.org/drawingml/2006/main" noGrp="1"/>
          </p:cNvSpPr>
          <p:nvPr/>
        </p:nvSpPr>
        <p:spPr>
          <a:xfrm xmlns:a="http://schemas.openxmlformats.org/drawingml/2006/main">
            <a:off x="713160" y="603360"/>
            <a:ext cx="10881000" cy="6030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defTabSz="914400">
              <a:lnSpc>
                <a:spcPct val="100000"/>
              </a:lnSpc>
              <a:buNone/>
            </a:pPr>
            <a:r>
              <a:rPr sz="2900" b="1" u="none" strike="noStrike">
                <a:solidFill>
                  <a:srgbClr val="044F9E"/>
                </a:solidFill>
                <a:latin typeface="Times New Roman"/>
                <a:ea typeface="Times New Roman"/>
                <a:cs typeface="Times New Roman"/>
              </a:rPr>
              <a:t>Lưu model giúp tái sử dụng mà không phải huấn luyện lại</a:t>
            </a:r>
            <a:endParaRPr sz="2900" b="0" u="none" strike="noStrike">
              <a:solidFill>
                <a:srgbClr val="000000"/>
              </a:solidFill>
              <a:latin typeface="Times New Roman"/>
              <a:ea typeface="Times New Roman"/>
              <a:cs typeface="Times New Roman"/>
            </a:endParaRPr>
          </a:p>
        </p:txBody>
      </p:sp>
      <p:sp>
        <p:nvSpPr>
          <p:cNvPr id="648" name="Rectangle 5">
            <a:extLst xmlns:a="http://schemas.openxmlformats.org/drawingml/2006/main">
              <a:ext uri="{FF2B5EF4-FFF2-40B4-BE49-F238E27FC236}">
                <a16:creationId xmlns:a16="http://schemas.microsoft.com/office/drawing/2014/main" id="{4ED803F7-9C02-4B7C-A5A8-5244672CAA0C}"/>
              </a:ext>
            </a:extLst>
          </p:cNvPr>
          <p:cNvSpPr>
            <a:spLocks xmlns:a="http://schemas.openxmlformats.org/drawingml/2006/main" noGrp="1"/>
          </p:cNvSpPr>
          <p:nvPr/>
        </p:nvSpPr>
        <p:spPr>
          <a:xfrm xmlns:a="http://schemas.openxmlformats.org/drawingml/2006/main">
            <a:off x="731520" y="1243440"/>
            <a:ext cx="822600" cy="5004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5400" rIns="90000" bIns="54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649" name="TextBox 6">
            <a:extLst xmlns:a="http://schemas.openxmlformats.org/drawingml/2006/main">
              <a:ext uri="{FF2B5EF4-FFF2-40B4-BE49-F238E27FC236}">
                <a16:creationId xmlns:a16="http://schemas.microsoft.com/office/drawing/2014/main" id="{EF367BCB-12DD-449E-94CC-370773FC958C}"/>
              </a:ext>
            </a:extLst>
          </p:cNvPr>
          <p:cNvSpPr>
            <a:spLocks xmlns:a="http://schemas.openxmlformats.org/drawingml/2006/main" noGrp="1"/>
          </p:cNvSpPr>
          <p:nvPr/>
        </p:nvSpPr>
        <p:spPr>
          <a:xfrm xmlns:a="http://schemas.openxmlformats.org/drawingml/2006/main">
            <a:off x="11384280" y="6492240"/>
            <a:ext cx="438480" cy="2743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spAutoFit/>
          </a:bodyPr>
          <a:lstStyle xmlns:a="http://schemas.openxmlformats.org/drawingml/2006/main"/>
          <a:p xmlns:a="http://schemas.openxmlformats.org/drawingml/2006/main">
            <a:pPr algn="r" defTabSz="914400">
              <a:lnSpc>
                <a:spcPct val="100000"/>
              </a:lnSpc>
              <a:buNone/>
            </a:pPr>
            <a:r>
              <a:rPr sz="1800" b="1" u="none" strike="noStrike">
                <a:solidFill>
                  <a:srgbClr val="044F9E"/>
                </a:solidFill>
                <a:latin typeface="Times New Roman"/>
                <a:ea typeface="Times New Roman"/>
                <a:cs typeface="Times New Roman"/>
              </a:rPr>
              <a:t>34</a:t>
            </a:r>
            <a:endParaRPr sz="1800" b="0" u="none" strike="noStrike">
              <a:solidFill>
                <a:srgbClr val="000000"/>
              </a:solidFill>
              <a:latin typeface="Times New Roman"/>
              <a:ea typeface="Times New Roman"/>
              <a:cs typeface="Times New Roman"/>
            </a:endParaRPr>
          </a:p>
        </p:txBody>
      </p:sp>
      <p:sp>
        <p:nvSpPr>
          <p:cNvPr id="650" name="Rounded Rectangle 7">
            <a:extLst xmlns:a="http://schemas.openxmlformats.org/drawingml/2006/main">
              <a:ext uri="{FF2B5EF4-FFF2-40B4-BE49-F238E27FC236}">
                <a16:creationId xmlns:a16="http://schemas.microsoft.com/office/drawing/2014/main" id="{071B15C0-B173-406D-B6AD-DA5EAF1C459A}"/>
              </a:ext>
            </a:extLst>
          </p:cNvPr>
          <p:cNvSpPr>
            <a:spLocks xmlns:a="http://schemas.openxmlformats.org/drawingml/2006/main" noGrp="1"/>
          </p:cNvSpPr>
          <p:nvPr/>
        </p:nvSpPr>
        <p:spPr>
          <a:xfrm xmlns:a="http://schemas.openxmlformats.org/drawingml/2006/main">
            <a:off x="804600" y="1627560"/>
            <a:ext cx="5047200" cy="359316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651" name="Rectangle 8">
            <a:extLst xmlns:a="http://schemas.openxmlformats.org/drawingml/2006/main">
              <a:ext uri="{FF2B5EF4-FFF2-40B4-BE49-F238E27FC236}">
                <a16:creationId xmlns:a16="http://schemas.microsoft.com/office/drawing/2014/main" id="{4FB2E900-78E9-4913-84CF-005B987F3AF6}"/>
              </a:ext>
            </a:extLst>
          </p:cNvPr>
          <p:cNvSpPr>
            <a:spLocks xmlns:a="http://schemas.openxmlformats.org/drawingml/2006/main" noGrp="1"/>
          </p:cNvSpPr>
          <p:nvPr/>
        </p:nvSpPr>
        <p:spPr>
          <a:xfrm xmlns:a="http://schemas.openxmlformats.org/drawingml/2006/main">
            <a:off x="804600" y="1627560"/>
            <a:ext cx="91080" cy="3593160"/>
          </a:xfrm>
          <a:prstGeom xmlns:a="http://schemas.openxmlformats.org/drawingml/2006/main" prst="rect">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652" name="TextBox 9">
            <a:extLst xmlns:a="http://schemas.openxmlformats.org/drawingml/2006/main">
              <a:ext uri="{FF2B5EF4-FFF2-40B4-BE49-F238E27FC236}">
                <a16:creationId xmlns:a16="http://schemas.microsoft.com/office/drawing/2014/main" id="{5A753601-C21A-4404-8FE4-3C3A4A50A6A7}"/>
              </a:ext>
            </a:extLst>
          </p:cNvPr>
          <p:cNvSpPr>
            <a:spLocks xmlns:a="http://schemas.openxmlformats.org/drawingml/2006/main" noGrp="1"/>
          </p:cNvSpPr>
          <p:nvPr/>
        </p:nvSpPr>
        <p:spPr>
          <a:xfrm xmlns:a="http://schemas.openxmlformats.org/drawingml/2006/main">
            <a:off x="1216440" y="1714680"/>
            <a:ext cx="477288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400" b="1" u="none" strike="noStrike">
                <a:solidFill>
                  <a:srgbClr val="044F9E"/>
                </a:solidFill>
                <a:latin typeface="Times New Roman"/>
                <a:ea typeface="Times New Roman"/>
                <a:cs typeface="Times New Roman"/>
              </a:rPr>
              <a:t>Scikit-learn</a:t>
            </a:r>
            <a:endParaRPr sz="2400" b="0" u="none" strike="noStrike">
              <a:solidFill>
                <a:srgbClr val="000000"/>
              </a:solidFill>
              <a:latin typeface="Times New Roman"/>
              <a:ea typeface="Times New Roman"/>
              <a:cs typeface="Times New Roman"/>
            </a:endParaRPr>
          </a:p>
        </p:txBody>
      </p:sp>
      <p:sp>
        <p:nvSpPr>
          <p:cNvPr id="653" name="TextBox 10">
            <a:extLst xmlns:a="http://schemas.openxmlformats.org/drawingml/2006/main">
              <a:ext uri="{FF2B5EF4-FFF2-40B4-BE49-F238E27FC236}">
                <a16:creationId xmlns:a16="http://schemas.microsoft.com/office/drawing/2014/main" id="{33862784-8358-4E57-A215-DE86E2E3FE72}"/>
              </a:ext>
            </a:extLst>
          </p:cNvPr>
          <p:cNvSpPr>
            <a:spLocks xmlns:a="http://schemas.openxmlformats.org/drawingml/2006/main" noGrp="1"/>
          </p:cNvSpPr>
          <p:nvPr/>
        </p:nvSpPr>
        <p:spPr>
          <a:xfrm xmlns:a="http://schemas.openxmlformats.org/drawingml/2006/main">
            <a:off x="987480" y="2139840"/>
            <a:ext cx="4772880" cy="1145074"/>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Lưu: joblib.dump()</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Nạp: joblib.load()</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Tệp .joblib giữ model đã fit</a:t>
            </a:r>
            <a:endParaRPr sz="2400" b="0" u="none" strike="noStrike">
              <a:solidFill>
                <a:srgbClr val="000000"/>
              </a:solidFill>
              <a:latin typeface="Times New Roman"/>
              <a:ea typeface="Times New Roman"/>
              <a:cs typeface="Times New Roman"/>
            </a:endParaRPr>
          </a:p>
        </p:txBody>
      </p:sp>
      <p:sp>
        <p:nvSpPr>
          <p:cNvPr id="654" name="Rounded Rectangle 11">
            <a:extLst xmlns:a="http://schemas.openxmlformats.org/drawingml/2006/main">
              <a:ext uri="{FF2B5EF4-FFF2-40B4-BE49-F238E27FC236}">
                <a16:creationId xmlns:a16="http://schemas.microsoft.com/office/drawing/2014/main" id="{C4095BE6-2A14-4A1C-8CD3-2B0C9B9D065E}"/>
              </a:ext>
            </a:extLst>
          </p:cNvPr>
          <p:cNvSpPr>
            <a:spLocks xmlns:a="http://schemas.openxmlformats.org/drawingml/2006/main" noGrp="1"/>
          </p:cNvSpPr>
          <p:nvPr/>
        </p:nvSpPr>
        <p:spPr>
          <a:xfrm xmlns:a="http://schemas.openxmlformats.org/drawingml/2006/main">
            <a:off x="6199560" y="1627560"/>
            <a:ext cx="5047200" cy="359316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655" name="Rectangle 12">
            <a:extLst xmlns:a="http://schemas.openxmlformats.org/drawingml/2006/main">
              <a:ext uri="{FF2B5EF4-FFF2-40B4-BE49-F238E27FC236}">
                <a16:creationId xmlns:a16="http://schemas.microsoft.com/office/drawing/2014/main" id="{E07B6055-A8FD-4C46-9F3E-322189042D97}"/>
              </a:ext>
            </a:extLst>
          </p:cNvPr>
          <p:cNvSpPr>
            <a:spLocks xmlns:a="http://schemas.openxmlformats.org/drawingml/2006/main" noGrp="1"/>
          </p:cNvSpPr>
          <p:nvPr/>
        </p:nvSpPr>
        <p:spPr>
          <a:xfrm xmlns:a="http://schemas.openxmlformats.org/drawingml/2006/main">
            <a:off x="6199560" y="1627560"/>
            <a:ext cx="91080" cy="359316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656" name="TextBox 13">
            <a:extLst xmlns:a="http://schemas.openxmlformats.org/drawingml/2006/main">
              <a:ext uri="{FF2B5EF4-FFF2-40B4-BE49-F238E27FC236}">
                <a16:creationId xmlns:a16="http://schemas.microsoft.com/office/drawing/2014/main" id="{2EB8F1DF-D0E8-424A-95D1-9E4DAA0FF5B3}"/>
              </a:ext>
            </a:extLst>
          </p:cNvPr>
          <p:cNvSpPr>
            <a:spLocks xmlns:a="http://schemas.openxmlformats.org/drawingml/2006/main" noGrp="1"/>
          </p:cNvSpPr>
          <p:nvPr/>
        </p:nvSpPr>
        <p:spPr>
          <a:xfrm xmlns:a="http://schemas.openxmlformats.org/drawingml/2006/main">
            <a:off x="6611400" y="1714680"/>
            <a:ext cx="477288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400" b="1" u="none" strike="noStrike">
                <a:solidFill>
                  <a:srgbClr val="044F9E"/>
                </a:solidFill>
                <a:latin typeface="Times New Roman"/>
                <a:ea typeface="Times New Roman"/>
                <a:cs typeface="Times New Roman"/>
              </a:rPr>
              <a:t>Spark MLlib</a:t>
            </a:r>
            <a:endParaRPr sz="2400" b="0" u="none" strike="noStrike">
              <a:solidFill>
                <a:srgbClr val="000000"/>
              </a:solidFill>
              <a:latin typeface="Times New Roman"/>
              <a:ea typeface="Times New Roman"/>
              <a:cs typeface="Times New Roman"/>
            </a:endParaRPr>
          </a:p>
        </p:txBody>
      </p:sp>
      <p:sp>
        <p:nvSpPr>
          <p:cNvPr id="657" name="TextBox 14">
            <a:extLst xmlns:a="http://schemas.openxmlformats.org/drawingml/2006/main">
              <a:ext uri="{FF2B5EF4-FFF2-40B4-BE49-F238E27FC236}">
                <a16:creationId xmlns:a16="http://schemas.microsoft.com/office/drawing/2014/main" id="{3D558041-F920-4886-86C9-05FFAA6A2F2A}"/>
              </a:ext>
            </a:extLst>
          </p:cNvPr>
          <p:cNvSpPr>
            <a:spLocks xmlns:a="http://schemas.openxmlformats.org/drawingml/2006/main" noGrp="1"/>
          </p:cNvSpPr>
          <p:nvPr/>
        </p:nvSpPr>
        <p:spPr>
          <a:xfrm xmlns:a="http://schemas.openxmlformats.org/drawingml/2006/main">
            <a:off x="6382440" y="2139840"/>
            <a:ext cx="4772880" cy="11340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Lưu: model.write().save()</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Nạp: &lt;model&gt;.load()</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Mỗi model có định dạng Spark riêng</a:t>
            </a:r>
            <a:endParaRPr sz="2400" b="0" u="none" strike="noStrike">
              <a:solidFill>
                <a:srgbClr val="000000"/>
              </a:solidFill>
              <a:latin typeface="Times New Roman"/>
              <a:ea typeface="Times New Roman"/>
              <a:cs typeface="Times New Roman"/>
            </a:endParaRPr>
          </a:p>
        </p:txBody>
      </p:sp>
      <p:sp>
        <p:nvSpPr>
          <p:cNvPr id="658" name="TextBox 15">
            <a:extLst xmlns:a="http://schemas.openxmlformats.org/drawingml/2006/main">
              <a:ext uri="{FF2B5EF4-FFF2-40B4-BE49-F238E27FC236}">
                <a16:creationId xmlns:a16="http://schemas.microsoft.com/office/drawing/2014/main" id="{3B5D7807-A5A1-4191-B88B-9390204742C2}"/>
              </a:ext>
            </a:extLst>
          </p:cNvPr>
          <p:cNvSpPr>
            <a:spLocks xmlns:a="http://schemas.openxmlformats.org/drawingml/2006/main" noGrp="1"/>
          </p:cNvSpPr>
          <p:nvPr/>
        </p:nvSpPr>
        <p:spPr>
          <a:xfrm xmlns:a="http://schemas.openxmlformats.org/drawingml/2006/main">
            <a:off x="932760" y="5466166"/>
            <a:ext cx="10058040" cy="387508"/>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algn="ctr" defTabSz="914400">
              <a:lnSpc>
                <a:spcPct val="100000"/>
              </a:lnSpc>
              <a:buNone/>
            </a:pPr>
            <a:r>
              <a:rPr sz="2400" b="0" u="none" strike="noStrike">
                <a:solidFill>
                  <a:srgbClr val="527089"/>
                </a:solidFill>
                <a:latin typeface="Times New Roman"/>
                <a:ea typeface="Times New Roman"/>
                <a:cs typeface="Times New Roman"/>
              </a:rPr>
              <a:t>Tách training và inference giúp demo lại mô hình đã huấn luyện.</a:t>
            </a:r>
            <a:endParaRPr sz="2400" b="0" u="none" strike="noStrike">
              <a:solidFill>
                <a:srgbClr val="000000"/>
              </a:solidFill>
              <a:latin typeface="Times New Roman"/>
              <a:ea typeface="Times New Roman"/>
              <a:cs typeface="Times New Roman"/>
            </a:endParaRPr>
          </a:p>
        </p:txBody>
      </p:sp>
    </p:spTree>
    <p:extLst>
      <p:ext uri="{BB962C8B-B14F-4D97-AF65-F5344CB8AC3E}">
        <p14:creationId xmlns:p14="http://schemas.microsoft.com/office/powerpoint/2010/main" val="512561492"/>
      </p:ext>
    </p:extLst>
  </p:cSld>
</p:sld>
</file>

<file path=ppt/slides/slide35.xml><?xml version="1.0" encoding="utf-8"?>
<p:sld xmlns:p="http://schemas.openxmlformats.org/presentationml/2006/main">
  <p:cSld>
    <p:spTree>
      <p:nvGrpSpPr>
        <p:cNvPr id="1" name=""/>
        <p:cNvGrpSpPr/>
        <p:nvPr/>
      </p:nvGrpSpPr>
      <p:grpSpPr>
        <a:xfrm xmlns:a="http://schemas.openxmlformats.org/drawingml/2006/main"/>
      </p:grpSpPr>
      <p:sp>
        <p:nvSpPr>
          <p:cNvPr id="661" name="TextBox 3">
            <a:extLst xmlns:a="http://schemas.openxmlformats.org/drawingml/2006/main">
              <a:ext uri="{FF2B5EF4-FFF2-40B4-BE49-F238E27FC236}">
                <a16:creationId xmlns:a16="http://schemas.microsoft.com/office/drawing/2014/main" id="{C06A7772-5876-4C35-9921-2F6E755698D7}"/>
              </a:ext>
            </a:extLst>
          </p:cNvPr>
          <p:cNvSpPr>
            <a:spLocks xmlns:a="http://schemas.openxmlformats.org/drawingml/2006/main" noGrp="1"/>
          </p:cNvSpPr>
          <p:nvPr/>
        </p:nvSpPr>
        <p:spPr>
          <a:xfrm xmlns:a="http://schemas.openxmlformats.org/drawingml/2006/main">
            <a:off x="713160" y="603360"/>
            <a:ext cx="10881000" cy="6030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defTabSz="914400">
              <a:lnSpc>
                <a:spcPct val="100000"/>
              </a:lnSpc>
              <a:buNone/>
            </a:pPr>
            <a:r>
              <a:rPr sz="2900" b="1" u="none" strike="noStrike">
                <a:solidFill>
                  <a:srgbClr val="044F9E"/>
                </a:solidFill>
                <a:latin typeface="Times New Roman"/>
                <a:ea typeface="Times New Roman"/>
                <a:cs typeface="Times New Roman"/>
              </a:rPr>
              <a:t>Streamlit kết nối pipeline và demo dự đoán</a:t>
            </a:r>
            <a:endParaRPr sz="2900" b="0" u="none" strike="noStrike">
              <a:solidFill>
                <a:srgbClr val="000000"/>
              </a:solidFill>
              <a:latin typeface="Times New Roman"/>
              <a:ea typeface="Times New Roman"/>
              <a:cs typeface="Times New Roman"/>
            </a:endParaRPr>
          </a:p>
        </p:txBody>
      </p:sp>
      <p:sp>
        <p:nvSpPr>
          <p:cNvPr id="662" name="Rectangle 4">
            <a:extLst xmlns:a="http://schemas.openxmlformats.org/drawingml/2006/main">
              <a:ext uri="{FF2B5EF4-FFF2-40B4-BE49-F238E27FC236}">
                <a16:creationId xmlns:a16="http://schemas.microsoft.com/office/drawing/2014/main" id="{23955990-726F-4252-925F-13CBF9DBE80D}"/>
              </a:ext>
            </a:extLst>
          </p:cNvPr>
          <p:cNvSpPr>
            <a:spLocks xmlns:a="http://schemas.openxmlformats.org/drawingml/2006/main" noGrp="1"/>
          </p:cNvSpPr>
          <p:nvPr/>
        </p:nvSpPr>
        <p:spPr>
          <a:xfrm xmlns:a="http://schemas.openxmlformats.org/drawingml/2006/main">
            <a:off x="731520" y="1243440"/>
            <a:ext cx="822600" cy="5004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5400" rIns="90000" bIns="54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663" name="TextBox 5">
            <a:extLst xmlns:a="http://schemas.openxmlformats.org/drawingml/2006/main">
              <a:ext uri="{FF2B5EF4-FFF2-40B4-BE49-F238E27FC236}">
                <a16:creationId xmlns:a16="http://schemas.microsoft.com/office/drawing/2014/main" id="{6D35170F-95C9-4148-B02F-286CCC14BD17}"/>
              </a:ext>
            </a:extLst>
          </p:cNvPr>
          <p:cNvSpPr>
            <a:spLocks xmlns:a="http://schemas.openxmlformats.org/drawingml/2006/main" noGrp="1"/>
          </p:cNvSpPr>
          <p:nvPr/>
        </p:nvSpPr>
        <p:spPr>
          <a:xfrm xmlns:a="http://schemas.openxmlformats.org/drawingml/2006/main">
            <a:off x="11384280" y="6492240"/>
            <a:ext cx="438480" cy="2743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spAutoFit/>
          </a:bodyPr>
          <a:lstStyle xmlns:a="http://schemas.openxmlformats.org/drawingml/2006/main"/>
          <a:p xmlns:a="http://schemas.openxmlformats.org/drawingml/2006/main">
            <a:pPr algn="r" defTabSz="914400">
              <a:lnSpc>
                <a:spcPct val="100000"/>
              </a:lnSpc>
              <a:buNone/>
            </a:pPr>
            <a:r>
              <a:rPr sz="1800" b="1" u="none" strike="noStrike">
                <a:solidFill>
                  <a:srgbClr val="044F9E"/>
                </a:solidFill>
                <a:latin typeface="Times New Roman"/>
                <a:ea typeface="Times New Roman"/>
                <a:cs typeface="Times New Roman"/>
              </a:rPr>
              <a:t>35</a:t>
            </a:r>
            <a:endParaRPr sz="1800" b="0" u="none" strike="noStrike">
              <a:solidFill>
                <a:srgbClr val="000000"/>
              </a:solidFill>
              <a:latin typeface="Times New Roman"/>
              <a:ea typeface="Times New Roman"/>
              <a:cs typeface="Times New Roman"/>
            </a:endParaRPr>
          </a:p>
        </p:txBody>
      </p:sp>
      <p:sp>
        <p:nvSpPr>
          <p:cNvPr id="664" name="Rounded Rectangle 6">
            <a:extLst xmlns:a="http://schemas.openxmlformats.org/drawingml/2006/main">
              <a:ext uri="{FF2B5EF4-FFF2-40B4-BE49-F238E27FC236}">
                <a16:creationId xmlns:a16="http://schemas.microsoft.com/office/drawing/2014/main" id="{4F0F7EF5-5CCB-4E0A-8193-865624E1199D}"/>
              </a:ext>
            </a:extLst>
          </p:cNvPr>
          <p:cNvSpPr>
            <a:spLocks xmlns:a="http://schemas.openxmlformats.org/drawingml/2006/main" noGrp="1"/>
          </p:cNvSpPr>
          <p:nvPr/>
        </p:nvSpPr>
        <p:spPr>
          <a:xfrm xmlns:a="http://schemas.openxmlformats.org/drawingml/2006/main">
            <a:off x="694800" y="1645920"/>
            <a:ext cx="2057040" cy="603000"/>
          </a:xfrm>
          <a:prstGeom xmlns:a="http://schemas.openxmlformats.org/drawingml/2006/main" prst="roundRect">
            <a:avLst>
              <a:gd name="adj" fmla="val 16667"/>
            </a:avLst>
          </a:prstGeom>
          <a:solidFill xmlns:a="http://schemas.openxmlformats.org/drawingml/2006/main">
            <a:srgbClr val="044F9E"/>
          </a:solidFill>
          <a:ln xmlns:a="http://schemas.openxmlformats.org/drawingml/2006/main" w="13970">
            <a:solidFill>
              <a:srgbClr val="044F9E"/>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18360" tIns="18360" rIns="18360" bIns="18360" anchor="ctr">
            <a:noAutofit/>
          </a:bodyPr>
          <a:lstStyle xmlns:a="http://schemas.openxmlformats.org/drawingml/2006/main"/>
          <a:p xmlns:a="http://schemas.openxmlformats.org/drawingml/2006/main">
            <a:pPr algn="ctr" defTabSz="914400">
              <a:lnSpc>
                <a:spcPct val="100000"/>
              </a:lnSpc>
              <a:buNone/>
            </a:pPr>
            <a:r>
              <a:rPr sz="2400" b="1" u="none" strike="noStrike">
                <a:solidFill>
                  <a:srgbClr val="FFFFFF"/>
                </a:solidFill>
                <a:latin typeface="Times New Roman"/>
                <a:ea typeface="Times New Roman"/>
                <a:cs typeface="Times New Roman"/>
              </a:rPr>
              <a:t>Dữ liệu</a:t>
            </a:r>
            <a:endParaRPr sz="2400" b="0" u="none" strike="noStrike">
              <a:solidFill>
                <a:srgbClr val="FFFFFF"/>
              </a:solidFill>
              <a:latin typeface="Times New Roman"/>
              <a:ea typeface="Times New Roman"/>
              <a:cs typeface="Times New Roman"/>
            </a:endParaRPr>
          </a:p>
        </p:txBody>
      </p:sp>
      <p:sp>
        <p:nvSpPr>
          <p:cNvPr id="665" name="Rounded Rectangle 7">
            <a:extLst xmlns:a="http://schemas.openxmlformats.org/drawingml/2006/main">
              <a:ext uri="{FF2B5EF4-FFF2-40B4-BE49-F238E27FC236}">
                <a16:creationId xmlns:a16="http://schemas.microsoft.com/office/drawing/2014/main" id="{6F6224B6-9CE2-462D-AAA0-779CC8C53B5F}"/>
              </a:ext>
            </a:extLst>
          </p:cNvPr>
          <p:cNvSpPr>
            <a:spLocks xmlns:a="http://schemas.openxmlformats.org/drawingml/2006/main" noGrp="1"/>
          </p:cNvSpPr>
          <p:nvPr/>
        </p:nvSpPr>
        <p:spPr>
          <a:xfrm xmlns:a="http://schemas.openxmlformats.org/drawingml/2006/main">
            <a:off x="2962800" y="1645920"/>
            <a:ext cx="2057040" cy="603000"/>
          </a:xfrm>
          <a:prstGeom xmlns:a="http://schemas.openxmlformats.org/drawingml/2006/main" prst="roundRect">
            <a:avLst>
              <a:gd name="adj" fmla="val 16667"/>
            </a:avLst>
          </a:prstGeom>
          <a:solidFill xmlns:a="http://schemas.openxmlformats.org/drawingml/2006/main">
            <a:srgbClr val="2072B7"/>
          </a:solidFill>
          <a:ln xmlns:a="http://schemas.openxmlformats.org/drawingml/2006/main" w="13970">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18360" tIns="18360" rIns="18360" bIns="18360" anchor="ctr">
            <a:noAutofit/>
          </a:bodyPr>
          <a:lstStyle xmlns:a="http://schemas.openxmlformats.org/drawingml/2006/main"/>
          <a:p xmlns:a="http://schemas.openxmlformats.org/drawingml/2006/main">
            <a:pPr algn="ctr" defTabSz="914400">
              <a:lnSpc>
                <a:spcPct val="100000"/>
              </a:lnSpc>
              <a:buNone/>
            </a:pPr>
            <a:r>
              <a:rPr sz="2400" b="1" u="none" strike="noStrike">
                <a:solidFill>
                  <a:srgbClr val="FFFFFF"/>
                </a:solidFill>
                <a:latin typeface="Times New Roman"/>
                <a:ea typeface="Times New Roman"/>
                <a:cs typeface="Times New Roman"/>
              </a:rPr>
              <a:t>Scikit-learn</a:t>
            </a:r>
            <a:endParaRPr sz="2400" b="0" u="none" strike="noStrike">
              <a:solidFill>
                <a:srgbClr val="FFFFFF"/>
              </a:solidFill>
              <a:latin typeface="Times New Roman"/>
              <a:ea typeface="Times New Roman"/>
              <a:cs typeface="Times New Roman"/>
            </a:endParaRPr>
          </a:p>
        </p:txBody>
      </p:sp>
      <p:sp>
        <p:nvSpPr>
          <p:cNvPr id="666" name="Rounded Rectangle 8">
            <a:extLst xmlns:a="http://schemas.openxmlformats.org/drawingml/2006/main">
              <a:ext uri="{FF2B5EF4-FFF2-40B4-BE49-F238E27FC236}">
                <a16:creationId xmlns:a16="http://schemas.microsoft.com/office/drawing/2014/main" id="{1F162149-A7C5-40DA-8087-38CCDED54225}"/>
              </a:ext>
            </a:extLst>
          </p:cNvPr>
          <p:cNvSpPr>
            <a:spLocks xmlns:a="http://schemas.openxmlformats.org/drawingml/2006/main" noGrp="1"/>
          </p:cNvSpPr>
          <p:nvPr/>
        </p:nvSpPr>
        <p:spPr>
          <a:xfrm xmlns:a="http://schemas.openxmlformats.org/drawingml/2006/main">
            <a:off x="5230440" y="1645920"/>
            <a:ext cx="2057040" cy="603000"/>
          </a:xfrm>
          <a:prstGeom xmlns:a="http://schemas.openxmlformats.org/drawingml/2006/main" prst="roundRect">
            <a:avLst>
              <a:gd name="adj" fmla="val 16667"/>
            </a:avLst>
          </a:prstGeom>
          <a:solidFill xmlns:a="http://schemas.openxmlformats.org/drawingml/2006/main">
            <a:srgbClr val="4CC4EB"/>
          </a:solidFill>
          <a:ln xmlns:a="http://schemas.openxmlformats.org/drawingml/2006/main" w="13970">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18360" tIns="18360" rIns="18360" bIns="18360" anchor="ctr">
            <a:noAutofit/>
          </a:bodyPr>
          <a:lstStyle xmlns:a="http://schemas.openxmlformats.org/drawingml/2006/main"/>
          <a:p xmlns:a="http://schemas.openxmlformats.org/drawingml/2006/main">
            <a:pPr algn="ctr" defTabSz="914400">
              <a:lnSpc>
                <a:spcPct val="100000"/>
              </a:lnSpc>
              <a:buNone/>
            </a:pPr>
            <a:r>
              <a:rPr sz="2400" b="1" u="none" strike="noStrike">
                <a:solidFill>
                  <a:srgbClr val="FFFFFF"/>
                </a:solidFill>
                <a:latin typeface="Times New Roman"/>
                <a:ea typeface="Times New Roman"/>
                <a:cs typeface="Times New Roman"/>
              </a:rPr>
              <a:t>Spark MLlib</a:t>
            </a:r>
            <a:endParaRPr sz="2400" b="0" u="none" strike="noStrike">
              <a:solidFill>
                <a:srgbClr val="000000"/>
              </a:solidFill>
              <a:latin typeface="Times New Roman"/>
              <a:ea typeface="Times New Roman"/>
              <a:cs typeface="Times New Roman"/>
            </a:endParaRPr>
          </a:p>
        </p:txBody>
      </p:sp>
      <p:sp>
        <p:nvSpPr>
          <p:cNvPr id="667" name="Rounded Rectangle 9">
            <a:extLst xmlns:a="http://schemas.openxmlformats.org/drawingml/2006/main">
              <a:ext uri="{FF2B5EF4-FFF2-40B4-BE49-F238E27FC236}">
                <a16:creationId xmlns:a16="http://schemas.microsoft.com/office/drawing/2014/main" id="{E9847E4F-EA4D-49BF-B18F-A7A7179AFA98}"/>
              </a:ext>
            </a:extLst>
          </p:cNvPr>
          <p:cNvSpPr>
            <a:spLocks xmlns:a="http://schemas.openxmlformats.org/drawingml/2006/main" noGrp="1"/>
          </p:cNvSpPr>
          <p:nvPr/>
        </p:nvSpPr>
        <p:spPr>
          <a:xfrm xmlns:a="http://schemas.openxmlformats.org/drawingml/2006/main">
            <a:off x="7498080" y="1645920"/>
            <a:ext cx="2057040" cy="603000"/>
          </a:xfrm>
          <a:prstGeom xmlns:a="http://schemas.openxmlformats.org/drawingml/2006/main" prst="roundRect">
            <a:avLst>
              <a:gd name="adj" fmla="val 16667"/>
            </a:avLst>
          </a:prstGeom>
          <a:solidFill xmlns:a="http://schemas.openxmlformats.org/drawingml/2006/main">
            <a:srgbClr val="E81F26"/>
          </a:solidFill>
          <a:ln xmlns:a="http://schemas.openxmlformats.org/drawingml/2006/main" w="13970">
            <a:solidFill>
              <a:srgbClr val="E81F2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18360" tIns="18360" rIns="18360" bIns="18360" anchor="ctr">
            <a:noAutofit/>
          </a:bodyPr>
          <a:lstStyle xmlns:a="http://schemas.openxmlformats.org/drawingml/2006/main"/>
          <a:p xmlns:a="http://schemas.openxmlformats.org/drawingml/2006/main">
            <a:pPr algn="ctr" defTabSz="914400">
              <a:lnSpc>
                <a:spcPct val="100000"/>
              </a:lnSpc>
              <a:buNone/>
            </a:pPr>
            <a:r>
              <a:rPr sz="2400" b="1" u="none" strike="noStrike">
                <a:solidFill>
                  <a:srgbClr val="FFFFFF"/>
                </a:solidFill>
                <a:latin typeface="Times New Roman"/>
                <a:ea typeface="Times New Roman"/>
                <a:cs typeface="Times New Roman"/>
              </a:rPr>
              <a:t>So sánh</a:t>
            </a:r>
            <a:endParaRPr sz="2400" b="0" u="none" strike="noStrike">
              <a:solidFill>
                <a:srgbClr val="FFFFFF"/>
              </a:solidFill>
              <a:latin typeface="Times New Roman"/>
              <a:ea typeface="Times New Roman"/>
              <a:cs typeface="Times New Roman"/>
            </a:endParaRPr>
          </a:p>
        </p:txBody>
      </p:sp>
      <p:sp>
        <p:nvSpPr>
          <p:cNvPr id="668" name="Rounded Rectangle 10">
            <a:extLst xmlns:a="http://schemas.openxmlformats.org/drawingml/2006/main">
              <a:ext uri="{FF2B5EF4-FFF2-40B4-BE49-F238E27FC236}">
                <a16:creationId xmlns:a16="http://schemas.microsoft.com/office/drawing/2014/main" id="{645F158F-8EFE-40CE-B432-EFBD6E4DCBFA}"/>
              </a:ext>
            </a:extLst>
          </p:cNvPr>
          <p:cNvSpPr>
            <a:spLocks xmlns:a="http://schemas.openxmlformats.org/drawingml/2006/main" noGrp="1"/>
          </p:cNvSpPr>
          <p:nvPr/>
        </p:nvSpPr>
        <p:spPr>
          <a:xfrm xmlns:a="http://schemas.openxmlformats.org/drawingml/2006/main">
            <a:off x="9765720" y="1645920"/>
            <a:ext cx="2057040" cy="603000"/>
          </a:xfrm>
          <a:prstGeom xmlns:a="http://schemas.openxmlformats.org/drawingml/2006/main" prst="roundRect">
            <a:avLst>
              <a:gd name="adj" fmla="val 16667"/>
            </a:avLst>
          </a:prstGeom>
          <a:solidFill xmlns:a="http://schemas.openxmlformats.org/drawingml/2006/main">
            <a:srgbClr val="FEC01D"/>
          </a:solidFill>
          <a:ln xmlns:a="http://schemas.openxmlformats.org/drawingml/2006/main" w="13970">
            <a:solidFill>
              <a:srgbClr val="FEC01D"/>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18360" tIns="18360" rIns="18360" bIns="18360" anchor="ctr">
            <a:noAutofit/>
          </a:bodyPr>
          <a:lstStyle xmlns:a="http://schemas.openxmlformats.org/drawingml/2006/main"/>
          <a:p xmlns:a="http://schemas.openxmlformats.org/drawingml/2006/main">
            <a:pPr algn="ctr" defTabSz="914400">
              <a:lnSpc>
                <a:spcPct val="100000"/>
              </a:lnSpc>
              <a:buNone/>
            </a:pPr>
            <a:r>
              <a:rPr sz="2400" b="1" u="none" strike="noStrike">
                <a:solidFill>
                  <a:srgbClr val="18324B"/>
                </a:solidFill>
                <a:latin typeface="Times New Roman"/>
                <a:ea typeface="Times New Roman"/>
                <a:cs typeface="Times New Roman"/>
              </a:rPr>
              <a:t>Dự đoán thử</a:t>
            </a:r>
            <a:endParaRPr sz="2400" b="0" u="none" strike="noStrike">
              <a:solidFill>
                <a:srgbClr val="000000"/>
              </a:solidFill>
              <a:latin typeface="Times New Roman"/>
              <a:ea typeface="Times New Roman"/>
              <a:cs typeface="Times New Roman"/>
            </a:endParaRPr>
          </a:p>
        </p:txBody>
      </p:sp>
      <p:sp>
        <p:nvSpPr>
          <p:cNvPr id="669" name="Rounded Rectangle 11">
            <a:extLst xmlns:a="http://schemas.openxmlformats.org/drawingml/2006/main">
              <a:ext uri="{FF2B5EF4-FFF2-40B4-BE49-F238E27FC236}">
                <a16:creationId xmlns:a16="http://schemas.microsoft.com/office/drawing/2014/main" id="{647F3088-DF40-4A8C-AD29-3F87366E546C}"/>
              </a:ext>
            </a:extLst>
          </p:cNvPr>
          <p:cNvSpPr>
            <a:spLocks xmlns:a="http://schemas.openxmlformats.org/drawingml/2006/main" noGrp="1"/>
          </p:cNvSpPr>
          <p:nvPr/>
        </p:nvSpPr>
        <p:spPr>
          <a:xfrm xmlns:a="http://schemas.openxmlformats.org/drawingml/2006/main">
            <a:off x="777240" y="2633400"/>
            <a:ext cx="3337200" cy="223992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670" name="Rectangle 12">
            <a:extLst xmlns:a="http://schemas.openxmlformats.org/drawingml/2006/main">
              <a:ext uri="{FF2B5EF4-FFF2-40B4-BE49-F238E27FC236}">
                <a16:creationId xmlns:a16="http://schemas.microsoft.com/office/drawing/2014/main" id="{7D9F2295-0C1C-46FF-B5A1-133C10E1CA51}"/>
              </a:ext>
            </a:extLst>
          </p:cNvPr>
          <p:cNvSpPr>
            <a:spLocks xmlns:a="http://schemas.openxmlformats.org/drawingml/2006/main" noGrp="1"/>
          </p:cNvSpPr>
          <p:nvPr/>
        </p:nvSpPr>
        <p:spPr>
          <a:xfrm xmlns:a="http://schemas.openxmlformats.org/drawingml/2006/main">
            <a:off x="777240" y="2633400"/>
            <a:ext cx="91080" cy="2239920"/>
          </a:xfrm>
          <a:prstGeom xmlns:a="http://schemas.openxmlformats.org/drawingml/2006/main" prst="rect">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671" name="TextBox 13">
            <a:extLst xmlns:a="http://schemas.openxmlformats.org/drawingml/2006/main">
              <a:ext uri="{FF2B5EF4-FFF2-40B4-BE49-F238E27FC236}">
                <a16:creationId xmlns:a16="http://schemas.microsoft.com/office/drawing/2014/main" id="{0928F57A-C65E-4EBD-8657-BB9EFF235C26}"/>
              </a:ext>
            </a:extLst>
          </p:cNvPr>
          <p:cNvSpPr>
            <a:spLocks xmlns:a="http://schemas.openxmlformats.org/drawingml/2006/main" noGrp="1"/>
          </p:cNvSpPr>
          <p:nvPr/>
        </p:nvSpPr>
        <p:spPr>
          <a:xfrm xmlns:a="http://schemas.openxmlformats.org/drawingml/2006/main">
            <a:off x="960120" y="2718015"/>
            <a:ext cx="306288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400" b="1" u="none" strike="noStrike">
                <a:solidFill>
                  <a:srgbClr val="044F9E"/>
                </a:solidFill>
                <a:latin typeface="Times New Roman"/>
                <a:ea typeface="Times New Roman"/>
                <a:cs typeface="Times New Roman"/>
              </a:rPr>
              <a:t>Quan sát dữ liệu</a:t>
            </a:r>
            <a:endParaRPr sz="2400" b="0" u="none" strike="noStrike">
              <a:solidFill>
                <a:srgbClr val="000000"/>
              </a:solidFill>
              <a:latin typeface="Times New Roman"/>
              <a:ea typeface="Times New Roman"/>
              <a:cs typeface="Times New Roman"/>
            </a:endParaRPr>
          </a:p>
        </p:txBody>
      </p:sp>
      <p:sp>
        <p:nvSpPr>
          <p:cNvPr id="672" name="TextBox 14">
            <a:extLst xmlns:a="http://schemas.openxmlformats.org/drawingml/2006/main">
              <a:ext uri="{FF2B5EF4-FFF2-40B4-BE49-F238E27FC236}">
                <a16:creationId xmlns:a16="http://schemas.microsoft.com/office/drawing/2014/main" id="{162DA92E-89E1-4A85-BC53-E4A025EFD49E}"/>
              </a:ext>
            </a:extLst>
          </p:cNvPr>
          <p:cNvSpPr>
            <a:spLocks xmlns:a="http://schemas.openxmlformats.org/drawingml/2006/main" noGrp="1"/>
          </p:cNvSpPr>
          <p:nvPr/>
        </p:nvSpPr>
        <p:spPr>
          <a:xfrm xmlns:a="http://schemas.openxmlformats.org/drawingml/2006/main">
            <a:off x="960120" y="3145680"/>
            <a:ext cx="3062880" cy="1145074"/>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Số dòng, đặc trưng, thiếu dữ liệu, phân bố lớp và mẫu đầu.</a:t>
            </a:r>
            <a:endParaRPr sz="2400" b="0" u="none" strike="noStrike">
              <a:solidFill>
                <a:srgbClr val="000000"/>
              </a:solidFill>
              <a:latin typeface="Times New Roman"/>
              <a:ea typeface="Times New Roman"/>
              <a:cs typeface="Times New Roman"/>
            </a:endParaRPr>
          </a:p>
        </p:txBody>
      </p:sp>
      <p:sp>
        <p:nvSpPr>
          <p:cNvPr id="673" name="Rounded Rectangle 15">
            <a:extLst xmlns:a="http://schemas.openxmlformats.org/drawingml/2006/main">
              <a:ext uri="{FF2B5EF4-FFF2-40B4-BE49-F238E27FC236}">
                <a16:creationId xmlns:a16="http://schemas.microsoft.com/office/drawing/2014/main" id="{34AEC95A-8F71-491D-8C45-B552329A2ED3}"/>
              </a:ext>
            </a:extLst>
          </p:cNvPr>
          <p:cNvSpPr>
            <a:spLocks xmlns:a="http://schemas.openxmlformats.org/drawingml/2006/main" noGrp="1"/>
          </p:cNvSpPr>
          <p:nvPr/>
        </p:nvSpPr>
        <p:spPr>
          <a:xfrm xmlns:a="http://schemas.openxmlformats.org/drawingml/2006/main">
            <a:off x="4416480" y="2633400"/>
            <a:ext cx="3337200" cy="223992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674" name="Rectangle 16">
            <a:extLst xmlns:a="http://schemas.openxmlformats.org/drawingml/2006/main">
              <a:ext uri="{FF2B5EF4-FFF2-40B4-BE49-F238E27FC236}">
                <a16:creationId xmlns:a16="http://schemas.microsoft.com/office/drawing/2014/main" id="{32F277CB-385F-4576-96B3-2D431D84F168}"/>
              </a:ext>
            </a:extLst>
          </p:cNvPr>
          <p:cNvSpPr>
            <a:spLocks xmlns:a="http://schemas.openxmlformats.org/drawingml/2006/main" noGrp="1"/>
          </p:cNvSpPr>
          <p:nvPr/>
        </p:nvSpPr>
        <p:spPr>
          <a:xfrm xmlns:a="http://schemas.openxmlformats.org/drawingml/2006/main">
            <a:off x="4416480" y="2633400"/>
            <a:ext cx="91080" cy="223992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675" name="TextBox 17">
            <a:extLst xmlns:a="http://schemas.openxmlformats.org/drawingml/2006/main">
              <a:ext uri="{FF2B5EF4-FFF2-40B4-BE49-F238E27FC236}">
                <a16:creationId xmlns:a16="http://schemas.microsoft.com/office/drawing/2014/main" id="{32710793-B9FB-4D2B-8084-5B330562C80D}"/>
              </a:ext>
            </a:extLst>
          </p:cNvPr>
          <p:cNvSpPr>
            <a:spLocks xmlns:a="http://schemas.openxmlformats.org/drawingml/2006/main" noGrp="1"/>
          </p:cNvSpPr>
          <p:nvPr/>
        </p:nvSpPr>
        <p:spPr>
          <a:xfrm xmlns:a="http://schemas.openxmlformats.org/drawingml/2006/main">
            <a:off x="4599360" y="2718015"/>
            <a:ext cx="306288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400" b="1" u="none" strike="noStrike">
                <a:solidFill>
                  <a:srgbClr val="044F9E"/>
                </a:solidFill>
                <a:latin typeface="Times New Roman"/>
                <a:ea typeface="Times New Roman"/>
                <a:cs typeface="Times New Roman"/>
              </a:rPr>
              <a:t>Chạy pipeline</a:t>
            </a:r>
            <a:endParaRPr sz="2400" b="0" u="none" strike="noStrike">
              <a:solidFill>
                <a:srgbClr val="000000"/>
              </a:solidFill>
              <a:latin typeface="Times New Roman"/>
              <a:ea typeface="Times New Roman"/>
              <a:cs typeface="Times New Roman"/>
            </a:endParaRPr>
          </a:p>
        </p:txBody>
      </p:sp>
      <p:sp>
        <p:nvSpPr>
          <p:cNvPr id="676" name="TextBox 18">
            <a:extLst xmlns:a="http://schemas.openxmlformats.org/drawingml/2006/main">
              <a:ext uri="{FF2B5EF4-FFF2-40B4-BE49-F238E27FC236}">
                <a16:creationId xmlns:a16="http://schemas.microsoft.com/office/drawing/2014/main" id="{BA5E257B-CC25-42DB-9561-22CA8D1B60C8}"/>
              </a:ext>
            </a:extLst>
          </p:cNvPr>
          <p:cNvSpPr>
            <a:spLocks xmlns:a="http://schemas.openxmlformats.org/drawingml/2006/main" noGrp="1"/>
          </p:cNvSpPr>
          <p:nvPr/>
        </p:nvSpPr>
        <p:spPr>
          <a:xfrm xmlns:a="http://schemas.openxmlformats.org/drawingml/2006/main">
            <a:off x="4599360" y="3145680"/>
            <a:ext cx="3062880" cy="1145074"/>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Khởi chạy script thật, hiển thị log và trạng thái hoàn tất.</a:t>
            </a:r>
            <a:endParaRPr sz="2400" b="0" u="none" strike="noStrike">
              <a:solidFill>
                <a:srgbClr val="000000"/>
              </a:solidFill>
              <a:latin typeface="Times New Roman"/>
              <a:ea typeface="Times New Roman"/>
              <a:cs typeface="Times New Roman"/>
            </a:endParaRPr>
          </a:p>
        </p:txBody>
      </p:sp>
      <p:sp>
        <p:nvSpPr>
          <p:cNvPr id="677" name="Rounded Rectangle 19">
            <a:extLst xmlns:a="http://schemas.openxmlformats.org/drawingml/2006/main">
              <a:ext uri="{FF2B5EF4-FFF2-40B4-BE49-F238E27FC236}">
                <a16:creationId xmlns:a16="http://schemas.microsoft.com/office/drawing/2014/main" id="{92A21584-61E1-427F-AB02-399786DEFD79}"/>
              </a:ext>
            </a:extLst>
          </p:cNvPr>
          <p:cNvSpPr>
            <a:spLocks xmlns:a="http://schemas.openxmlformats.org/drawingml/2006/main" noGrp="1"/>
          </p:cNvSpPr>
          <p:nvPr/>
        </p:nvSpPr>
        <p:spPr>
          <a:xfrm xmlns:a="http://schemas.openxmlformats.org/drawingml/2006/main">
            <a:off x="8055720" y="2633400"/>
            <a:ext cx="3337200" cy="223992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678" name="Rectangle 20">
            <a:extLst xmlns:a="http://schemas.openxmlformats.org/drawingml/2006/main">
              <a:ext uri="{FF2B5EF4-FFF2-40B4-BE49-F238E27FC236}">
                <a16:creationId xmlns:a16="http://schemas.microsoft.com/office/drawing/2014/main" id="{BFC4D05A-9B9D-490C-8AC9-52EA9AD09532}"/>
              </a:ext>
            </a:extLst>
          </p:cNvPr>
          <p:cNvSpPr>
            <a:spLocks xmlns:a="http://schemas.openxmlformats.org/drawingml/2006/main" noGrp="1"/>
          </p:cNvSpPr>
          <p:nvPr/>
        </p:nvSpPr>
        <p:spPr>
          <a:xfrm xmlns:a="http://schemas.openxmlformats.org/drawingml/2006/main">
            <a:off x="8055720" y="2633400"/>
            <a:ext cx="91080" cy="2239920"/>
          </a:xfrm>
          <a:prstGeom xmlns:a="http://schemas.openxmlformats.org/drawingml/2006/main" prst="rect">
            <a:avLst/>
          </a:prstGeom>
          <a:solidFill xmlns:a="http://schemas.openxmlformats.org/drawingml/2006/main">
            <a:srgbClr val="E81F26"/>
          </a:solidFill>
          <a:ln xmlns:a="http://schemas.openxmlformats.org/drawingml/2006/main">
            <a:solidFill>
              <a:srgbClr val="E81F2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679" name="TextBox 21">
            <a:extLst xmlns:a="http://schemas.openxmlformats.org/drawingml/2006/main">
              <a:ext uri="{FF2B5EF4-FFF2-40B4-BE49-F238E27FC236}">
                <a16:creationId xmlns:a16="http://schemas.microsoft.com/office/drawing/2014/main" id="{2630EEC5-30AE-4C2E-A712-B7CC0CF8D88B}"/>
              </a:ext>
            </a:extLst>
          </p:cNvPr>
          <p:cNvSpPr>
            <a:spLocks xmlns:a="http://schemas.openxmlformats.org/drawingml/2006/main" noGrp="1"/>
          </p:cNvSpPr>
          <p:nvPr/>
        </p:nvSpPr>
        <p:spPr>
          <a:xfrm xmlns:a="http://schemas.openxmlformats.org/drawingml/2006/main">
            <a:off x="8238600" y="2718015"/>
            <a:ext cx="306288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400" b="1" u="none" strike="noStrike">
                <a:solidFill>
                  <a:srgbClr val="044F9E"/>
                </a:solidFill>
                <a:latin typeface="Times New Roman"/>
                <a:ea typeface="Times New Roman"/>
                <a:cs typeface="Times New Roman"/>
              </a:rPr>
              <a:t>Dự đoán thử</a:t>
            </a:r>
            <a:endParaRPr sz="2400" b="0" u="none" strike="noStrike">
              <a:solidFill>
                <a:srgbClr val="000000"/>
              </a:solidFill>
              <a:latin typeface="Times New Roman"/>
              <a:ea typeface="Times New Roman"/>
              <a:cs typeface="Times New Roman"/>
            </a:endParaRPr>
          </a:p>
        </p:txBody>
      </p:sp>
      <p:sp>
        <p:nvSpPr>
          <p:cNvPr id="680" name="TextBox 22">
            <a:extLst xmlns:a="http://schemas.openxmlformats.org/drawingml/2006/main">
              <a:ext uri="{FF2B5EF4-FFF2-40B4-BE49-F238E27FC236}">
                <a16:creationId xmlns:a16="http://schemas.microsoft.com/office/drawing/2014/main" id="{29BF9EA3-F960-45EB-B5D0-E081E1AD1254}"/>
              </a:ext>
            </a:extLst>
          </p:cNvPr>
          <p:cNvSpPr>
            <a:spLocks xmlns:a="http://schemas.openxmlformats.org/drawingml/2006/main" noGrp="1"/>
          </p:cNvSpPr>
          <p:nvPr/>
        </p:nvSpPr>
        <p:spPr>
          <a:xfrm xmlns:a="http://schemas.openxmlformats.org/drawingml/2006/main">
            <a:off x="8238600" y="3145680"/>
            <a:ext cx="3062880" cy="1145074"/>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Nạp model Scikit-learn đã lưu và trình bày nhãn dự đoán.</a:t>
            </a:r>
            <a:endParaRPr sz="2400" b="0" u="none" strike="noStrike">
              <a:solidFill>
                <a:srgbClr val="000000"/>
              </a:solidFill>
              <a:latin typeface="Times New Roman"/>
              <a:ea typeface="Times New Roman"/>
              <a:cs typeface="Times New Roman"/>
            </a:endParaRPr>
          </a:p>
        </p:txBody>
      </p:sp>
      <p:sp>
        <p:nvSpPr>
          <p:cNvPr id="681" name="TextBox 23">
            <a:extLst xmlns:a="http://schemas.openxmlformats.org/drawingml/2006/main">
              <a:ext uri="{FF2B5EF4-FFF2-40B4-BE49-F238E27FC236}">
                <a16:creationId xmlns:a16="http://schemas.microsoft.com/office/drawing/2014/main" id="{94DF42A3-DC1F-4155-A343-42195E69FC2A}"/>
              </a:ext>
            </a:extLst>
          </p:cNvPr>
          <p:cNvSpPr>
            <a:spLocks xmlns:a="http://schemas.openxmlformats.org/drawingml/2006/main" noGrp="1"/>
          </p:cNvSpPr>
          <p:nvPr/>
        </p:nvSpPr>
        <p:spPr>
          <a:xfrm xmlns:a="http://schemas.openxmlformats.org/drawingml/2006/main">
            <a:off x="1042560" y="5338186"/>
            <a:ext cx="10058040" cy="387508"/>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algn="ctr" defTabSz="914400">
              <a:lnSpc>
                <a:spcPct val="100000"/>
              </a:lnSpc>
              <a:buNone/>
            </a:pPr>
            <a:r>
              <a:rPr sz="2400" b="1" u="none" strike="noStrike">
                <a:solidFill>
                  <a:srgbClr val="044F9E"/>
                </a:solidFill>
                <a:latin typeface="Times New Roman"/>
                <a:ea typeface="Times New Roman"/>
                <a:cs typeface="Times New Roman"/>
              </a:rPr>
              <a:t>Demo: streamlit run app.py</a:t>
            </a:r>
            <a:endParaRPr sz="2400" b="0" u="none" strike="noStrike">
              <a:solidFill>
                <a:srgbClr val="000000"/>
              </a:solidFill>
              <a:latin typeface="Times New Roman"/>
              <a:ea typeface="Times New Roman"/>
              <a:cs typeface="Times New Roman"/>
            </a:endParaRPr>
          </a:p>
        </p:txBody>
      </p:sp>
    </p:spTree>
    <p:extLst>
      <p:ext uri="{BB962C8B-B14F-4D97-AF65-F5344CB8AC3E}">
        <p14:creationId xmlns:p14="http://schemas.microsoft.com/office/powerpoint/2010/main" val="1343902696"/>
      </p:ext>
    </p:extLst>
  </p:cSld>
</p:sld>
</file>

<file path=ppt/slides/slide36.xml><?xml version="1.0" encoding="utf-8"?>
<p:sld xmlns:p="http://schemas.openxmlformats.org/presentationml/2006/main">
  <p:cSld>
    <p:spTree>
      <p:nvGrpSpPr>
        <p:cNvPr id="1" name=""/>
        <p:cNvGrpSpPr/>
        <p:nvPr/>
      </p:nvGrpSpPr>
      <p:grpSpPr>
        <a:xfrm xmlns:a="http://schemas.openxmlformats.org/drawingml/2006/main"/>
      </p:grpSpPr>
      <p:sp>
        <p:nvSpPr>
          <p:cNvPr id="685" name="TextBox 4">
            <a:extLst xmlns:a="http://schemas.openxmlformats.org/drawingml/2006/main">
              <a:ext uri="{FF2B5EF4-FFF2-40B4-BE49-F238E27FC236}">
                <a16:creationId xmlns:a16="http://schemas.microsoft.com/office/drawing/2014/main" id="{D241E0DE-2821-4B02-AC33-3307B0CB1E25}"/>
              </a:ext>
            </a:extLst>
          </p:cNvPr>
          <p:cNvSpPr>
            <a:spLocks xmlns:a="http://schemas.openxmlformats.org/drawingml/2006/main" noGrp="1"/>
          </p:cNvSpPr>
          <p:nvPr/>
        </p:nvSpPr>
        <p:spPr>
          <a:xfrm xmlns:a="http://schemas.openxmlformats.org/drawingml/2006/main">
            <a:off x="713160" y="603360"/>
            <a:ext cx="10881000" cy="6030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defTabSz="914400">
              <a:lnSpc>
                <a:spcPct val="100000"/>
              </a:lnSpc>
              <a:buNone/>
            </a:pPr>
            <a:r>
              <a:rPr sz="2900" b="1" u="none" strike="noStrike">
                <a:solidFill>
                  <a:srgbClr val="044F9E"/>
                </a:solidFill>
                <a:latin typeface="Times New Roman"/>
                <a:ea typeface="Times New Roman"/>
                <a:cs typeface="Times New Roman"/>
              </a:rPr>
              <a:t>run_all.py điều phối pipeline; scale_experiment.py kiểm tra quy mô</a:t>
            </a:r>
            <a:endParaRPr sz="2900" b="0" u="none" strike="noStrike">
              <a:solidFill>
                <a:srgbClr val="000000"/>
              </a:solidFill>
              <a:latin typeface="Times New Roman"/>
              <a:ea typeface="Times New Roman"/>
              <a:cs typeface="Times New Roman"/>
            </a:endParaRPr>
          </a:p>
        </p:txBody>
      </p:sp>
      <p:sp>
        <p:nvSpPr>
          <p:cNvPr id="686" name="Rectangle 5">
            <a:extLst xmlns:a="http://schemas.openxmlformats.org/drawingml/2006/main">
              <a:ext uri="{FF2B5EF4-FFF2-40B4-BE49-F238E27FC236}">
                <a16:creationId xmlns:a16="http://schemas.microsoft.com/office/drawing/2014/main" id="{AC46F58A-1AF0-4939-9DD9-A8CFDBFFE52C}"/>
              </a:ext>
            </a:extLst>
          </p:cNvPr>
          <p:cNvSpPr>
            <a:spLocks xmlns:a="http://schemas.openxmlformats.org/drawingml/2006/main" noGrp="1"/>
          </p:cNvSpPr>
          <p:nvPr/>
        </p:nvSpPr>
        <p:spPr>
          <a:xfrm xmlns:a="http://schemas.openxmlformats.org/drawingml/2006/main">
            <a:off x="731520" y="1243440"/>
            <a:ext cx="822600" cy="5004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5400" rIns="90000" bIns="54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687" name="TextBox 6">
            <a:extLst xmlns:a="http://schemas.openxmlformats.org/drawingml/2006/main">
              <a:ext uri="{FF2B5EF4-FFF2-40B4-BE49-F238E27FC236}">
                <a16:creationId xmlns:a16="http://schemas.microsoft.com/office/drawing/2014/main" id="{BA7BBB8B-5F73-4216-B074-040F29654C6A}"/>
              </a:ext>
            </a:extLst>
          </p:cNvPr>
          <p:cNvSpPr>
            <a:spLocks xmlns:a="http://schemas.openxmlformats.org/drawingml/2006/main" noGrp="1"/>
          </p:cNvSpPr>
          <p:nvPr/>
        </p:nvSpPr>
        <p:spPr>
          <a:xfrm xmlns:a="http://schemas.openxmlformats.org/drawingml/2006/main">
            <a:off x="11384280" y="6492240"/>
            <a:ext cx="438480" cy="2743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spAutoFit/>
          </a:bodyPr>
          <a:lstStyle xmlns:a="http://schemas.openxmlformats.org/drawingml/2006/main"/>
          <a:p xmlns:a="http://schemas.openxmlformats.org/drawingml/2006/main">
            <a:pPr algn="r" defTabSz="914400">
              <a:lnSpc>
                <a:spcPct val="100000"/>
              </a:lnSpc>
              <a:buNone/>
            </a:pPr>
            <a:r>
              <a:rPr sz="1800" b="1" u="none" strike="noStrike">
                <a:solidFill>
                  <a:srgbClr val="044F9E"/>
                </a:solidFill>
                <a:latin typeface="Times New Roman"/>
                <a:ea typeface="Times New Roman"/>
                <a:cs typeface="Times New Roman"/>
              </a:rPr>
              <a:t>36</a:t>
            </a:r>
            <a:endParaRPr sz="1800" b="0" u="none" strike="noStrike">
              <a:solidFill>
                <a:srgbClr val="000000"/>
              </a:solidFill>
              <a:latin typeface="Times New Roman"/>
              <a:ea typeface="Times New Roman"/>
              <a:cs typeface="Times New Roman"/>
            </a:endParaRPr>
          </a:p>
        </p:txBody>
      </p:sp>
      <p:sp>
        <p:nvSpPr>
          <p:cNvPr id="688" name="Rounded Rectangle 7">
            <a:extLst xmlns:a="http://schemas.openxmlformats.org/drawingml/2006/main">
              <a:ext uri="{FF2B5EF4-FFF2-40B4-BE49-F238E27FC236}">
                <a16:creationId xmlns:a16="http://schemas.microsoft.com/office/drawing/2014/main" id="{4F2DAD86-C784-43C0-A512-4F876CC4890C}"/>
              </a:ext>
            </a:extLst>
          </p:cNvPr>
          <p:cNvSpPr>
            <a:spLocks xmlns:a="http://schemas.openxmlformats.org/drawingml/2006/main" noGrp="1"/>
          </p:cNvSpPr>
          <p:nvPr/>
        </p:nvSpPr>
        <p:spPr>
          <a:xfrm xmlns:a="http://schemas.openxmlformats.org/drawingml/2006/main">
            <a:off x="713160" y="1755720"/>
            <a:ext cx="2541600" cy="158148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689" name="Rectangle 8">
            <a:extLst xmlns:a="http://schemas.openxmlformats.org/drawingml/2006/main">
              <a:ext uri="{FF2B5EF4-FFF2-40B4-BE49-F238E27FC236}">
                <a16:creationId xmlns:a16="http://schemas.microsoft.com/office/drawing/2014/main" id="{9A5EF185-2132-47F0-9CA2-7E245A947623}"/>
              </a:ext>
            </a:extLst>
          </p:cNvPr>
          <p:cNvSpPr>
            <a:spLocks xmlns:a="http://schemas.openxmlformats.org/drawingml/2006/main" noGrp="1"/>
          </p:cNvSpPr>
          <p:nvPr/>
        </p:nvSpPr>
        <p:spPr>
          <a:xfrm xmlns:a="http://schemas.openxmlformats.org/drawingml/2006/main">
            <a:off x="713160" y="1755720"/>
            <a:ext cx="91080" cy="1581480"/>
          </a:xfrm>
          <a:prstGeom xmlns:a="http://schemas.openxmlformats.org/drawingml/2006/main" prst="rect">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690" name="TextBox 9">
            <a:extLst xmlns:a="http://schemas.openxmlformats.org/drawingml/2006/main">
              <a:ext uri="{FF2B5EF4-FFF2-40B4-BE49-F238E27FC236}">
                <a16:creationId xmlns:a16="http://schemas.microsoft.com/office/drawing/2014/main" id="{BD67EBA7-62AE-4B66-AAD5-4CC3109DB296}"/>
              </a:ext>
            </a:extLst>
          </p:cNvPr>
          <p:cNvSpPr>
            <a:spLocks xmlns:a="http://schemas.openxmlformats.org/drawingml/2006/main" noGrp="1"/>
          </p:cNvSpPr>
          <p:nvPr/>
        </p:nvSpPr>
        <p:spPr>
          <a:xfrm xmlns:a="http://schemas.openxmlformats.org/drawingml/2006/main">
            <a:off x="896040" y="1840335"/>
            <a:ext cx="226728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algn="ctr" defTabSz="914400">
              <a:lnSpc>
                <a:spcPct val="100000"/>
              </a:lnSpc>
              <a:buNone/>
            </a:pPr>
            <a:r>
              <a:rPr sz="2400" b="1" u="none" strike="noStrike">
                <a:solidFill>
                  <a:srgbClr val="044F9E"/>
                </a:solidFill>
                <a:latin typeface="Times New Roman"/>
                <a:ea typeface="Times New Roman"/>
                <a:cs typeface="Times New Roman"/>
              </a:rPr>
              <a:t>Preprocessing</a:t>
            </a:r>
            <a:endParaRPr sz="2400" b="0" u="none" strike="noStrike">
              <a:solidFill>
                <a:srgbClr val="000000"/>
              </a:solidFill>
              <a:latin typeface="Times New Roman"/>
              <a:ea typeface="Times New Roman"/>
              <a:cs typeface="Times New Roman"/>
            </a:endParaRPr>
          </a:p>
        </p:txBody>
      </p:sp>
      <p:sp>
        <p:nvSpPr>
          <p:cNvPr id="691" name="TextBox 10">
            <a:extLst xmlns:a="http://schemas.openxmlformats.org/drawingml/2006/main">
              <a:ext uri="{FF2B5EF4-FFF2-40B4-BE49-F238E27FC236}">
                <a16:creationId xmlns:a16="http://schemas.microsoft.com/office/drawing/2014/main" id="{EDB9E870-DBB9-4557-AE34-CD1B92BD1D91}"/>
              </a:ext>
            </a:extLst>
          </p:cNvPr>
          <p:cNvSpPr>
            <a:spLocks xmlns:a="http://schemas.openxmlformats.org/drawingml/2006/main" noGrp="1"/>
          </p:cNvSpPr>
          <p:nvPr/>
        </p:nvSpPr>
        <p:spPr>
          <a:xfrm xmlns:a="http://schemas.openxmlformats.org/drawingml/2006/main">
            <a:off x="896040" y="2267640"/>
            <a:ext cx="2267280" cy="775742"/>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algn="ctr" defTabSz="914400">
              <a:lnSpc>
                <a:spcPct val="100000"/>
              </a:lnSpc>
              <a:buNone/>
            </a:pPr>
            <a:r>
              <a:rPr sz="2400" b="0" u="none" strike="noStrike">
                <a:solidFill>
                  <a:srgbClr val="18324B"/>
                </a:solidFill>
                <a:latin typeface="Times New Roman"/>
                <a:ea typeface="Times New Roman"/>
                <a:cs typeface="Times New Roman"/>
              </a:rPr>
              <a:t>astronomy_processed.csv</a:t>
            </a:r>
            <a:endParaRPr sz="2400" b="0" u="none" strike="noStrike">
              <a:solidFill>
                <a:srgbClr val="000000"/>
              </a:solidFill>
              <a:latin typeface="Times New Roman"/>
              <a:ea typeface="Times New Roman"/>
              <a:cs typeface="Times New Roman"/>
            </a:endParaRPr>
          </a:p>
        </p:txBody>
      </p:sp>
      <p:sp>
        <p:nvSpPr>
          <p:cNvPr id="692" name="Right Arrow 11">
            <a:extLst xmlns:a="http://schemas.openxmlformats.org/drawingml/2006/main">
              <a:ext uri="{FF2B5EF4-FFF2-40B4-BE49-F238E27FC236}">
                <a16:creationId xmlns:a16="http://schemas.microsoft.com/office/drawing/2014/main" id="{2DC71184-8C00-4A15-B23B-9FC7F298EC6A}"/>
              </a:ext>
            </a:extLst>
          </p:cNvPr>
          <p:cNvSpPr>
            <a:spLocks xmlns:a="http://schemas.openxmlformats.org/drawingml/2006/main" noGrp="1"/>
          </p:cNvSpPr>
          <p:nvPr/>
        </p:nvSpPr>
        <p:spPr>
          <a:xfrm xmlns:a="http://schemas.openxmlformats.org/drawingml/2006/main">
            <a:off x="3291840" y="2395800"/>
            <a:ext cx="209880" cy="200880"/>
          </a:xfrm>
          <a:prstGeom xmlns:a="http://schemas.openxmlformats.org/drawingml/2006/main" prst="rightArrow">
            <a:avLst>
              <a:gd name="adj1" fmla="val 50000"/>
              <a:gd name="adj2" fmla="val 50000"/>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693" name="Rounded Rectangle 12">
            <a:extLst xmlns:a="http://schemas.openxmlformats.org/drawingml/2006/main">
              <a:ext uri="{FF2B5EF4-FFF2-40B4-BE49-F238E27FC236}">
                <a16:creationId xmlns:a16="http://schemas.microsoft.com/office/drawing/2014/main" id="{23AA6127-98AD-4B21-8C3D-FBFB20A0DF2C}"/>
              </a:ext>
            </a:extLst>
          </p:cNvPr>
          <p:cNvSpPr>
            <a:spLocks xmlns:a="http://schemas.openxmlformats.org/drawingml/2006/main" noGrp="1"/>
          </p:cNvSpPr>
          <p:nvPr/>
        </p:nvSpPr>
        <p:spPr>
          <a:xfrm xmlns:a="http://schemas.openxmlformats.org/drawingml/2006/main">
            <a:off x="3547800" y="1755720"/>
            <a:ext cx="2541600" cy="158148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694" name="Rectangle 13">
            <a:extLst xmlns:a="http://schemas.openxmlformats.org/drawingml/2006/main">
              <a:ext uri="{FF2B5EF4-FFF2-40B4-BE49-F238E27FC236}">
                <a16:creationId xmlns:a16="http://schemas.microsoft.com/office/drawing/2014/main" id="{A4668218-CA1B-4A8A-9DDC-A5C594277926}"/>
              </a:ext>
            </a:extLst>
          </p:cNvPr>
          <p:cNvSpPr>
            <a:spLocks xmlns:a="http://schemas.openxmlformats.org/drawingml/2006/main" noGrp="1"/>
          </p:cNvSpPr>
          <p:nvPr/>
        </p:nvSpPr>
        <p:spPr>
          <a:xfrm xmlns:a="http://schemas.openxmlformats.org/drawingml/2006/main">
            <a:off x="3547800" y="1755720"/>
            <a:ext cx="91080" cy="158148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695" name="TextBox 14">
            <a:extLst xmlns:a="http://schemas.openxmlformats.org/drawingml/2006/main">
              <a:ext uri="{FF2B5EF4-FFF2-40B4-BE49-F238E27FC236}">
                <a16:creationId xmlns:a16="http://schemas.microsoft.com/office/drawing/2014/main" id="{7EA9E9C9-C78A-4F17-A757-2D904DF073C2}"/>
              </a:ext>
            </a:extLst>
          </p:cNvPr>
          <p:cNvSpPr>
            <a:spLocks xmlns:a="http://schemas.openxmlformats.org/drawingml/2006/main" noGrp="1"/>
          </p:cNvSpPr>
          <p:nvPr/>
        </p:nvSpPr>
        <p:spPr>
          <a:xfrm xmlns:a="http://schemas.openxmlformats.org/drawingml/2006/main">
            <a:off x="3730680" y="1840335"/>
            <a:ext cx="226728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algn="ctr" defTabSz="914400">
              <a:lnSpc>
                <a:spcPct val="100000"/>
              </a:lnSpc>
              <a:buNone/>
            </a:pPr>
            <a:r>
              <a:rPr sz="2400" b="1" u="none" strike="noStrike">
                <a:solidFill>
                  <a:srgbClr val="044F9E"/>
                </a:solidFill>
                <a:latin typeface="Times New Roman"/>
                <a:ea typeface="Times New Roman"/>
                <a:cs typeface="Times New Roman"/>
              </a:rPr>
              <a:t>Scikit-learn</a:t>
            </a:r>
            <a:endParaRPr sz="2400" b="0" u="none" strike="noStrike">
              <a:solidFill>
                <a:srgbClr val="000000"/>
              </a:solidFill>
              <a:latin typeface="Times New Roman"/>
              <a:ea typeface="Times New Roman"/>
              <a:cs typeface="Times New Roman"/>
            </a:endParaRPr>
          </a:p>
        </p:txBody>
      </p:sp>
      <p:sp>
        <p:nvSpPr>
          <p:cNvPr id="696" name="TextBox 15">
            <a:extLst xmlns:a="http://schemas.openxmlformats.org/drawingml/2006/main">
              <a:ext uri="{FF2B5EF4-FFF2-40B4-BE49-F238E27FC236}">
                <a16:creationId xmlns:a16="http://schemas.microsoft.com/office/drawing/2014/main" id="{6CFEBB9A-FBE6-4587-B82C-B5A2CFCCA6C8}"/>
              </a:ext>
            </a:extLst>
          </p:cNvPr>
          <p:cNvSpPr>
            <a:spLocks xmlns:a="http://schemas.openxmlformats.org/drawingml/2006/main" noGrp="1"/>
          </p:cNvSpPr>
          <p:nvPr/>
        </p:nvSpPr>
        <p:spPr>
          <a:xfrm xmlns:a="http://schemas.openxmlformats.org/drawingml/2006/main">
            <a:off x="3730680" y="2267640"/>
            <a:ext cx="226728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algn="ctr" defTabSz="914400">
              <a:lnSpc>
                <a:spcPct val="100000"/>
              </a:lnSpc>
              <a:buNone/>
            </a:pPr>
            <a:r>
              <a:rPr sz="2400" b="0" u="none" strike="noStrike">
                <a:solidFill>
                  <a:srgbClr val="18324B"/>
                </a:solidFill>
                <a:latin typeface="Times New Roman"/>
                <a:ea typeface="Times New Roman"/>
                <a:cs typeface="Times New Roman"/>
              </a:rPr>
              <a:t>Model + log</a:t>
            </a:r>
            <a:endParaRPr sz="2400" b="0" u="none" strike="noStrike">
              <a:solidFill>
                <a:srgbClr val="000000"/>
              </a:solidFill>
              <a:latin typeface="Times New Roman"/>
              <a:ea typeface="Times New Roman"/>
              <a:cs typeface="Times New Roman"/>
            </a:endParaRPr>
          </a:p>
        </p:txBody>
      </p:sp>
      <p:sp>
        <p:nvSpPr>
          <p:cNvPr id="697" name="Right Arrow 16">
            <a:extLst xmlns:a="http://schemas.openxmlformats.org/drawingml/2006/main">
              <a:ext uri="{FF2B5EF4-FFF2-40B4-BE49-F238E27FC236}">
                <a16:creationId xmlns:a16="http://schemas.microsoft.com/office/drawing/2014/main" id="{5E07B7EB-9BAB-4DAE-A057-D1714DE3C788}"/>
              </a:ext>
            </a:extLst>
          </p:cNvPr>
          <p:cNvSpPr>
            <a:spLocks xmlns:a="http://schemas.openxmlformats.org/drawingml/2006/main" noGrp="1"/>
          </p:cNvSpPr>
          <p:nvPr/>
        </p:nvSpPr>
        <p:spPr>
          <a:xfrm xmlns:a="http://schemas.openxmlformats.org/drawingml/2006/main">
            <a:off x="6126480" y="2395800"/>
            <a:ext cx="209880" cy="200880"/>
          </a:xfrm>
          <a:prstGeom xmlns:a="http://schemas.openxmlformats.org/drawingml/2006/main" prst="rightArrow">
            <a:avLst>
              <a:gd name="adj1" fmla="val 50000"/>
              <a:gd name="adj2" fmla="val 50000"/>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698" name="Rounded Rectangle 17">
            <a:extLst xmlns:a="http://schemas.openxmlformats.org/drawingml/2006/main">
              <a:ext uri="{FF2B5EF4-FFF2-40B4-BE49-F238E27FC236}">
                <a16:creationId xmlns:a16="http://schemas.microsoft.com/office/drawing/2014/main" id="{C0046A9E-504B-4DC7-BE8A-F4E368F2AF0A}"/>
              </a:ext>
            </a:extLst>
          </p:cNvPr>
          <p:cNvSpPr>
            <a:spLocks xmlns:a="http://schemas.openxmlformats.org/drawingml/2006/main" noGrp="1"/>
          </p:cNvSpPr>
          <p:nvPr/>
        </p:nvSpPr>
        <p:spPr>
          <a:xfrm xmlns:a="http://schemas.openxmlformats.org/drawingml/2006/main">
            <a:off x="6382440" y="1755720"/>
            <a:ext cx="2541600" cy="158148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699" name="Rectangle 18">
            <a:extLst xmlns:a="http://schemas.openxmlformats.org/drawingml/2006/main">
              <a:ext uri="{FF2B5EF4-FFF2-40B4-BE49-F238E27FC236}">
                <a16:creationId xmlns:a16="http://schemas.microsoft.com/office/drawing/2014/main" id="{552BAF0D-3D55-4C9A-87DF-31236A3216FA}"/>
              </a:ext>
            </a:extLst>
          </p:cNvPr>
          <p:cNvSpPr>
            <a:spLocks xmlns:a="http://schemas.openxmlformats.org/drawingml/2006/main" noGrp="1"/>
          </p:cNvSpPr>
          <p:nvPr/>
        </p:nvSpPr>
        <p:spPr>
          <a:xfrm xmlns:a="http://schemas.openxmlformats.org/drawingml/2006/main">
            <a:off x="6382440" y="1755720"/>
            <a:ext cx="91080" cy="1581480"/>
          </a:xfrm>
          <a:prstGeom xmlns:a="http://schemas.openxmlformats.org/drawingml/2006/main" prst="rect">
            <a:avLst/>
          </a:prstGeom>
          <a:solidFill xmlns:a="http://schemas.openxmlformats.org/drawingml/2006/main">
            <a:srgbClr val="E81F26"/>
          </a:solidFill>
          <a:ln xmlns:a="http://schemas.openxmlformats.org/drawingml/2006/main">
            <a:solidFill>
              <a:srgbClr val="E81F2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700" name="TextBox 19">
            <a:extLst xmlns:a="http://schemas.openxmlformats.org/drawingml/2006/main">
              <a:ext uri="{FF2B5EF4-FFF2-40B4-BE49-F238E27FC236}">
                <a16:creationId xmlns:a16="http://schemas.microsoft.com/office/drawing/2014/main" id="{78399BCE-D1E0-4056-98C4-6BE4DE6E4AF4}"/>
              </a:ext>
            </a:extLst>
          </p:cNvPr>
          <p:cNvSpPr>
            <a:spLocks xmlns:a="http://schemas.openxmlformats.org/drawingml/2006/main" noGrp="1"/>
          </p:cNvSpPr>
          <p:nvPr/>
        </p:nvSpPr>
        <p:spPr>
          <a:xfrm xmlns:a="http://schemas.openxmlformats.org/drawingml/2006/main">
            <a:off x="6565320" y="1840335"/>
            <a:ext cx="226728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algn="ctr" defTabSz="914400">
              <a:lnSpc>
                <a:spcPct val="100000"/>
              </a:lnSpc>
              <a:buNone/>
            </a:pPr>
            <a:r>
              <a:rPr sz="2400" b="1" u="none" strike="noStrike">
                <a:solidFill>
                  <a:srgbClr val="044F9E"/>
                </a:solidFill>
                <a:latin typeface="Times New Roman"/>
                <a:ea typeface="Times New Roman"/>
                <a:cs typeface="Times New Roman"/>
              </a:rPr>
              <a:t>Spark MLlib</a:t>
            </a:r>
            <a:endParaRPr sz="2400" b="0" u="none" strike="noStrike">
              <a:solidFill>
                <a:srgbClr val="000000"/>
              </a:solidFill>
              <a:latin typeface="Times New Roman"/>
              <a:ea typeface="Times New Roman"/>
              <a:cs typeface="Times New Roman"/>
            </a:endParaRPr>
          </a:p>
        </p:txBody>
      </p:sp>
      <p:sp>
        <p:nvSpPr>
          <p:cNvPr id="701" name="TextBox 20">
            <a:extLst xmlns:a="http://schemas.openxmlformats.org/drawingml/2006/main">
              <a:ext uri="{FF2B5EF4-FFF2-40B4-BE49-F238E27FC236}">
                <a16:creationId xmlns:a16="http://schemas.microsoft.com/office/drawing/2014/main" id="{22E9E186-DAC4-43F5-BD15-6ED74521C7B5}"/>
              </a:ext>
            </a:extLst>
          </p:cNvPr>
          <p:cNvSpPr>
            <a:spLocks xmlns:a="http://schemas.openxmlformats.org/drawingml/2006/main" noGrp="1"/>
          </p:cNvSpPr>
          <p:nvPr/>
        </p:nvSpPr>
        <p:spPr>
          <a:xfrm xmlns:a="http://schemas.openxmlformats.org/drawingml/2006/main">
            <a:off x="6565320" y="2267640"/>
            <a:ext cx="226728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algn="ctr" defTabSz="914400">
              <a:lnSpc>
                <a:spcPct val="100000"/>
              </a:lnSpc>
              <a:buNone/>
            </a:pPr>
            <a:r>
              <a:rPr sz="2400" b="0" u="none" strike="noStrike">
                <a:solidFill>
                  <a:srgbClr val="18324B"/>
                </a:solidFill>
                <a:latin typeface="Times New Roman"/>
                <a:ea typeface="Times New Roman"/>
                <a:cs typeface="Times New Roman"/>
              </a:rPr>
              <a:t>Model + log</a:t>
            </a:r>
            <a:endParaRPr sz="2400" b="0" u="none" strike="noStrike">
              <a:solidFill>
                <a:srgbClr val="000000"/>
              </a:solidFill>
              <a:latin typeface="Times New Roman"/>
              <a:ea typeface="Times New Roman"/>
              <a:cs typeface="Times New Roman"/>
            </a:endParaRPr>
          </a:p>
        </p:txBody>
      </p:sp>
      <p:sp>
        <p:nvSpPr>
          <p:cNvPr id="702" name="Right Arrow 21">
            <a:extLst xmlns:a="http://schemas.openxmlformats.org/drawingml/2006/main">
              <a:ext uri="{FF2B5EF4-FFF2-40B4-BE49-F238E27FC236}">
                <a16:creationId xmlns:a16="http://schemas.microsoft.com/office/drawing/2014/main" id="{FA86B524-9D42-4E07-B731-D4C88424743C}"/>
              </a:ext>
            </a:extLst>
          </p:cNvPr>
          <p:cNvSpPr>
            <a:spLocks xmlns:a="http://schemas.openxmlformats.org/drawingml/2006/main" noGrp="1"/>
          </p:cNvSpPr>
          <p:nvPr/>
        </p:nvSpPr>
        <p:spPr>
          <a:xfrm xmlns:a="http://schemas.openxmlformats.org/drawingml/2006/main">
            <a:off x="8961120" y="2395800"/>
            <a:ext cx="209880" cy="200880"/>
          </a:xfrm>
          <a:prstGeom xmlns:a="http://schemas.openxmlformats.org/drawingml/2006/main" prst="rightArrow">
            <a:avLst>
              <a:gd name="adj1" fmla="val 50000"/>
              <a:gd name="adj2" fmla="val 50000"/>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703" name="Rounded Rectangle 22">
            <a:extLst xmlns:a="http://schemas.openxmlformats.org/drawingml/2006/main">
              <a:ext uri="{FF2B5EF4-FFF2-40B4-BE49-F238E27FC236}">
                <a16:creationId xmlns:a16="http://schemas.microsoft.com/office/drawing/2014/main" id="{BE9FBD13-5E27-442C-9B89-9699D11E10AE}"/>
              </a:ext>
            </a:extLst>
          </p:cNvPr>
          <p:cNvSpPr>
            <a:spLocks xmlns:a="http://schemas.openxmlformats.org/drawingml/2006/main" noGrp="1"/>
          </p:cNvSpPr>
          <p:nvPr/>
        </p:nvSpPr>
        <p:spPr>
          <a:xfrm xmlns:a="http://schemas.openxmlformats.org/drawingml/2006/main">
            <a:off x="9217080" y="1755720"/>
            <a:ext cx="2541600" cy="158148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704" name="Rectangle 23">
            <a:extLst xmlns:a="http://schemas.openxmlformats.org/drawingml/2006/main">
              <a:ext uri="{FF2B5EF4-FFF2-40B4-BE49-F238E27FC236}">
                <a16:creationId xmlns:a16="http://schemas.microsoft.com/office/drawing/2014/main" id="{A12E12E3-327B-4471-AD85-47854E6B7035}"/>
              </a:ext>
            </a:extLst>
          </p:cNvPr>
          <p:cNvSpPr>
            <a:spLocks xmlns:a="http://schemas.openxmlformats.org/drawingml/2006/main" noGrp="1"/>
          </p:cNvSpPr>
          <p:nvPr/>
        </p:nvSpPr>
        <p:spPr>
          <a:xfrm xmlns:a="http://schemas.openxmlformats.org/drawingml/2006/main">
            <a:off x="9217080" y="1755720"/>
            <a:ext cx="91080" cy="1581480"/>
          </a:xfrm>
          <a:prstGeom xmlns:a="http://schemas.openxmlformats.org/drawingml/2006/main" prst="rect">
            <a:avLst/>
          </a:prstGeom>
          <a:solidFill xmlns:a="http://schemas.openxmlformats.org/drawingml/2006/main">
            <a:srgbClr val="2E7D5B"/>
          </a:solidFill>
          <a:ln xmlns:a="http://schemas.openxmlformats.org/drawingml/2006/main">
            <a:solidFill>
              <a:srgbClr val="2E7D5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705" name="TextBox 24">
            <a:extLst xmlns:a="http://schemas.openxmlformats.org/drawingml/2006/main">
              <a:ext uri="{FF2B5EF4-FFF2-40B4-BE49-F238E27FC236}">
                <a16:creationId xmlns:a16="http://schemas.microsoft.com/office/drawing/2014/main" id="{DC3AE425-1F45-4A6F-BC8C-EE1C8C286CC1}"/>
              </a:ext>
            </a:extLst>
          </p:cNvPr>
          <p:cNvSpPr>
            <a:spLocks xmlns:a="http://schemas.openxmlformats.org/drawingml/2006/main" noGrp="1"/>
          </p:cNvSpPr>
          <p:nvPr/>
        </p:nvSpPr>
        <p:spPr>
          <a:xfrm xmlns:a="http://schemas.openxmlformats.org/drawingml/2006/main">
            <a:off x="9399960" y="1840335"/>
            <a:ext cx="226728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algn="ctr" defTabSz="914400">
              <a:lnSpc>
                <a:spcPct val="100000"/>
              </a:lnSpc>
              <a:buNone/>
            </a:pPr>
            <a:r>
              <a:rPr sz="2400" b="1" u="none" strike="noStrike">
                <a:solidFill>
                  <a:srgbClr val="044F9E"/>
                </a:solidFill>
                <a:latin typeface="Times New Roman"/>
                <a:ea typeface="Times New Roman"/>
                <a:cs typeface="Times New Roman"/>
              </a:rPr>
              <a:t>Parsing / UI</a:t>
            </a:r>
            <a:endParaRPr sz="2400" b="0" u="none" strike="noStrike">
              <a:solidFill>
                <a:srgbClr val="000000"/>
              </a:solidFill>
              <a:latin typeface="Times New Roman"/>
              <a:ea typeface="Times New Roman"/>
              <a:cs typeface="Times New Roman"/>
            </a:endParaRPr>
          </a:p>
        </p:txBody>
      </p:sp>
      <p:sp>
        <p:nvSpPr>
          <p:cNvPr id="706" name="TextBox 25">
            <a:extLst xmlns:a="http://schemas.openxmlformats.org/drawingml/2006/main">
              <a:ext uri="{FF2B5EF4-FFF2-40B4-BE49-F238E27FC236}">
                <a16:creationId xmlns:a16="http://schemas.microsoft.com/office/drawing/2014/main" id="{D5100355-FDE7-4579-BF37-0F79E7E89C9F}"/>
              </a:ext>
            </a:extLst>
          </p:cNvPr>
          <p:cNvSpPr>
            <a:spLocks xmlns:a="http://schemas.openxmlformats.org/drawingml/2006/main" noGrp="1"/>
          </p:cNvSpPr>
          <p:nvPr/>
        </p:nvSpPr>
        <p:spPr>
          <a:xfrm xmlns:a="http://schemas.openxmlformats.org/drawingml/2006/main">
            <a:off x="9399960" y="2267640"/>
            <a:ext cx="2267280" cy="775742"/>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algn="ctr" defTabSz="914400">
              <a:lnSpc>
                <a:spcPct val="100000"/>
              </a:lnSpc>
              <a:buNone/>
            </a:pPr>
            <a:r>
              <a:rPr sz="2400" b="0" u="none" strike="noStrike">
                <a:solidFill>
                  <a:srgbClr val="18324B"/>
                </a:solidFill>
                <a:latin typeface="Times New Roman"/>
                <a:ea typeface="Times New Roman"/>
                <a:cs typeface="Times New Roman"/>
              </a:rPr>
              <a:t>Results cho Streamlit</a:t>
            </a:r>
            <a:endParaRPr sz="2400" b="0" u="none" strike="noStrike">
              <a:solidFill>
                <a:srgbClr val="000000"/>
              </a:solidFill>
              <a:latin typeface="Times New Roman"/>
              <a:ea typeface="Times New Roman"/>
              <a:cs typeface="Times New Roman"/>
            </a:endParaRPr>
          </a:p>
        </p:txBody>
      </p:sp>
      <p:sp>
        <p:nvSpPr>
          <p:cNvPr id="707" name="Rounded Rectangle 26">
            <a:extLst xmlns:a="http://schemas.openxmlformats.org/drawingml/2006/main">
              <a:ext uri="{FF2B5EF4-FFF2-40B4-BE49-F238E27FC236}">
                <a16:creationId xmlns:a16="http://schemas.microsoft.com/office/drawing/2014/main" id="{6DA7AE96-117A-4439-A3BC-8973452052A0}"/>
              </a:ext>
            </a:extLst>
          </p:cNvPr>
          <p:cNvSpPr>
            <a:spLocks xmlns:a="http://schemas.openxmlformats.org/drawingml/2006/main" noGrp="1"/>
          </p:cNvSpPr>
          <p:nvPr/>
        </p:nvSpPr>
        <p:spPr>
          <a:xfrm xmlns:a="http://schemas.openxmlformats.org/drawingml/2006/main">
            <a:off x="941760" y="4005000"/>
            <a:ext cx="10240920" cy="1142640"/>
          </a:xfrm>
          <a:prstGeom xmlns:a="http://schemas.openxmlformats.org/drawingml/2006/main" prst="roundRect">
            <a:avLst>
              <a:gd name="adj" fmla="val 16667"/>
            </a:avLst>
          </a:prstGeom>
          <a:solidFill xmlns:a="http://schemas.openxmlformats.org/drawingml/2006/main">
            <a:srgbClr val="FFF8E4"/>
          </a:solidFill>
          <a:ln xmlns:a="http://schemas.openxmlformats.org/drawingml/2006/main" w="13970">
            <a:solidFill>
              <a:srgbClr val="FEC01D"/>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73080" tIns="73080" rIns="73080" bIns="73080" anchor="ctr">
            <a:noAutofit/>
          </a:bodyPr>
          <a:lstStyle xmlns:a="http://schemas.openxmlformats.org/drawingml/2006/main"/>
          <a:p xmlns:a="http://schemas.openxmlformats.org/drawingml/2006/main">
            <a:pPr algn="ctr" defTabSz="914400">
              <a:lnSpc>
                <a:spcPct val="100000"/>
              </a:lnSpc>
              <a:buNone/>
            </a:pPr>
            <a:r>
              <a:rPr sz="2400" b="1" u="none" strike="noStrike">
                <a:solidFill>
                  <a:srgbClr val="18324B"/>
                </a:solidFill>
                <a:latin typeface="Times New Roman"/>
                <a:ea typeface="Times New Roman"/>
                <a:cs typeface="Times New Roman"/>
              </a:rPr>
              <a:t>Thử nghiệm scale tùy chọn: 1x  |  2x  |  5x</a:t>
            </a:r>
            <a:endParaRPr sz="24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r>
              <a:rPr sz="2400" b="1" u="none" strike="noStrike">
                <a:solidFill>
                  <a:srgbClr val="18324B"/>
                </a:solidFill>
                <a:latin typeface="Times New Roman"/>
                <a:ea typeface="Times New Roman"/>
                <a:cs typeface="Times New Roman"/>
              </a:rPr>
              <a:t>Nhân bản dữ liệu có nhiễu nhỏ và chỉ quan sát thời gian.</a:t>
            </a:r>
            <a:endParaRPr sz="2400" b="0" u="none" strike="noStrike">
              <a:solidFill>
                <a:srgbClr val="000000"/>
              </a:solidFill>
              <a:latin typeface="Times New Roman"/>
              <a:ea typeface="Times New Roman"/>
              <a:cs typeface="Times New Roman"/>
            </a:endParaRPr>
          </a:p>
        </p:txBody>
      </p:sp>
    </p:spTree>
    <p:extLst>
      <p:ext uri="{BB962C8B-B14F-4D97-AF65-F5344CB8AC3E}">
        <p14:creationId xmlns:p14="http://schemas.microsoft.com/office/powerpoint/2010/main" val="2032647534"/>
      </p:ext>
    </p:extLst>
  </p:cSld>
</p:sld>
</file>

<file path=ppt/slides/slide37.xml><?xml version="1.0" encoding="utf-8"?>
<p:sld xmlns:p="http://schemas.openxmlformats.org/presentationml/2006/main">
  <p:cSld>
    <p:spTree>
      <p:nvGrpSpPr>
        <p:cNvPr id="1" name=""/>
        <p:cNvGrpSpPr/>
        <p:nvPr/>
      </p:nvGrpSpPr>
      <p:grpSpPr>
        <a:xfrm xmlns:a="http://schemas.openxmlformats.org/drawingml/2006/main"/>
      </p:grpSpPr>
      <p:sp>
        <p:nvSpPr>
          <p:cNvPr id="710" name="Rectangle 3">
            <a:extLst xmlns:a="http://schemas.openxmlformats.org/drawingml/2006/main">
              <a:ext uri="{FF2B5EF4-FFF2-40B4-BE49-F238E27FC236}">
                <a16:creationId xmlns:a16="http://schemas.microsoft.com/office/drawing/2014/main" id="{64420268-3B90-48BD-9A24-6FE4CDFE77B2}"/>
              </a:ext>
            </a:extLst>
          </p:cNvPr>
          <p:cNvSpPr>
            <a:spLocks xmlns:a="http://schemas.openxmlformats.org/drawingml/2006/main" noGrp="1"/>
          </p:cNvSpPr>
          <p:nvPr/>
        </p:nvSpPr>
        <p:spPr>
          <a:xfrm xmlns:a="http://schemas.openxmlformats.org/drawingml/2006/main">
            <a:off x="277680" y="964043"/>
            <a:ext cx="10908480" cy="5276954"/>
          </a:xfrm>
          <a:prstGeom xmlns:a="http://schemas.openxmlformats.org/drawingml/2006/main" prst="rect">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711" name="Rectangle 4">
            <a:extLst xmlns:a="http://schemas.openxmlformats.org/drawingml/2006/main">
              <a:ext uri="{FF2B5EF4-FFF2-40B4-BE49-F238E27FC236}">
                <a16:creationId xmlns:a16="http://schemas.microsoft.com/office/drawing/2014/main" id="{7AA059D3-3400-4F23-8036-90BDB4320809}"/>
              </a:ext>
            </a:extLst>
          </p:cNvPr>
          <p:cNvSpPr>
            <a:spLocks xmlns:a="http://schemas.openxmlformats.org/drawingml/2006/main" noGrp="1"/>
          </p:cNvSpPr>
          <p:nvPr/>
        </p:nvSpPr>
        <p:spPr>
          <a:xfrm xmlns:a="http://schemas.openxmlformats.org/drawingml/2006/main">
            <a:off x="640080" y="1371600"/>
            <a:ext cx="109440" cy="2971440"/>
          </a:xfrm>
          <a:prstGeom xmlns:a="http://schemas.openxmlformats.org/drawingml/2006/main" prst="rect">
            <a:avLst/>
          </a:prstGeom>
          <a:solidFill xmlns:a="http://schemas.openxmlformats.org/drawingml/2006/main">
            <a:srgbClr val="FEC01D"/>
          </a:solidFill>
          <a:ln xmlns:a="http://schemas.openxmlformats.org/drawingml/2006/main">
            <a:solidFill>
              <a:srgbClr val="FEC01D"/>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712" name="TextBox 5">
            <a:extLst xmlns:a="http://schemas.openxmlformats.org/drawingml/2006/main">
              <a:ext uri="{FF2B5EF4-FFF2-40B4-BE49-F238E27FC236}">
                <a16:creationId xmlns:a16="http://schemas.microsoft.com/office/drawing/2014/main" id="{D83F9A0D-5DCF-430F-974A-3E898EF143AA}"/>
              </a:ext>
            </a:extLst>
          </p:cNvPr>
          <p:cNvSpPr>
            <a:spLocks xmlns:a="http://schemas.openxmlformats.org/drawingml/2006/main" noGrp="1"/>
          </p:cNvSpPr>
          <p:nvPr/>
        </p:nvSpPr>
        <p:spPr>
          <a:xfrm xmlns:a="http://schemas.openxmlformats.org/drawingml/2006/main">
            <a:off x="984540" y="1835356"/>
            <a:ext cx="9966600" cy="10120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3200" b="1" u="none" strike="noStrike">
                <a:solidFill>
                  <a:srgbClr val="FFFFFF"/>
                </a:solidFill>
                <a:latin typeface="Times New Roman"/>
                <a:ea typeface="Times New Roman"/>
                <a:cs typeface="Times New Roman"/>
              </a:rPr>
              <a:t>PHẦN 5</a:t>
            </a:r>
            <a:endParaRPr sz="3200" b="1" u="none" strike="noStrike">
              <a:solidFill>
                <a:srgbClr val="FFFFFF"/>
              </a:solidFill>
              <a:latin typeface="Times New Roman"/>
              <a:ea typeface="Times New Roman"/>
              <a:cs typeface="Times New Roman"/>
            </a:endParaRPr>
          </a:p>
          <a:p xmlns:a="http://schemas.openxmlformats.org/drawingml/2006/main">
            <a:pPr defTabSz="914400">
              <a:lnSpc>
                <a:spcPct val="100000"/>
              </a:lnSpc>
              <a:buNone/>
            </a:pPr>
            <a:r>
              <a:rPr sz="3200" b="1">
                <a:solidFill>
                  <a:srgbClr val="FFFFFF"/>
                </a:solidFill>
                <a:latin typeface="Times New Roman"/>
                <a:ea typeface="Times New Roman"/>
                <a:cs typeface="Times New Roman"/>
              </a:rPr>
              <a:t>Demo trực tiếp</a:t>
            </a:r>
            <a:endParaRPr sz="3200" b="0" u="none" strike="noStrike">
              <a:solidFill>
                <a:srgbClr val="000000"/>
              </a:solidFill>
              <a:latin typeface="Times New Roman"/>
              <a:ea typeface="Times New Roman"/>
              <a:cs typeface="Times New Roman"/>
            </a:endParaRPr>
          </a:p>
        </p:txBody>
      </p:sp>
      <p:sp>
        <p:nvSpPr>
          <p:cNvPr id="713" name="TextBox 6">
            <a:extLst xmlns:a="http://schemas.openxmlformats.org/drawingml/2006/main">
              <a:ext uri="{FF2B5EF4-FFF2-40B4-BE49-F238E27FC236}">
                <a16:creationId xmlns:a16="http://schemas.microsoft.com/office/drawing/2014/main" id="{96274DEC-9D9B-4278-8253-C3B271701EA5}"/>
              </a:ext>
            </a:extLst>
          </p:cNvPr>
          <p:cNvSpPr>
            <a:spLocks xmlns:a="http://schemas.openxmlformats.org/drawingml/2006/main" noGrp="1"/>
          </p:cNvSpPr>
          <p:nvPr/>
        </p:nvSpPr>
        <p:spPr>
          <a:xfrm xmlns:a="http://schemas.openxmlformats.org/drawingml/2006/main">
            <a:off x="11384280" y="6492240"/>
            <a:ext cx="438480" cy="2743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spAutoFit/>
          </a:bodyPr>
          <a:lstStyle xmlns:a="http://schemas.openxmlformats.org/drawingml/2006/main"/>
          <a:p xmlns:a="http://schemas.openxmlformats.org/drawingml/2006/main">
            <a:pPr algn="r" defTabSz="914400">
              <a:lnSpc>
                <a:spcPct val="100000"/>
              </a:lnSpc>
              <a:buNone/>
            </a:pPr>
            <a:r>
              <a:rPr sz="1800" b="1" u="none" strike="noStrike">
                <a:solidFill>
                  <a:srgbClr val="044F9E"/>
                </a:solidFill>
                <a:latin typeface="Times New Roman"/>
                <a:ea typeface="Times New Roman"/>
                <a:cs typeface="Times New Roman"/>
              </a:rPr>
              <a:t>37</a:t>
            </a:r>
            <a:endParaRPr sz="1800" b="0" u="none" strike="noStrike">
              <a:solidFill>
                <a:srgbClr val="000000"/>
              </a:solidFill>
              <a:latin typeface="Times New Roman"/>
              <a:ea typeface="Times New Roman"/>
              <a:cs typeface="Times New Roman"/>
            </a:endParaRPr>
          </a:p>
        </p:txBody>
      </p:sp>
      <p:sp>
        <p:nvSpPr>
          <p:cNvPr id="714" name="section-subtitle">
            <a:extLst xmlns:a="http://schemas.openxmlformats.org/drawingml/2006/main">
              <a:ext uri="{FF2B5EF4-FFF2-40B4-BE49-F238E27FC236}">
                <a16:creationId xmlns:a16="http://schemas.microsoft.com/office/drawing/2014/main" id="{C3A48D08-AC6E-4DEF-9491-3671151345DE}"/>
              </a:ext>
            </a:extLst>
          </p:cNvPr>
          <p:cNvSpPr>
            <a:spLocks xmlns:a="http://schemas.openxmlformats.org/drawingml/2006/main" noGrp="1"/>
          </p:cNvSpPr>
          <p:nvPr/>
        </p:nvSpPr>
        <p:spPr>
          <a:xfrm xmlns:a="http://schemas.openxmlformats.org/drawingml/2006/main">
            <a:off x="1005840" y="3154680"/>
            <a:ext cx="9875139" cy="95973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300">
                <a:solidFill>
                  <a:srgbClr val="FFFFFF"/>
                </a:solidFill>
                <a:latin typeface="Times New Roman"/>
                <a:ea typeface="Times New Roman"/>
                <a:cs typeface="Times New Roman"/>
              </a:defRPr>
            </a:defPPr>
          </a:lstStyle>
          <a:p xmlns:a="http://schemas.openxmlformats.org/drawingml/2006/main">
            <a:pPr algn="l">
              <a:defRPr sz="2300">
                <a:solidFill>
                  <a:srgbClr val="FFFFFF"/>
                </a:solidFill>
                <a:latin typeface="Times New Roman"/>
                <a:ea typeface="Times New Roman"/>
                <a:cs typeface="Times New Roman"/>
              </a:defRPr>
            </a:pPr>
            <a:r>
              <a:rPr sz="2300">
                <a:solidFill>
                  <a:srgbClr val="FFFFFF"/>
                </a:solidFill>
                <a:latin typeface="Times New Roman"/>
                <a:ea typeface="Times New Roman"/>
                <a:cs typeface="Times New Roman"/>
              </a:rPr>
              <a:t>Quan sát pipeline, kết quả và dự đoán thử trên giao diện</a:t>
            </a:r>
          </a:p>
        </p:txBody>
      </p:sp>
    </p:spTree>
    <p:extLst>
      <p:ext uri="{BB962C8B-B14F-4D97-AF65-F5344CB8AC3E}">
        <p14:creationId xmlns:p14="http://schemas.microsoft.com/office/powerpoint/2010/main" val="1847354509"/>
      </p:ext>
    </p:extLst>
  </p:cSld>
</p:sld>
</file>

<file path=ppt/slides/slide38.xml><?xml version="1.0" encoding="utf-8"?>
<p:sld xmlns:p="http://schemas.openxmlformats.org/presentationml/2006/main">
  <p:cSld>
    <p:spTree>
      <p:nvGrpSpPr>
        <p:cNvPr id="1" name=""/>
        <p:cNvGrpSpPr/>
        <p:nvPr/>
      </p:nvGrpSpPr>
      <p:grpSpPr>
        <a:xfrm xmlns:a="http://schemas.openxmlformats.org/drawingml/2006/main"/>
      </p:grpSpPr>
      <p:sp>
        <p:nvSpPr>
          <p:cNvPr id="296" name="TextBox 3">
            <a:extLst xmlns:a="http://schemas.openxmlformats.org/drawingml/2006/main">
              <a:ext uri="{FF2B5EF4-FFF2-40B4-BE49-F238E27FC236}">
                <a16:creationId xmlns:a16="http://schemas.microsoft.com/office/drawing/2014/main" id="{2C744254-3275-48F9-B5F3-B556833F4EB5}"/>
              </a:ext>
            </a:extLst>
          </p:cNvPr>
          <p:cNvSpPr>
            <a:spLocks xmlns:a="http://schemas.openxmlformats.org/drawingml/2006/main" noGrp="1"/>
          </p:cNvSpPr>
          <p:nvPr/>
        </p:nvSpPr>
        <p:spPr>
          <a:xfrm xmlns:a="http://schemas.openxmlformats.org/drawingml/2006/main">
            <a:off x="713160" y="603360"/>
            <a:ext cx="10881000" cy="4599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defTabSz="914400">
              <a:lnSpc>
                <a:spcPct val="100000"/>
              </a:lnSpc>
              <a:buNone/>
            </a:pPr>
            <a:r>
              <a:rPr sz="2900" b="1" u="none" strike="noStrike">
                <a:solidFill>
                  <a:srgbClr val="044F9E"/>
                </a:solidFill>
                <a:latin typeface="Times New Roman"/>
                <a:ea typeface="Times New Roman"/>
                <a:cs typeface="Times New Roman"/>
              </a:rPr>
              <a:t>Kịch bản demo trực tiếp</a:t>
            </a:r>
            <a:endParaRPr sz="2900" b="0" u="none" strike="noStrike">
              <a:solidFill>
                <a:srgbClr val="000000"/>
              </a:solidFill>
              <a:latin typeface="Times New Roman"/>
              <a:ea typeface="Times New Roman"/>
              <a:cs typeface="Times New Roman"/>
            </a:endParaRPr>
          </a:p>
        </p:txBody>
      </p:sp>
      <p:sp>
        <p:nvSpPr>
          <p:cNvPr id="297" name="Rectangle 4">
            <a:extLst xmlns:a="http://schemas.openxmlformats.org/drawingml/2006/main">
              <a:ext uri="{FF2B5EF4-FFF2-40B4-BE49-F238E27FC236}">
                <a16:creationId xmlns:a16="http://schemas.microsoft.com/office/drawing/2014/main" id="{9FEF864C-34E9-422F-A6AC-2C6F6B1FE888}"/>
              </a:ext>
            </a:extLst>
          </p:cNvPr>
          <p:cNvSpPr>
            <a:spLocks xmlns:a="http://schemas.openxmlformats.org/drawingml/2006/main" noGrp="1"/>
          </p:cNvSpPr>
          <p:nvPr/>
        </p:nvSpPr>
        <p:spPr>
          <a:xfrm xmlns:a="http://schemas.openxmlformats.org/drawingml/2006/main">
            <a:off x="731520" y="1243440"/>
            <a:ext cx="822600" cy="5004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5400" rIns="90000" bIns="54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298" name="TextBox 5">
            <a:extLst xmlns:a="http://schemas.openxmlformats.org/drawingml/2006/main">
              <a:ext uri="{FF2B5EF4-FFF2-40B4-BE49-F238E27FC236}">
                <a16:creationId xmlns:a16="http://schemas.microsoft.com/office/drawing/2014/main" id="{B6F50EA3-4BBE-4D10-BC61-7E884C3D3599}"/>
              </a:ext>
            </a:extLst>
          </p:cNvPr>
          <p:cNvSpPr>
            <a:spLocks xmlns:a="http://schemas.openxmlformats.org/drawingml/2006/main" noGrp="1"/>
          </p:cNvSpPr>
          <p:nvPr/>
        </p:nvSpPr>
        <p:spPr>
          <a:xfrm xmlns:a="http://schemas.openxmlformats.org/drawingml/2006/main">
            <a:off x="11384280" y="6492240"/>
            <a:ext cx="438480" cy="2743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spAutoFit/>
          </a:bodyPr>
          <a:lstStyle xmlns:a="http://schemas.openxmlformats.org/drawingml/2006/main"/>
          <a:p xmlns:a="http://schemas.openxmlformats.org/drawingml/2006/main">
            <a:pPr algn="r" defTabSz="914400">
              <a:lnSpc>
                <a:spcPct val="100000"/>
              </a:lnSpc>
              <a:buNone/>
            </a:pPr>
            <a:r>
              <a:rPr sz="1800" b="1" u="none" strike="noStrike">
                <a:solidFill>
                  <a:srgbClr val="044F9E"/>
                </a:solidFill>
                <a:latin typeface="Times New Roman"/>
                <a:ea typeface="Times New Roman"/>
                <a:cs typeface="Times New Roman"/>
              </a:rPr>
              <a:t>38</a:t>
            </a:r>
            <a:endParaRPr sz="1800" b="0" u="none" strike="noStrike">
              <a:solidFill>
                <a:srgbClr val="000000"/>
              </a:solidFill>
              <a:latin typeface="Times New Roman"/>
              <a:ea typeface="Times New Roman"/>
              <a:cs typeface="Times New Roman"/>
            </a:endParaRPr>
          </a:p>
        </p:txBody>
      </p:sp>
      <p:sp>
        <p:nvSpPr>
          <p:cNvPr id="299" name="Rounded Rectangle 6">
            <a:extLst xmlns:a="http://schemas.openxmlformats.org/drawingml/2006/main">
              <a:ext uri="{FF2B5EF4-FFF2-40B4-BE49-F238E27FC236}">
                <a16:creationId xmlns:a16="http://schemas.microsoft.com/office/drawing/2014/main" id="{F7CE9E2D-98EB-49BC-9A51-5ADF7C7228CE}"/>
              </a:ext>
            </a:extLst>
          </p:cNvPr>
          <p:cNvSpPr>
            <a:spLocks xmlns:a="http://schemas.openxmlformats.org/drawingml/2006/main" noGrp="1"/>
          </p:cNvSpPr>
          <p:nvPr/>
        </p:nvSpPr>
        <p:spPr>
          <a:xfrm xmlns:a="http://schemas.openxmlformats.org/drawingml/2006/main">
            <a:off x="713160" y="2148840"/>
            <a:ext cx="1627200" cy="205704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54720" tIns="54720" rIns="54720" bIns="54720" anchor="ctr">
            <a:noAutofit/>
          </a:bodyPr>
          <a:lstStyle xmlns:a="http://schemas.openxmlformats.org/drawingml/2006/main"/>
          <a:p xmlns:a="http://schemas.openxmlformats.org/drawingml/2006/main">
            <a:pPr algn="ctr" defTabSz="914400">
              <a:lnSpc>
                <a:spcPct val="100000"/>
              </a:lnSpc>
              <a:buNone/>
            </a:pPr>
            <a:r>
              <a:rPr sz="2000" b="0" u="none" strike="noStrike">
                <a:solidFill>
                  <a:srgbClr val="18324B"/>
                </a:solidFill>
                <a:latin typeface="Times New Roman"/>
                <a:ea typeface="Times New Roman"/>
                <a:cs typeface="Times New Roman"/>
              </a:rPr>
              <a:t>Nạp dữ liệu</a:t>
            </a:r>
            <a:endParaRPr sz="20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r>
              <a:t/>
            </a:r>
            <a:endParaRPr sz="20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r>
              <a:rPr sz="2000" b="0" u="none" strike="noStrike">
                <a:solidFill>
                  <a:srgbClr val="18324B"/>
                </a:solidFill>
                <a:latin typeface="Times New Roman"/>
                <a:ea typeface="Times New Roman"/>
                <a:cs typeface="Times New Roman"/>
              </a:rPr>
              <a:t>Mở tab Dữ liệu và kiểm tra schema</a:t>
            </a:r>
            <a:endParaRPr sz="2000" b="0" u="none" strike="noStrike">
              <a:solidFill>
                <a:srgbClr val="000000"/>
              </a:solidFill>
              <a:latin typeface="Times New Roman"/>
              <a:ea typeface="Times New Roman"/>
              <a:cs typeface="Times New Roman"/>
            </a:endParaRPr>
          </a:p>
        </p:txBody>
      </p:sp>
      <p:sp>
        <p:nvSpPr>
          <p:cNvPr id="300" name="Right Arrow 7">
            <a:extLst xmlns:a="http://schemas.openxmlformats.org/drawingml/2006/main">
              <a:ext uri="{FF2B5EF4-FFF2-40B4-BE49-F238E27FC236}">
                <a16:creationId xmlns:a16="http://schemas.microsoft.com/office/drawing/2014/main" id="{F1D23712-941D-4528-AB52-3236611C8415}"/>
              </a:ext>
            </a:extLst>
          </p:cNvPr>
          <p:cNvSpPr>
            <a:spLocks xmlns:a="http://schemas.openxmlformats.org/drawingml/2006/main" noGrp="1"/>
          </p:cNvSpPr>
          <p:nvPr/>
        </p:nvSpPr>
        <p:spPr>
          <a:xfrm xmlns:a="http://schemas.openxmlformats.org/drawingml/2006/main">
            <a:off x="2432160" y="3026520"/>
            <a:ext cx="273960" cy="255600"/>
          </a:xfrm>
          <a:prstGeom xmlns:a="http://schemas.openxmlformats.org/drawingml/2006/main" prst="rightArrow">
            <a:avLst>
              <a:gd name="adj1" fmla="val 50000"/>
              <a:gd name="adj2" fmla="val 50000"/>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000" b="0" u="none" strike="noStrike">
              <a:solidFill>
                <a:schemeClr val="lt1"/>
              </a:solidFill>
              <a:latin typeface="Times New Roman"/>
              <a:ea typeface="Times New Roman"/>
              <a:cs typeface="Times New Roman"/>
            </a:endParaRPr>
          </a:p>
        </p:txBody>
      </p:sp>
      <p:sp>
        <p:nvSpPr>
          <p:cNvPr id="301" name="Rounded Rectangle 8">
            <a:extLst xmlns:a="http://schemas.openxmlformats.org/drawingml/2006/main">
              <a:ext uri="{FF2B5EF4-FFF2-40B4-BE49-F238E27FC236}">
                <a16:creationId xmlns:a16="http://schemas.microsoft.com/office/drawing/2014/main" id="{55774399-78ED-4B91-86D5-61C5475AE2B7}"/>
              </a:ext>
            </a:extLst>
          </p:cNvPr>
          <p:cNvSpPr>
            <a:spLocks xmlns:a="http://schemas.openxmlformats.org/drawingml/2006/main" noGrp="1"/>
          </p:cNvSpPr>
          <p:nvPr/>
        </p:nvSpPr>
        <p:spPr>
          <a:xfrm xmlns:a="http://schemas.openxmlformats.org/drawingml/2006/main">
            <a:off x="2999160" y="2148840"/>
            <a:ext cx="1627200" cy="2057040"/>
          </a:xfrm>
          <a:prstGeom xmlns:a="http://schemas.openxmlformats.org/drawingml/2006/main" prst="roundRect">
            <a:avLst>
              <a:gd name="adj" fmla="val 16667"/>
            </a:avLst>
          </a:prstGeom>
          <a:solidFill xmlns:a="http://schemas.openxmlformats.org/drawingml/2006/main">
            <a:srgbClr val="EEF7FD"/>
          </a:solidFill>
          <a:ln xmlns:a="http://schemas.openxmlformats.org/drawingml/2006/main" w="13970">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54720" tIns="54720" rIns="54720" bIns="54720" anchor="ctr">
            <a:noAutofit/>
          </a:bodyPr>
          <a:lstStyle xmlns:a="http://schemas.openxmlformats.org/drawingml/2006/main"/>
          <a:p xmlns:a="http://schemas.openxmlformats.org/drawingml/2006/main">
            <a:pPr algn="ctr" defTabSz="914400">
              <a:lnSpc>
                <a:spcPct val="100000"/>
              </a:lnSpc>
              <a:buNone/>
            </a:pPr>
            <a:r>
              <a:rPr sz="2000" b="0" u="none" strike="noStrike">
                <a:solidFill>
                  <a:srgbClr val="18324B"/>
                </a:solidFill>
                <a:latin typeface="Times New Roman"/>
                <a:ea typeface="Times New Roman"/>
                <a:cs typeface="Times New Roman"/>
              </a:rPr>
              <a:t>Chạy tiền xử lý</a:t>
            </a:r>
            <a:endParaRPr sz="20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r>
              <a:t/>
            </a:r>
            <a:endParaRPr sz="20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r>
              <a:rPr sz="2000" b="0" u="none" strike="noStrike">
                <a:solidFill>
                  <a:srgbClr val="18324B"/>
                </a:solidFill>
                <a:latin typeface="Times New Roman"/>
                <a:ea typeface="Times New Roman"/>
                <a:cs typeface="Times New Roman"/>
              </a:rPr>
              <a:t>Đọc log dòng trùng và giá trị thiếu</a:t>
            </a:r>
            <a:endParaRPr sz="2000" b="0" u="none" strike="noStrike">
              <a:solidFill>
                <a:srgbClr val="000000"/>
              </a:solidFill>
              <a:latin typeface="Times New Roman"/>
              <a:ea typeface="Times New Roman"/>
              <a:cs typeface="Times New Roman"/>
            </a:endParaRPr>
          </a:p>
        </p:txBody>
      </p:sp>
      <p:sp>
        <p:nvSpPr>
          <p:cNvPr id="302" name="Right Arrow 9">
            <a:extLst xmlns:a="http://schemas.openxmlformats.org/drawingml/2006/main">
              <a:ext uri="{FF2B5EF4-FFF2-40B4-BE49-F238E27FC236}">
                <a16:creationId xmlns:a16="http://schemas.microsoft.com/office/drawing/2014/main" id="{C4AE240C-A3C8-45D0-814E-E996C1B042A9}"/>
              </a:ext>
            </a:extLst>
          </p:cNvPr>
          <p:cNvSpPr>
            <a:spLocks xmlns:a="http://schemas.openxmlformats.org/drawingml/2006/main" noGrp="1"/>
          </p:cNvSpPr>
          <p:nvPr/>
        </p:nvSpPr>
        <p:spPr>
          <a:xfrm xmlns:a="http://schemas.openxmlformats.org/drawingml/2006/main">
            <a:off x="4718160" y="3026520"/>
            <a:ext cx="273960" cy="255600"/>
          </a:xfrm>
          <a:prstGeom xmlns:a="http://schemas.openxmlformats.org/drawingml/2006/main" prst="rightArrow">
            <a:avLst>
              <a:gd name="adj1" fmla="val 50000"/>
              <a:gd name="adj2" fmla="val 50000"/>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000" b="0" u="none" strike="noStrike">
              <a:solidFill>
                <a:schemeClr val="lt1"/>
              </a:solidFill>
              <a:latin typeface="Times New Roman"/>
              <a:ea typeface="Times New Roman"/>
              <a:cs typeface="Times New Roman"/>
            </a:endParaRPr>
          </a:p>
        </p:txBody>
      </p:sp>
      <p:sp>
        <p:nvSpPr>
          <p:cNvPr id="303" name="Rounded Rectangle 10">
            <a:extLst xmlns:a="http://schemas.openxmlformats.org/drawingml/2006/main">
              <a:ext uri="{FF2B5EF4-FFF2-40B4-BE49-F238E27FC236}">
                <a16:creationId xmlns:a16="http://schemas.microsoft.com/office/drawing/2014/main" id="{FB1919DC-C2C5-4233-8FDF-90EFBC4EFAE4}"/>
              </a:ext>
            </a:extLst>
          </p:cNvPr>
          <p:cNvSpPr>
            <a:spLocks xmlns:a="http://schemas.openxmlformats.org/drawingml/2006/main" noGrp="1"/>
          </p:cNvSpPr>
          <p:nvPr/>
        </p:nvSpPr>
        <p:spPr>
          <a:xfrm xmlns:a="http://schemas.openxmlformats.org/drawingml/2006/main">
            <a:off x="5285160" y="2148840"/>
            <a:ext cx="1627200" cy="2057040"/>
          </a:xfrm>
          <a:prstGeom xmlns:a="http://schemas.openxmlformats.org/drawingml/2006/main" prst="roundRect">
            <a:avLst>
              <a:gd name="adj" fmla="val 16667"/>
            </a:avLst>
          </a:prstGeom>
          <a:solidFill xmlns:a="http://schemas.openxmlformats.org/drawingml/2006/main">
            <a:srgbClr val="FFF8E4"/>
          </a:solidFill>
          <a:ln xmlns:a="http://schemas.openxmlformats.org/drawingml/2006/main" w="13970">
            <a:solidFill>
              <a:srgbClr val="FEC01D"/>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54720" tIns="54720" rIns="54720" bIns="54720" anchor="ctr">
            <a:noAutofit/>
          </a:bodyPr>
          <a:lstStyle xmlns:a="http://schemas.openxmlformats.org/drawingml/2006/main"/>
          <a:p xmlns:a="http://schemas.openxmlformats.org/drawingml/2006/main">
            <a:pPr algn="ctr" defTabSz="914400">
              <a:lnSpc>
                <a:spcPct val="100000"/>
              </a:lnSpc>
              <a:buNone/>
            </a:pPr>
            <a:r>
              <a:rPr sz="2000" b="0" u="none" strike="noStrike">
                <a:solidFill>
                  <a:srgbClr val="18324B"/>
                </a:solidFill>
                <a:latin typeface="Times New Roman"/>
                <a:ea typeface="Times New Roman"/>
                <a:cs typeface="Times New Roman"/>
              </a:rPr>
              <a:t>Huấn luyện</a:t>
            </a:r>
            <a:endParaRPr sz="20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r>
              <a:t/>
            </a:r>
            <a:endParaRPr sz="20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r>
              <a:rPr sz="2000" b="0" u="none" strike="noStrike">
                <a:solidFill>
                  <a:srgbClr val="18324B"/>
                </a:solidFill>
                <a:latin typeface="Times New Roman"/>
                <a:ea typeface="Times New Roman"/>
                <a:cs typeface="Times New Roman"/>
              </a:rPr>
              <a:t>Chạy Scikit-learn và Spark MLlib</a:t>
            </a:r>
            <a:endParaRPr sz="2000" b="0" u="none" strike="noStrike">
              <a:solidFill>
                <a:srgbClr val="000000"/>
              </a:solidFill>
              <a:latin typeface="Times New Roman"/>
              <a:ea typeface="Times New Roman"/>
              <a:cs typeface="Times New Roman"/>
            </a:endParaRPr>
          </a:p>
        </p:txBody>
      </p:sp>
      <p:sp>
        <p:nvSpPr>
          <p:cNvPr id="304" name="Right Arrow 11">
            <a:extLst xmlns:a="http://schemas.openxmlformats.org/drawingml/2006/main">
              <a:ext uri="{FF2B5EF4-FFF2-40B4-BE49-F238E27FC236}">
                <a16:creationId xmlns:a16="http://schemas.microsoft.com/office/drawing/2014/main" id="{3D36FCE9-B5CE-47BA-8D3A-556D8E171D63}"/>
              </a:ext>
            </a:extLst>
          </p:cNvPr>
          <p:cNvSpPr>
            <a:spLocks xmlns:a="http://schemas.openxmlformats.org/drawingml/2006/main" noGrp="1"/>
          </p:cNvSpPr>
          <p:nvPr/>
        </p:nvSpPr>
        <p:spPr>
          <a:xfrm xmlns:a="http://schemas.openxmlformats.org/drawingml/2006/main">
            <a:off x="7004160" y="3026520"/>
            <a:ext cx="273960" cy="255600"/>
          </a:xfrm>
          <a:prstGeom xmlns:a="http://schemas.openxmlformats.org/drawingml/2006/main" prst="rightArrow">
            <a:avLst>
              <a:gd name="adj1" fmla="val 50000"/>
              <a:gd name="adj2" fmla="val 50000"/>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000" b="0" u="none" strike="noStrike">
              <a:solidFill>
                <a:schemeClr val="lt1"/>
              </a:solidFill>
              <a:latin typeface="Times New Roman"/>
              <a:ea typeface="Times New Roman"/>
              <a:cs typeface="Times New Roman"/>
            </a:endParaRPr>
          </a:p>
        </p:txBody>
      </p:sp>
      <p:sp>
        <p:nvSpPr>
          <p:cNvPr id="305" name="Rounded Rectangle 12">
            <a:extLst xmlns:a="http://schemas.openxmlformats.org/drawingml/2006/main">
              <a:ext uri="{FF2B5EF4-FFF2-40B4-BE49-F238E27FC236}">
                <a16:creationId xmlns:a16="http://schemas.microsoft.com/office/drawing/2014/main" id="{60F57BA7-3916-4AA3-9BAC-1D354FCDFBEB}"/>
              </a:ext>
            </a:extLst>
          </p:cNvPr>
          <p:cNvSpPr>
            <a:spLocks xmlns:a="http://schemas.openxmlformats.org/drawingml/2006/main" noGrp="1"/>
          </p:cNvSpPr>
          <p:nvPr/>
        </p:nvSpPr>
        <p:spPr>
          <a:xfrm xmlns:a="http://schemas.openxmlformats.org/drawingml/2006/main">
            <a:off x="7571160" y="2148840"/>
            <a:ext cx="1627200" cy="2057040"/>
          </a:xfrm>
          <a:prstGeom xmlns:a="http://schemas.openxmlformats.org/drawingml/2006/main" prst="roundRect">
            <a:avLst>
              <a:gd name="adj" fmla="val 16667"/>
            </a:avLst>
          </a:prstGeom>
          <a:solidFill xmlns:a="http://schemas.openxmlformats.org/drawingml/2006/main">
            <a:srgbClr val="FDF1F1"/>
          </a:solidFill>
          <a:ln xmlns:a="http://schemas.openxmlformats.org/drawingml/2006/main" w="13970">
            <a:solidFill>
              <a:srgbClr val="E81F2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54720" tIns="54720" rIns="54720" bIns="54720" anchor="ctr">
            <a:noAutofit/>
          </a:bodyPr>
          <a:lstStyle xmlns:a="http://schemas.openxmlformats.org/drawingml/2006/main"/>
          <a:p xmlns:a="http://schemas.openxmlformats.org/drawingml/2006/main">
            <a:pPr algn="ctr" defTabSz="914400">
              <a:lnSpc>
                <a:spcPct val="100000"/>
              </a:lnSpc>
              <a:buNone/>
            </a:pPr>
            <a:r>
              <a:rPr sz="2000" b="0" u="none" strike="noStrike">
                <a:solidFill>
                  <a:srgbClr val="18324B"/>
                </a:solidFill>
                <a:latin typeface="Times New Roman"/>
                <a:ea typeface="Times New Roman"/>
                <a:cs typeface="Times New Roman"/>
              </a:rPr>
              <a:t>Đọc kết quả</a:t>
            </a:r>
            <a:endParaRPr sz="20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r>
              <a:t/>
            </a:r>
            <a:endParaRPr sz="20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r>
              <a:rPr sz="2000" b="0" u="none" strike="noStrike">
                <a:solidFill>
                  <a:srgbClr val="18324B"/>
                </a:solidFill>
                <a:latin typeface="Times New Roman"/>
                <a:ea typeface="Times New Roman"/>
                <a:cs typeface="Times New Roman"/>
              </a:rPr>
              <a:t>Metric, confusion matrix và thời gian</a:t>
            </a:r>
            <a:endParaRPr sz="2000" b="0" u="none" strike="noStrike">
              <a:solidFill>
                <a:srgbClr val="000000"/>
              </a:solidFill>
              <a:latin typeface="Times New Roman"/>
              <a:ea typeface="Times New Roman"/>
              <a:cs typeface="Times New Roman"/>
            </a:endParaRPr>
          </a:p>
        </p:txBody>
      </p:sp>
      <p:sp>
        <p:nvSpPr>
          <p:cNvPr id="306" name="Right Arrow 13">
            <a:extLst xmlns:a="http://schemas.openxmlformats.org/drawingml/2006/main">
              <a:ext uri="{FF2B5EF4-FFF2-40B4-BE49-F238E27FC236}">
                <a16:creationId xmlns:a16="http://schemas.microsoft.com/office/drawing/2014/main" id="{E73F8C93-E14D-4103-A0A1-CC45CEE1A9DF}"/>
              </a:ext>
            </a:extLst>
          </p:cNvPr>
          <p:cNvSpPr>
            <a:spLocks xmlns:a="http://schemas.openxmlformats.org/drawingml/2006/main" noGrp="1"/>
          </p:cNvSpPr>
          <p:nvPr/>
        </p:nvSpPr>
        <p:spPr>
          <a:xfrm xmlns:a="http://schemas.openxmlformats.org/drawingml/2006/main">
            <a:off x="9290160" y="3026520"/>
            <a:ext cx="273960" cy="255600"/>
          </a:xfrm>
          <a:prstGeom xmlns:a="http://schemas.openxmlformats.org/drawingml/2006/main" prst="rightArrow">
            <a:avLst>
              <a:gd name="adj1" fmla="val 50000"/>
              <a:gd name="adj2" fmla="val 50000"/>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000" b="0" u="none" strike="noStrike">
              <a:solidFill>
                <a:schemeClr val="lt1"/>
              </a:solidFill>
              <a:latin typeface="Times New Roman"/>
              <a:ea typeface="Times New Roman"/>
              <a:cs typeface="Times New Roman"/>
            </a:endParaRPr>
          </a:p>
        </p:txBody>
      </p:sp>
      <p:sp>
        <p:nvSpPr>
          <p:cNvPr id="307" name="Rounded Rectangle 14">
            <a:extLst xmlns:a="http://schemas.openxmlformats.org/drawingml/2006/main">
              <a:ext uri="{FF2B5EF4-FFF2-40B4-BE49-F238E27FC236}">
                <a16:creationId xmlns:a16="http://schemas.microsoft.com/office/drawing/2014/main" id="{54C3576C-DA1E-4675-A53D-3ACAE0D8AA18}"/>
              </a:ext>
            </a:extLst>
          </p:cNvPr>
          <p:cNvSpPr>
            <a:spLocks xmlns:a="http://schemas.openxmlformats.org/drawingml/2006/main" noGrp="1"/>
          </p:cNvSpPr>
          <p:nvPr/>
        </p:nvSpPr>
        <p:spPr>
          <a:xfrm xmlns:a="http://schemas.openxmlformats.org/drawingml/2006/main">
            <a:off x="9857160" y="2148840"/>
            <a:ext cx="1627200" cy="205704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54720" tIns="54720" rIns="54720" bIns="54720" anchor="ctr">
            <a:noAutofit/>
          </a:bodyPr>
          <a:lstStyle xmlns:a="http://schemas.openxmlformats.org/drawingml/2006/main"/>
          <a:p xmlns:a="http://schemas.openxmlformats.org/drawingml/2006/main">
            <a:pPr algn="ctr" defTabSz="914400">
              <a:lnSpc>
                <a:spcPct val="100000"/>
              </a:lnSpc>
              <a:buNone/>
            </a:pPr>
            <a:r>
              <a:rPr sz="2000" b="0" u="none" strike="noStrike">
                <a:solidFill>
                  <a:srgbClr val="18324B"/>
                </a:solidFill>
                <a:latin typeface="Times New Roman"/>
                <a:ea typeface="Times New Roman"/>
                <a:cs typeface="Times New Roman"/>
              </a:rPr>
              <a:t>Dự đoán thử</a:t>
            </a:r>
            <a:endParaRPr sz="20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r>
              <a:t/>
            </a:r>
            <a:endParaRPr sz="20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r>
              <a:rPr sz="2000" b="0" u="none" strike="noStrike">
                <a:solidFill>
                  <a:srgbClr val="18324B"/>
                </a:solidFill>
                <a:latin typeface="Times New Roman"/>
                <a:ea typeface="Times New Roman"/>
                <a:cs typeface="Times New Roman"/>
              </a:rPr>
              <a:t>Nạp model và xem xác suất Candidate</a:t>
            </a:r>
            <a:endParaRPr sz="2000" b="0" u="none" strike="noStrike">
              <a:solidFill>
                <a:srgbClr val="000000"/>
              </a:solidFill>
              <a:latin typeface="Times New Roman"/>
              <a:ea typeface="Times New Roman"/>
              <a:cs typeface="Times New Roman"/>
            </a:endParaRPr>
          </a:p>
        </p:txBody>
      </p:sp>
      <p:sp>
        <p:nvSpPr>
          <p:cNvPr id="308" name="Rounded Rectangle 15">
            <a:extLst xmlns:a="http://schemas.openxmlformats.org/drawingml/2006/main">
              <a:ext uri="{FF2B5EF4-FFF2-40B4-BE49-F238E27FC236}">
                <a16:creationId xmlns:a16="http://schemas.microsoft.com/office/drawing/2014/main" id="{8F1D2FAB-6BF9-4F68-A105-1DD81E129349}"/>
              </a:ext>
            </a:extLst>
          </p:cNvPr>
          <p:cNvSpPr>
            <a:spLocks xmlns:a="http://schemas.openxmlformats.org/drawingml/2006/main" noGrp="1"/>
          </p:cNvSpPr>
          <p:nvPr/>
        </p:nvSpPr>
        <p:spPr>
          <a:xfrm xmlns:a="http://schemas.openxmlformats.org/drawingml/2006/main">
            <a:off x="1051560" y="4754880"/>
            <a:ext cx="10058040" cy="86832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73080" tIns="73080" rIns="73080" bIns="73080" anchor="ctr">
            <a:noAutofit/>
          </a:bodyPr>
          <a:lstStyle xmlns:a="http://schemas.openxmlformats.org/drawingml/2006/main"/>
          <a:p xmlns:a="http://schemas.openxmlformats.org/drawingml/2006/main">
            <a:pPr algn="ctr" defTabSz="914400">
              <a:lnSpc>
                <a:spcPct val="100000"/>
              </a:lnSpc>
              <a:buNone/>
            </a:pPr>
            <a:r>
              <a:rPr sz="2000" b="1" u="none" strike="noStrike">
                <a:solidFill>
                  <a:srgbClr val="044F9E"/>
                </a:solidFill>
                <a:latin typeface="Times New Roman"/>
                <a:ea typeface="Times New Roman"/>
                <a:cs typeface="Times New Roman"/>
              </a:rPr>
              <a:t>Trình bày mỗi bước bằng log hoặc Streamlit; lưu cấu hình chạy để kết quả có thể tái lập.</a:t>
            </a:r>
            <a:endParaRPr sz="2000" b="0" u="none" strike="noStrike">
              <a:solidFill>
                <a:srgbClr val="000000"/>
              </a:solidFill>
              <a:latin typeface="Times New Roman"/>
              <a:ea typeface="Times New Roman"/>
              <a:cs typeface="Times New Roman"/>
            </a:endParaRPr>
          </a:p>
        </p:txBody>
      </p:sp>
    </p:spTree>
    <p:extLst>
      <p:ext uri="{BB962C8B-B14F-4D97-AF65-F5344CB8AC3E}">
        <p14:creationId xmlns:p14="http://schemas.microsoft.com/office/powerpoint/2010/main" val="754484872"/>
      </p:ext>
    </p:extLst>
  </p:cSld>
</p:sld>
</file>

<file path=ppt/slides/slide39.xml><?xml version="1.0" encoding="utf-8"?>
<p:sld xmlns:p="http://schemas.openxmlformats.org/presentationml/2006/main">
  <p:cSld>
    <p:spTree>
      <p:nvGrpSpPr>
        <p:cNvPr id="1" name=""/>
        <p:cNvGrpSpPr/>
        <p:nvPr/>
      </p:nvGrpSpPr>
      <p:grpSpPr>
        <a:xfrm xmlns:a="http://schemas.openxmlformats.org/drawingml/2006/main"/>
      </p:grpSpPr>
      <p:sp>
        <p:nvSpPr>
          <p:cNvPr id="198" name="TextBox 4">
            <a:extLst xmlns:a="http://schemas.openxmlformats.org/drawingml/2006/main">
              <a:ext uri="{FF2B5EF4-FFF2-40B4-BE49-F238E27FC236}">
                <a16:creationId xmlns:a16="http://schemas.microsoft.com/office/drawing/2014/main" id="{D529FBB4-5127-495D-975E-F02F34EF5B98}"/>
              </a:ext>
            </a:extLst>
          </p:cNvPr>
          <p:cNvSpPr>
            <a:spLocks xmlns:a="http://schemas.openxmlformats.org/drawingml/2006/main" noGrp="1"/>
          </p:cNvSpPr>
          <p:nvPr/>
        </p:nvSpPr>
        <p:spPr>
          <a:xfrm xmlns:a="http://schemas.openxmlformats.org/drawingml/2006/main">
            <a:off x="713160" y="603360"/>
            <a:ext cx="10881000" cy="4599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defTabSz="914400">
              <a:lnSpc>
                <a:spcPct val="100000"/>
              </a:lnSpc>
              <a:buNone/>
            </a:pPr>
            <a:r>
              <a:rPr sz="2900" b="1" u="none" strike="noStrike">
                <a:solidFill>
                  <a:srgbClr val="044F9E"/>
                </a:solidFill>
                <a:latin typeface="Times New Roman"/>
                <a:ea typeface="Times New Roman"/>
                <a:cs typeface="Times New Roman"/>
              </a:rPr>
              <a:t>Kết quả cần ghi nhận trong demo</a:t>
            </a:r>
            <a:endParaRPr sz="2900" b="0" u="none" strike="noStrike">
              <a:solidFill>
                <a:srgbClr val="000000"/>
              </a:solidFill>
              <a:latin typeface="Times New Roman"/>
              <a:ea typeface="Times New Roman"/>
              <a:cs typeface="Times New Roman"/>
            </a:endParaRPr>
          </a:p>
        </p:txBody>
      </p:sp>
      <p:sp>
        <p:nvSpPr>
          <p:cNvPr id="199" name="Rectangle 5">
            <a:extLst xmlns:a="http://schemas.openxmlformats.org/drawingml/2006/main">
              <a:ext uri="{FF2B5EF4-FFF2-40B4-BE49-F238E27FC236}">
                <a16:creationId xmlns:a16="http://schemas.microsoft.com/office/drawing/2014/main" id="{C31F22E5-2C2C-4D71-ABCC-68996E0AF979}"/>
              </a:ext>
            </a:extLst>
          </p:cNvPr>
          <p:cNvSpPr>
            <a:spLocks xmlns:a="http://schemas.openxmlformats.org/drawingml/2006/main" noGrp="1"/>
          </p:cNvSpPr>
          <p:nvPr/>
        </p:nvSpPr>
        <p:spPr>
          <a:xfrm xmlns:a="http://schemas.openxmlformats.org/drawingml/2006/main">
            <a:off x="731520" y="1243440"/>
            <a:ext cx="822600" cy="5004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5400" rIns="90000" bIns="54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200" name="TextBox 6">
            <a:extLst xmlns:a="http://schemas.openxmlformats.org/drawingml/2006/main">
              <a:ext uri="{FF2B5EF4-FFF2-40B4-BE49-F238E27FC236}">
                <a16:creationId xmlns:a16="http://schemas.microsoft.com/office/drawing/2014/main" id="{B22983B8-F958-4566-A34E-38C58316E9B0}"/>
              </a:ext>
            </a:extLst>
          </p:cNvPr>
          <p:cNvSpPr>
            <a:spLocks xmlns:a="http://schemas.openxmlformats.org/drawingml/2006/main" noGrp="1"/>
          </p:cNvSpPr>
          <p:nvPr/>
        </p:nvSpPr>
        <p:spPr>
          <a:xfrm xmlns:a="http://schemas.openxmlformats.org/drawingml/2006/main">
            <a:off x="11384280" y="6492240"/>
            <a:ext cx="438480" cy="2743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spAutoFit/>
          </a:bodyPr>
          <a:lstStyle xmlns:a="http://schemas.openxmlformats.org/drawingml/2006/main"/>
          <a:p xmlns:a="http://schemas.openxmlformats.org/drawingml/2006/main">
            <a:pPr algn="r" defTabSz="914400">
              <a:lnSpc>
                <a:spcPct val="100000"/>
              </a:lnSpc>
              <a:buNone/>
            </a:pPr>
            <a:r>
              <a:rPr b="1" u="none" strike="noStrike">
                <a:solidFill>
                  <a:srgbClr val="044F9E"/>
                </a:solidFill>
                <a:latin typeface="Times New Roman"/>
                <a:ea typeface="Times New Roman"/>
                <a:cs typeface="Times New Roman"/>
              </a:rPr>
              <a:t>39</a:t>
            </a:r>
            <a:endParaRPr b="0" u="none" strike="noStrike">
              <a:solidFill>
                <a:srgbClr val="000000"/>
              </a:solidFill>
              <a:latin typeface="Times New Roman"/>
              <a:ea typeface="Times New Roman"/>
              <a:cs typeface="Times New Roman"/>
            </a:endParaRPr>
          </a:p>
        </p:txBody>
      </p:sp>
      <p:sp>
        <p:nvSpPr>
          <p:cNvPr id="201" name="Rounded Rectangle 7">
            <a:extLst xmlns:a="http://schemas.openxmlformats.org/drawingml/2006/main">
              <a:ext uri="{FF2B5EF4-FFF2-40B4-BE49-F238E27FC236}">
                <a16:creationId xmlns:a16="http://schemas.microsoft.com/office/drawing/2014/main" id="{3D1DE98F-1928-4C96-B377-6606D8C7611D}"/>
              </a:ext>
            </a:extLst>
          </p:cNvPr>
          <p:cNvSpPr>
            <a:spLocks xmlns:a="http://schemas.openxmlformats.org/drawingml/2006/main" noGrp="1"/>
          </p:cNvSpPr>
          <p:nvPr/>
        </p:nvSpPr>
        <p:spPr>
          <a:xfrm xmlns:a="http://schemas.openxmlformats.org/drawingml/2006/main">
            <a:off x="749880" y="1600200"/>
            <a:ext cx="3401280" cy="434304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202" name="Rectangle 8">
            <a:extLst xmlns:a="http://schemas.openxmlformats.org/drawingml/2006/main">
              <a:ext uri="{FF2B5EF4-FFF2-40B4-BE49-F238E27FC236}">
                <a16:creationId xmlns:a16="http://schemas.microsoft.com/office/drawing/2014/main" id="{9DB36E0D-7C03-4E87-B513-7CDEB18F6587}"/>
              </a:ext>
            </a:extLst>
          </p:cNvPr>
          <p:cNvSpPr>
            <a:spLocks xmlns:a="http://schemas.openxmlformats.org/drawingml/2006/main" noGrp="1"/>
          </p:cNvSpPr>
          <p:nvPr/>
        </p:nvSpPr>
        <p:spPr>
          <a:xfrm xmlns:a="http://schemas.openxmlformats.org/drawingml/2006/main">
            <a:off x="749880" y="1600200"/>
            <a:ext cx="91080" cy="4343040"/>
          </a:xfrm>
          <a:prstGeom xmlns:a="http://schemas.openxmlformats.org/drawingml/2006/main" prst="rect">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203" name="TextBox 9">
            <a:extLst xmlns:a="http://schemas.openxmlformats.org/drawingml/2006/main">
              <a:ext uri="{FF2B5EF4-FFF2-40B4-BE49-F238E27FC236}">
                <a16:creationId xmlns:a16="http://schemas.microsoft.com/office/drawing/2014/main" id="{B96FE300-B55D-430B-A5D3-921D16922E90}"/>
              </a:ext>
            </a:extLst>
          </p:cNvPr>
          <p:cNvSpPr>
            <a:spLocks xmlns:a="http://schemas.openxmlformats.org/drawingml/2006/main" noGrp="1"/>
          </p:cNvSpPr>
          <p:nvPr/>
        </p:nvSpPr>
        <p:spPr>
          <a:xfrm xmlns:a="http://schemas.openxmlformats.org/drawingml/2006/main">
            <a:off x="1036680" y="1670804"/>
            <a:ext cx="3126960" cy="4024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400" b="1" u="none" strike="noStrike">
                <a:solidFill>
                  <a:srgbClr val="044F9E"/>
                </a:solidFill>
                <a:latin typeface="Times New Roman"/>
                <a:ea typeface="Times New Roman"/>
                <a:cs typeface="Times New Roman"/>
              </a:rPr>
              <a:t>Dữ liệu sau xử lý</a:t>
            </a:r>
            <a:endParaRPr sz="2400" b="0" u="none" strike="noStrike">
              <a:solidFill>
                <a:srgbClr val="000000"/>
              </a:solidFill>
              <a:latin typeface="Times New Roman"/>
              <a:ea typeface="Times New Roman"/>
              <a:cs typeface="Times New Roman"/>
            </a:endParaRPr>
          </a:p>
        </p:txBody>
      </p:sp>
      <p:sp>
        <p:nvSpPr>
          <p:cNvPr id="204" name="TextBox 10">
            <a:extLst xmlns:a="http://schemas.openxmlformats.org/drawingml/2006/main">
              <a:ext uri="{FF2B5EF4-FFF2-40B4-BE49-F238E27FC236}">
                <a16:creationId xmlns:a16="http://schemas.microsoft.com/office/drawing/2014/main" id="{377C54B2-001B-43FC-824B-7FD6A9B31E81}"/>
              </a:ext>
            </a:extLst>
          </p:cNvPr>
          <p:cNvSpPr>
            <a:spLocks xmlns:a="http://schemas.openxmlformats.org/drawingml/2006/main" noGrp="1"/>
          </p:cNvSpPr>
          <p:nvPr/>
        </p:nvSpPr>
        <p:spPr>
          <a:xfrm xmlns:a="http://schemas.openxmlformats.org/drawingml/2006/main">
            <a:off x="932760" y="2112120"/>
            <a:ext cx="3126960" cy="14997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Số dòng sau làm sạch; bản ghi trùng; cột đã điền thiếu; tỷ lệ Candidate/NonCandidate</a:t>
            </a:r>
            <a:endParaRPr sz="2400" b="0" u="none" strike="noStrike">
              <a:solidFill>
                <a:srgbClr val="000000"/>
              </a:solidFill>
              <a:latin typeface="Times New Roman"/>
              <a:ea typeface="Times New Roman"/>
              <a:cs typeface="Times New Roman"/>
            </a:endParaRPr>
          </a:p>
        </p:txBody>
      </p:sp>
      <p:sp>
        <p:nvSpPr>
          <p:cNvPr id="205" name="Rounded Rectangle 11">
            <a:extLst xmlns:a="http://schemas.openxmlformats.org/drawingml/2006/main">
              <a:ext uri="{FF2B5EF4-FFF2-40B4-BE49-F238E27FC236}">
                <a16:creationId xmlns:a16="http://schemas.microsoft.com/office/drawing/2014/main" id="{EF9F8EFB-BBCD-4D51-86D0-19FB5C2E5D35}"/>
              </a:ext>
            </a:extLst>
          </p:cNvPr>
          <p:cNvSpPr>
            <a:spLocks xmlns:a="http://schemas.openxmlformats.org/drawingml/2006/main" noGrp="1"/>
          </p:cNvSpPr>
          <p:nvPr/>
        </p:nvSpPr>
        <p:spPr>
          <a:xfrm xmlns:a="http://schemas.openxmlformats.org/drawingml/2006/main">
            <a:off x="4389120" y="1600200"/>
            <a:ext cx="3401280" cy="434304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206" name="Rectangle 12">
            <a:extLst xmlns:a="http://schemas.openxmlformats.org/drawingml/2006/main">
              <a:ext uri="{FF2B5EF4-FFF2-40B4-BE49-F238E27FC236}">
                <a16:creationId xmlns:a16="http://schemas.microsoft.com/office/drawing/2014/main" id="{1CD1C952-9B34-4C8B-A143-219B10CD0CC5}"/>
              </a:ext>
            </a:extLst>
          </p:cNvPr>
          <p:cNvSpPr>
            <a:spLocks xmlns:a="http://schemas.openxmlformats.org/drawingml/2006/main" noGrp="1"/>
          </p:cNvSpPr>
          <p:nvPr/>
        </p:nvSpPr>
        <p:spPr>
          <a:xfrm xmlns:a="http://schemas.openxmlformats.org/drawingml/2006/main">
            <a:off x="4389120" y="1600200"/>
            <a:ext cx="91080" cy="434304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207" name="TextBox 13">
            <a:extLst xmlns:a="http://schemas.openxmlformats.org/drawingml/2006/main">
              <a:ext uri="{FF2B5EF4-FFF2-40B4-BE49-F238E27FC236}">
                <a16:creationId xmlns:a16="http://schemas.microsoft.com/office/drawing/2014/main" id="{0C247EA1-0EA3-4B4F-9643-5FE21781E9D9}"/>
              </a:ext>
            </a:extLst>
          </p:cNvPr>
          <p:cNvSpPr>
            <a:spLocks xmlns:a="http://schemas.openxmlformats.org/drawingml/2006/main" noGrp="1"/>
          </p:cNvSpPr>
          <p:nvPr/>
        </p:nvSpPr>
        <p:spPr>
          <a:xfrm xmlns:a="http://schemas.openxmlformats.org/drawingml/2006/main">
            <a:off x="4675920" y="1670804"/>
            <a:ext cx="3126960" cy="4024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400" b="1" u="none" strike="noStrike">
                <a:solidFill>
                  <a:srgbClr val="044F9E"/>
                </a:solidFill>
                <a:latin typeface="Times New Roman"/>
                <a:ea typeface="Times New Roman"/>
                <a:cs typeface="Times New Roman"/>
              </a:rPr>
              <a:t>Chất lượng phân loại</a:t>
            </a:r>
            <a:endParaRPr sz="2400" b="0" u="none" strike="noStrike">
              <a:solidFill>
                <a:srgbClr val="000000"/>
              </a:solidFill>
              <a:latin typeface="Times New Roman"/>
              <a:ea typeface="Times New Roman"/>
              <a:cs typeface="Times New Roman"/>
            </a:endParaRPr>
          </a:p>
        </p:txBody>
      </p:sp>
      <p:sp>
        <p:nvSpPr>
          <p:cNvPr id="208" name="TextBox 14">
            <a:extLst xmlns:a="http://schemas.openxmlformats.org/drawingml/2006/main">
              <a:ext uri="{FF2B5EF4-FFF2-40B4-BE49-F238E27FC236}">
                <a16:creationId xmlns:a16="http://schemas.microsoft.com/office/drawing/2014/main" id="{20AFA7C9-FEAE-4451-A175-906FBAA72447}"/>
              </a:ext>
            </a:extLst>
          </p:cNvPr>
          <p:cNvSpPr>
            <a:spLocks xmlns:a="http://schemas.openxmlformats.org/drawingml/2006/main" noGrp="1"/>
          </p:cNvSpPr>
          <p:nvPr/>
        </p:nvSpPr>
        <p:spPr>
          <a:xfrm xmlns:a="http://schemas.openxmlformats.org/drawingml/2006/main">
            <a:off x="4572000" y="2112120"/>
            <a:ext cx="3126960" cy="18655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Accuracy, precision, recall, F1 và confusion matrix. Ưu tiên báo cáo theo lớp khi dữ liệu không cân bằng.</a:t>
            </a:r>
            <a:endParaRPr sz="2400" b="0" u="none" strike="noStrike">
              <a:solidFill>
                <a:srgbClr val="000000"/>
              </a:solidFill>
              <a:latin typeface="Times New Roman"/>
              <a:ea typeface="Times New Roman"/>
              <a:cs typeface="Times New Roman"/>
            </a:endParaRPr>
          </a:p>
        </p:txBody>
      </p:sp>
      <p:sp>
        <p:nvSpPr>
          <p:cNvPr id="209" name="Rounded Rectangle 15">
            <a:extLst xmlns:a="http://schemas.openxmlformats.org/drawingml/2006/main">
              <a:ext uri="{FF2B5EF4-FFF2-40B4-BE49-F238E27FC236}">
                <a16:creationId xmlns:a16="http://schemas.microsoft.com/office/drawing/2014/main" id="{258E040A-A189-4423-B8E8-05DF5E7ED52C}"/>
              </a:ext>
            </a:extLst>
          </p:cNvPr>
          <p:cNvSpPr>
            <a:spLocks xmlns:a="http://schemas.openxmlformats.org/drawingml/2006/main" noGrp="1"/>
          </p:cNvSpPr>
          <p:nvPr/>
        </p:nvSpPr>
        <p:spPr>
          <a:xfrm xmlns:a="http://schemas.openxmlformats.org/drawingml/2006/main">
            <a:off x="8028360" y="1600200"/>
            <a:ext cx="3401280" cy="434304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210" name="Rectangle 16">
            <a:extLst xmlns:a="http://schemas.openxmlformats.org/drawingml/2006/main">
              <a:ext uri="{FF2B5EF4-FFF2-40B4-BE49-F238E27FC236}">
                <a16:creationId xmlns:a16="http://schemas.microsoft.com/office/drawing/2014/main" id="{5B0D012A-678D-4FFA-A892-814649A0BCA6}"/>
              </a:ext>
            </a:extLst>
          </p:cNvPr>
          <p:cNvSpPr>
            <a:spLocks xmlns:a="http://schemas.openxmlformats.org/drawingml/2006/main" noGrp="1"/>
          </p:cNvSpPr>
          <p:nvPr/>
        </p:nvSpPr>
        <p:spPr>
          <a:xfrm xmlns:a="http://schemas.openxmlformats.org/drawingml/2006/main">
            <a:off x="8028360" y="1600200"/>
            <a:ext cx="91080" cy="4343040"/>
          </a:xfrm>
          <a:prstGeom xmlns:a="http://schemas.openxmlformats.org/drawingml/2006/main" prst="rect">
            <a:avLst/>
          </a:prstGeom>
          <a:solidFill xmlns:a="http://schemas.openxmlformats.org/drawingml/2006/main">
            <a:srgbClr val="E81F26"/>
          </a:solidFill>
          <a:ln xmlns:a="http://schemas.openxmlformats.org/drawingml/2006/main">
            <a:solidFill>
              <a:srgbClr val="E81F2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211" name="TextBox 17">
            <a:extLst xmlns:a="http://schemas.openxmlformats.org/drawingml/2006/main">
              <a:ext uri="{FF2B5EF4-FFF2-40B4-BE49-F238E27FC236}">
                <a16:creationId xmlns:a16="http://schemas.microsoft.com/office/drawing/2014/main" id="{B7511D84-61E3-4F90-B4F3-00E2FDA74456}"/>
              </a:ext>
            </a:extLst>
          </p:cNvPr>
          <p:cNvSpPr>
            <a:spLocks xmlns:a="http://schemas.openxmlformats.org/drawingml/2006/main" noGrp="1"/>
          </p:cNvSpPr>
          <p:nvPr/>
        </p:nvSpPr>
        <p:spPr>
          <a:xfrm xmlns:a="http://schemas.openxmlformats.org/drawingml/2006/main">
            <a:off x="8315160" y="1670804"/>
            <a:ext cx="3126960" cy="4024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400" b="1" u="none" strike="noStrike">
                <a:solidFill>
                  <a:srgbClr val="044F9E"/>
                </a:solidFill>
                <a:latin typeface="Times New Roman"/>
                <a:ea typeface="Times New Roman"/>
                <a:cs typeface="Times New Roman"/>
              </a:rPr>
              <a:t>Hiệu năng thực thi</a:t>
            </a:r>
            <a:endParaRPr sz="2400" b="0" u="none" strike="noStrike">
              <a:solidFill>
                <a:srgbClr val="000000"/>
              </a:solidFill>
              <a:latin typeface="Times New Roman"/>
              <a:ea typeface="Times New Roman"/>
              <a:cs typeface="Times New Roman"/>
            </a:endParaRPr>
          </a:p>
        </p:txBody>
      </p:sp>
      <p:sp>
        <p:nvSpPr>
          <p:cNvPr id="212" name="TextBox 18">
            <a:extLst xmlns:a="http://schemas.openxmlformats.org/drawingml/2006/main">
              <a:ext uri="{FF2B5EF4-FFF2-40B4-BE49-F238E27FC236}">
                <a16:creationId xmlns:a16="http://schemas.microsoft.com/office/drawing/2014/main" id="{8AABA60D-3869-4567-B620-76A950B75F33}"/>
              </a:ext>
            </a:extLst>
          </p:cNvPr>
          <p:cNvSpPr>
            <a:spLocks xmlns:a="http://schemas.openxmlformats.org/drawingml/2006/main" noGrp="1"/>
          </p:cNvSpPr>
          <p:nvPr/>
        </p:nvSpPr>
        <p:spPr>
          <a:xfrm xmlns:a="http://schemas.openxmlformats.org/drawingml/2006/main">
            <a:off x="8211240" y="2112120"/>
            <a:ext cx="3126960" cy="22312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Thời gian fit, load và predict; cấu hình máy chạy; số partition của Spark. So sánh chỉ hợp lệ khi cấu hình tương đương.</a:t>
            </a:r>
            <a:endParaRPr sz="2400" b="0" u="none" strike="noStrike">
              <a:solidFill>
                <a:srgbClr val="000000"/>
              </a:solidFill>
              <a:latin typeface="Times New Roman"/>
              <a:ea typeface="Times New Roman"/>
              <a:cs typeface="Times New Roman"/>
            </a:endParaRPr>
          </a:p>
        </p:txBody>
      </p:sp>
    </p:spTree>
    <p:extLst>
      <p:ext uri="{BB962C8B-B14F-4D97-AF65-F5344CB8AC3E}">
        <p14:creationId xmlns:p14="http://schemas.microsoft.com/office/powerpoint/2010/main" val="711726047"/>
      </p:ext>
    </p:extLst>
  </p:cSld>
</p:sld>
</file>

<file path=ppt/slides/slide40.xml><?xml version="1.0" encoding="utf-8"?>
<p:sld xmlns:p="http://schemas.openxmlformats.org/presentationml/2006/main">
  <p:cSld>
    <p:spTree>
      <p:nvGrpSpPr>
        <p:cNvPr id="1" name=""/>
        <p:cNvGrpSpPr/>
        <p:nvPr/>
      </p:nvGrpSpPr>
      <p:grpSpPr>
        <a:xfrm xmlns:a="http://schemas.openxmlformats.org/drawingml/2006/main"/>
      </p:grpSpPr>
      <p:sp>
        <p:nvSpPr>
          <p:cNvPr id="125" name="Rectangle 3">
            <a:extLst xmlns:a="http://schemas.openxmlformats.org/drawingml/2006/main">
              <a:ext uri="{FF2B5EF4-FFF2-40B4-BE49-F238E27FC236}">
                <a16:creationId xmlns:a16="http://schemas.microsoft.com/office/drawing/2014/main" id="{AC9E31BE-2CC8-4061-A366-3E53B3256FFD}"/>
              </a:ext>
            </a:extLst>
          </p:cNvPr>
          <p:cNvSpPr>
            <a:spLocks xmlns:a="http://schemas.openxmlformats.org/drawingml/2006/main" noGrp="1"/>
          </p:cNvSpPr>
          <p:nvPr/>
        </p:nvSpPr>
        <p:spPr>
          <a:xfrm xmlns:a="http://schemas.openxmlformats.org/drawingml/2006/main">
            <a:off x="285135" y="1060380"/>
            <a:ext cx="10160015" cy="5148360"/>
          </a:xfrm>
          <a:prstGeom xmlns:a="http://schemas.openxmlformats.org/drawingml/2006/main" prst="rect">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126" name="Rectangle 4">
            <a:extLst xmlns:a="http://schemas.openxmlformats.org/drawingml/2006/main">
              <a:ext uri="{FF2B5EF4-FFF2-40B4-BE49-F238E27FC236}">
                <a16:creationId xmlns:a16="http://schemas.microsoft.com/office/drawing/2014/main" id="{F3993100-69A5-462E-8AF5-84A93717AE88}"/>
              </a:ext>
            </a:extLst>
          </p:cNvPr>
          <p:cNvSpPr>
            <a:spLocks xmlns:a="http://schemas.openxmlformats.org/drawingml/2006/main" noGrp="1"/>
          </p:cNvSpPr>
          <p:nvPr/>
        </p:nvSpPr>
        <p:spPr>
          <a:xfrm xmlns:a="http://schemas.openxmlformats.org/drawingml/2006/main">
            <a:off x="640080" y="1371600"/>
            <a:ext cx="109440" cy="2971440"/>
          </a:xfrm>
          <a:prstGeom xmlns:a="http://schemas.openxmlformats.org/drawingml/2006/main" prst="rect">
            <a:avLst/>
          </a:prstGeom>
          <a:solidFill xmlns:a="http://schemas.openxmlformats.org/drawingml/2006/main">
            <a:srgbClr val="FEC01D"/>
          </a:solidFill>
          <a:ln xmlns:a="http://schemas.openxmlformats.org/drawingml/2006/main">
            <a:solidFill>
              <a:srgbClr val="FEC01D"/>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127" name="TextBox 5">
            <a:extLst xmlns:a="http://schemas.openxmlformats.org/drawingml/2006/main">
              <a:ext uri="{FF2B5EF4-FFF2-40B4-BE49-F238E27FC236}">
                <a16:creationId xmlns:a16="http://schemas.microsoft.com/office/drawing/2014/main" id="{AE2FAC6D-F8D3-4943-982A-7E9B678D786E}"/>
              </a:ext>
            </a:extLst>
          </p:cNvPr>
          <p:cNvSpPr>
            <a:spLocks xmlns:a="http://schemas.openxmlformats.org/drawingml/2006/main" noGrp="1"/>
          </p:cNvSpPr>
          <p:nvPr/>
        </p:nvSpPr>
        <p:spPr>
          <a:xfrm xmlns:a="http://schemas.openxmlformats.org/drawingml/2006/main">
            <a:off x="960120" y="1569098"/>
            <a:ext cx="9966600" cy="10120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3200" b="1" u="none" strike="noStrike">
                <a:solidFill>
                  <a:srgbClr val="FFFFFF"/>
                </a:solidFill>
                <a:latin typeface="Times New Roman"/>
                <a:ea typeface="Times New Roman"/>
                <a:cs typeface="Times New Roman"/>
              </a:rPr>
              <a:t>PHẦN 6</a:t>
            </a:r>
            <a:endParaRPr sz="32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3200" b="1" u="none" strike="noStrike">
                <a:solidFill>
                  <a:srgbClr val="FFFFFF"/>
                </a:solidFill>
                <a:latin typeface="Times New Roman"/>
                <a:ea typeface="Times New Roman"/>
                <a:cs typeface="Times New Roman"/>
              </a:rPr>
              <a:t>Thảo luận và kết luận</a:t>
            </a:r>
            <a:endParaRPr sz="3200" b="0" u="none" strike="noStrike">
              <a:solidFill>
                <a:srgbClr val="000000"/>
              </a:solidFill>
              <a:latin typeface="Times New Roman"/>
              <a:ea typeface="Times New Roman"/>
              <a:cs typeface="Times New Roman"/>
            </a:endParaRPr>
          </a:p>
        </p:txBody>
      </p:sp>
      <p:sp>
        <p:nvSpPr>
          <p:cNvPr id="128" name="TextBox 6">
            <a:extLst xmlns:a="http://schemas.openxmlformats.org/drawingml/2006/main">
              <a:ext uri="{FF2B5EF4-FFF2-40B4-BE49-F238E27FC236}">
                <a16:creationId xmlns:a16="http://schemas.microsoft.com/office/drawing/2014/main" id="{B8A74685-A44F-462E-9CED-C4AF45CF2EB6}"/>
              </a:ext>
            </a:extLst>
          </p:cNvPr>
          <p:cNvSpPr>
            <a:spLocks xmlns:a="http://schemas.openxmlformats.org/drawingml/2006/main" noGrp="1"/>
          </p:cNvSpPr>
          <p:nvPr/>
        </p:nvSpPr>
        <p:spPr>
          <a:xfrm xmlns:a="http://schemas.openxmlformats.org/drawingml/2006/main">
            <a:off x="11384280" y="6492240"/>
            <a:ext cx="438480" cy="2743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spAutoFit/>
          </a:bodyPr>
          <a:lstStyle xmlns:a="http://schemas.openxmlformats.org/drawingml/2006/main"/>
          <a:p xmlns:a="http://schemas.openxmlformats.org/drawingml/2006/main">
            <a:pPr algn="r" defTabSz="914400">
              <a:lnSpc>
                <a:spcPct val="100000"/>
              </a:lnSpc>
              <a:buNone/>
            </a:pPr>
            <a:r>
              <a:rPr sz="1800" b="1" u="none" strike="noStrike">
                <a:solidFill>
                  <a:srgbClr val="044F9E"/>
                </a:solidFill>
                <a:latin typeface="Times New Roman"/>
                <a:ea typeface="Times New Roman"/>
                <a:cs typeface="Times New Roman"/>
              </a:rPr>
              <a:t>40</a:t>
            </a:r>
            <a:endParaRPr sz="1800" b="0" u="none" strike="noStrike">
              <a:solidFill>
                <a:srgbClr val="000000"/>
              </a:solidFill>
              <a:latin typeface="Times New Roman"/>
              <a:ea typeface="Times New Roman"/>
              <a:cs typeface="Times New Roman"/>
            </a:endParaRPr>
          </a:p>
        </p:txBody>
      </p:sp>
      <p:sp>
        <p:nvSpPr>
          <p:cNvPr id="129" name="TextBox 7">
            <a:extLst xmlns:a="http://schemas.openxmlformats.org/drawingml/2006/main">
              <a:ext uri="{FF2B5EF4-FFF2-40B4-BE49-F238E27FC236}">
                <a16:creationId xmlns:a16="http://schemas.microsoft.com/office/drawing/2014/main" id="{ABA2FD8A-B98F-439D-A8A9-92199F01D06C}"/>
              </a:ext>
            </a:extLst>
          </p:cNvPr>
          <p:cNvSpPr>
            <a:spLocks xmlns:a="http://schemas.openxmlformats.org/drawingml/2006/main" noGrp="1"/>
          </p:cNvSpPr>
          <p:nvPr/>
        </p:nvSpPr>
        <p:spPr>
          <a:xfrm xmlns:a="http://schemas.openxmlformats.org/drawingml/2006/main">
            <a:off x="1005840" y="3154680"/>
            <a:ext cx="9875160" cy="38724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300" b="0" u="none" strike="noStrike">
                <a:solidFill>
                  <a:srgbClr val="FFFFFF"/>
                </a:solidFill>
                <a:latin typeface="Times New Roman"/>
                <a:ea typeface="Times New Roman"/>
                <a:cs typeface="Times New Roman"/>
              </a:rPr>
              <a:t>Diễn giải đúng phạm vi thực nghiệm và hướng phát triển</a:t>
            </a:r>
            <a:endParaRPr sz="2300" b="0" u="none" strike="noStrike">
              <a:solidFill>
                <a:srgbClr val="000000"/>
              </a:solidFill>
              <a:latin typeface="Times New Roman"/>
              <a:ea typeface="Times New Roman"/>
              <a:cs typeface="Times New Roman"/>
            </a:endParaRPr>
          </a:p>
        </p:txBody>
      </p:sp>
    </p:spTree>
    <p:extLst>
      <p:ext uri="{BB962C8B-B14F-4D97-AF65-F5344CB8AC3E}">
        <p14:creationId xmlns:p14="http://schemas.microsoft.com/office/powerpoint/2010/main" val="1644191783"/>
      </p:ext>
    </p:extLst>
  </p:cSld>
</p:sld>
</file>

<file path=ppt/slides/slide41.xml><?xml version="1.0" encoding="utf-8"?>
<p:sld xmlns:p="http://schemas.openxmlformats.org/presentationml/2006/main">
  <p:cSld>
    <p:spTree>
      <p:nvGrpSpPr>
        <p:cNvPr id="1" name=""/>
        <p:cNvGrpSpPr/>
        <p:nvPr/>
      </p:nvGrpSpPr>
      <p:grpSpPr>
        <a:xfrm xmlns:a="http://schemas.openxmlformats.org/drawingml/2006/main"/>
      </p:grpSpPr>
      <p:sp>
        <p:nvSpPr>
          <p:cNvPr id="757" name="TextBox 6">
            <a:extLst xmlns:a="http://schemas.openxmlformats.org/drawingml/2006/main">
              <a:ext uri="{FF2B5EF4-FFF2-40B4-BE49-F238E27FC236}">
                <a16:creationId xmlns:a16="http://schemas.microsoft.com/office/drawing/2014/main" id="{06372AAE-777C-42EF-958B-D687B01624FE}"/>
              </a:ext>
            </a:extLst>
          </p:cNvPr>
          <p:cNvSpPr>
            <a:spLocks xmlns:a="http://schemas.openxmlformats.org/drawingml/2006/main" noGrp="1"/>
          </p:cNvSpPr>
          <p:nvPr/>
        </p:nvSpPr>
        <p:spPr>
          <a:xfrm xmlns:a="http://schemas.openxmlformats.org/drawingml/2006/main">
            <a:off x="713160" y="672634"/>
            <a:ext cx="10881000" cy="464452"/>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defTabSz="914400">
              <a:lnSpc>
                <a:spcPct val="100000"/>
              </a:lnSpc>
              <a:buNone/>
            </a:pPr>
            <a:r>
              <a:rPr sz="2900" b="1" u="none" strike="noStrike">
                <a:solidFill>
                  <a:srgbClr val="044F9E"/>
                </a:solidFill>
                <a:latin typeface="Times New Roman"/>
                <a:ea typeface="Times New Roman"/>
                <a:cs typeface="Times New Roman"/>
              </a:rPr>
              <a:t>Chọn framework theo quy mô và cách vận hành</a:t>
            </a:r>
            <a:endParaRPr sz="2900" b="0" u="none" strike="noStrike">
              <a:solidFill>
                <a:srgbClr val="000000"/>
              </a:solidFill>
              <a:latin typeface="Times New Roman"/>
              <a:ea typeface="Times New Roman"/>
              <a:cs typeface="Times New Roman"/>
            </a:endParaRPr>
          </a:p>
        </p:txBody>
      </p:sp>
      <p:sp>
        <p:nvSpPr>
          <p:cNvPr id="758" name="Rectangle 7">
            <a:extLst xmlns:a="http://schemas.openxmlformats.org/drawingml/2006/main">
              <a:ext uri="{FF2B5EF4-FFF2-40B4-BE49-F238E27FC236}">
                <a16:creationId xmlns:a16="http://schemas.microsoft.com/office/drawing/2014/main" id="{D29DAF63-AEE7-4BF1-B76C-387CE53D3144}"/>
              </a:ext>
            </a:extLst>
          </p:cNvPr>
          <p:cNvSpPr>
            <a:spLocks xmlns:a="http://schemas.openxmlformats.org/drawingml/2006/main" noGrp="1"/>
          </p:cNvSpPr>
          <p:nvPr/>
        </p:nvSpPr>
        <p:spPr>
          <a:xfrm xmlns:a="http://schemas.openxmlformats.org/drawingml/2006/main">
            <a:off x="731520" y="1243440"/>
            <a:ext cx="822600" cy="5004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5400" rIns="90000" bIns="54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759" name="TextBox 8">
            <a:extLst xmlns:a="http://schemas.openxmlformats.org/drawingml/2006/main">
              <a:ext uri="{FF2B5EF4-FFF2-40B4-BE49-F238E27FC236}">
                <a16:creationId xmlns:a16="http://schemas.microsoft.com/office/drawing/2014/main" id="{0AE8010B-110F-4A76-A87D-C1213E11B6E7}"/>
              </a:ext>
            </a:extLst>
          </p:cNvPr>
          <p:cNvSpPr>
            <a:spLocks xmlns:a="http://schemas.openxmlformats.org/drawingml/2006/main" noGrp="1"/>
          </p:cNvSpPr>
          <p:nvPr/>
        </p:nvSpPr>
        <p:spPr>
          <a:xfrm xmlns:a="http://schemas.openxmlformats.org/drawingml/2006/main">
            <a:off x="11384280" y="6492240"/>
            <a:ext cx="438480" cy="2743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spAutoFit/>
          </a:bodyPr>
          <a:lstStyle xmlns:a="http://schemas.openxmlformats.org/drawingml/2006/main"/>
          <a:p xmlns:a="http://schemas.openxmlformats.org/drawingml/2006/main">
            <a:pPr algn="r" defTabSz="914400">
              <a:lnSpc>
                <a:spcPct val="100000"/>
              </a:lnSpc>
              <a:buNone/>
            </a:pPr>
            <a:r>
              <a:rPr sz="1800" b="1" u="none" strike="noStrike">
                <a:solidFill>
                  <a:srgbClr val="044F9E"/>
                </a:solidFill>
                <a:latin typeface="Times New Roman"/>
                <a:ea typeface="Times New Roman"/>
                <a:cs typeface="Times New Roman"/>
              </a:rPr>
              <a:t>41</a:t>
            </a:r>
            <a:endParaRPr sz="1800" b="0" u="none" strike="noStrike">
              <a:solidFill>
                <a:srgbClr val="000000"/>
              </a:solidFill>
              <a:latin typeface="Times New Roman"/>
              <a:ea typeface="Times New Roman"/>
              <a:cs typeface="Times New Roman"/>
            </a:endParaRPr>
          </a:p>
        </p:txBody>
      </p:sp>
      <p:sp>
        <p:nvSpPr>
          <p:cNvPr id="760" name="Rounded Rectangle 9">
            <a:extLst xmlns:a="http://schemas.openxmlformats.org/drawingml/2006/main">
              <a:ext uri="{FF2B5EF4-FFF2-40B4-BE49-F238E27FC236}">
                <a16:creationId xmlns:a16="http://schemas.microsoft.com/office/drawing/2014/main" id="{AEA11A19-C76D-4844-BD89-1B434FE81B75}"/>
              </a:ext>
            </a:extLst>
          </p:cNvPr>
          <p:cNvSpPr>
            <a:spLocks xmlns:a="http://schemas.openxmlformats.org/drawingml/2006/main" noGrp="1"/>
          </p:cNvSpPr>
          <p:nvPr/>
        </p:nvSpPr>
        <p:spPr>
          <a:xfrm xmlns:a="http://schemas.openxmlformats.org/drawingml/2006/main">
            <a:off x="836880" y="1681200"/>
            <a:ext cx="5056200" cy="347436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761" name="Rectangle 10">
            <a:extLst xmlns:a="http://schemas.openxmlformats.org/drawingml/2006/main">
              <a:ext uri="{FF2B5EF4-FFF2-40B4-BE49-F238E27FC236}">
                <a16:creationId xmlns:a16="http://schemas.microsoft.com/office/drawing/2014/main" id="{986E6664-6FC3-4F78-8510-89293F185681}"/>
              </a:ext>
            </a:extLst>
          </p:cNvPr>
          <p:cNvSpPr>
            <a:spLocks xmlns:a="http://schemas.openxmlformats.org/drawingml/2006/main" noGrp="1"/>
          </p:cNvSpPr>
          <p:nvPr/>
        </p:nvSpPr>
        <p:spPr>
          <a:xfrm xmlns:a="http://schemas.openxmlformats.org/drawingml/2006/main">
            <a:off x="804600" y="1645920"/>
            <a:ext cx="91080" cy="3474360"/>
          </a:xfrm>
          <a:prstGeom xmlns:a="http://schemas.openxmlformats.org/drawingml/2006/main" prst="rect">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762" name="TextBox 11">
            <a:extLst xmlns:a="http://schemas.openxmlformats.org/drawingml/2006/main">
              <a:ext uri="{FF2B5EF4-FFF2-40B4-BE49-F238E27FC236}">
                <a16:creationId xmlns:a16="http://schemas.microsoft.com/office/drawing/2014/main" id="{BEF94DE2-A2FE-4955-8ADA-5270D0AE8B82}"/>
              </a:ext>
            </a:extLst>
          </p:cNvPr>
          <p:cNvSpPr>
            <a:spLocks xmlns:a="http://schemas.openxmlformats.org/drawingml/2006/main" noGrp="1"/>
          </p:cNvSpPr>
          <p:nvPr/>
        </p:nvSpPr>
        <p:spPr>
          <a:xfrm xmlns:a="http://schemas.openxmlformats.org/drawingml/2006/main">
            <a:off x="1143480" y="1730723"/>
            <a:ext cx="478188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400" b="1" u="none" strike="noStrike">
                <a:solidFill>
                  <a:srgbClr val="044F9E"/>
                </a:solidFill>
                <a:latin typeface="Times New Roman"/>
                <a:ea typeface="Times New Roman"/>
                <a:cs typeface="Times New Roman"/>
              </a:rPr>
              <a:t>Scikit-learn phù hợp khi</a:t>
            </a:r>
            <a:endParaRPr sz="2400" b="0" u="none" strike="noStrike">
              <a:solidFill>
                <a:srgbClr val="000000"/>
              </a:solidFill>
              <a:latin typeface="Times New Roman"/>
              <a:ea typeface="Times New Roman"/>
              <a:cs typeface="Times New Roman"/>
            </a:endParaRPr>
          </a:p>
        </p:txBody>
      </p:sp>
      <p:sp>
        <p:nvSpPr>
          <p:cNvPr id="763" name="TextBox 12">
            <a:extLst xmlns:a="http://schemas.openxmlformats.org/drawingml/2006/main">
              <a:ext uri="{FF2B5EF4-FFF2-40B4-BE49-F238E27FC236}">
                <a16:creationId xmlns:a16="http://schemas.microsoft.com/office/drawing/2014/main" id="{60E9BD16-2656-460D-A6DC-8D1B156AAD6C}"/>
              </a:ext>
            </a:extLst>
          </p:cNvPr>
          <p:cNvSpPr>
            <a:spLocks xmlns:a="http://schemas.openxmlformats.org/drawingml/2006/main" noGrp="1"/>
          </p:cNvSpPr>
          <p:nvPr/>
        </p:nvSpPr>
        <p:spPr>
          <a:xfrm xmlns:a="http://schemas.openxmlformats.org/drawingml/2006/main">
            <a:off x="987480" y="2157840"/>
            <a:ext cx="4781880" cy="1145074"/>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 Dữ liệu vẫn nằm gọn trong RAM</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 Quy trình cần đơn giản, ít thành phần</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 Tận dụng đa luồng trong một máy</a:t>
            </a:r>
            <a:endParaRPr sz="2400" b="0" u="none" strike="noStrike">
              <a:solidFill>
                <a:srgbClr val="000000"/>
              </a:solidFill>
              <a:latin typeface="Times New Roman"/>
              <a:ea typeface="Times New Roman"/>
              <a:cs typeface="Times New Roman"/>
            </a:endParaRPr>
          </a:p>
        </p:txBody>
      </p:sp>
      <p:sp>
        <p:nvSpPr>
          <p:cNvPr id="764" name="Rounded Rectangle 13">
            <a:extLst xmlns:a="http://schemas.openxmlformats.org/drawingml/2006/main">
              <a:ext uri="{FF2B5EF4-FFF2-40B4-BE49-F238E27FC236}">
                <a16:creationId xmlns:a16="http://schemas.microsoft.com/office/drawing/2014/main" id="{85333F94-FC15-455E-BB5C-0C3718C695B1}"/>
              </a:ext>
            </a:extLst>
          </p:cNvPr>
          <p:cNvSpPr>
            <a:spLocks xmlns:a="http://schemas.openxmlformats.org/drawingml/2006/main" noGrp="1"/>
          </p:cNvSpPr>
          <p:nvPr/>
        </p:nvSpPr>
        <p:spPr>
          <a:xfrm xmlns:a="http://schemas.openxmlformats.org/drawingml/2006/main">
            <a:off x="6217920" y="1645920"/>
            <a:ext cx="5056200" cy="347436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765" name="Rectangle 14">
            <a:extLst xmlns:a="http://schemas.openxmlformats.org/drawingml/2006/main">
              <a:ext uri="{FF2B5EF4-FFF2-40B4-BE49-F238E27FC236}">
                <a16:creationId xmlns:a16="http://schemas.microsoft.com/office/drawing/2014/main" id="{599DD9A4-C976-417B-8BB2-CBB8574D0913}"/>
              </a:ext>
            </a:extLst>
          </p:cNvPr>
          <p:cNvSpPr>
            <a:spLocks xmlns:a="http://schemas.openxmlformats.org/drawingml/2006/main" noGrp="1"/>
          </p:cNvSpPr>
          <p:nvPr/>
        </p:nvSpPr>
        <p:spPr>
          <a:xfrm xmlns:a="http://schemas.openxmlformats.org/drawingml/2006/main">
            <a:off x="6217920" y="1645920"/>
            <a:ext cx="91080" cy="347436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766" name="TextBox 15">
            <a:extLst xmlns:a="http://schemas.openxmlformats.org/drawingml/2006/main">
              <a:ext uri="{FF2B5EF4-FFF2-40B4-BE49-F238E27FC236}">
                <a16:creationId xmlns:a16="http://schemas.microsoft.com/office/drawing/2014/main" id="{88ACAE95-A0A2-4566-B6F9-3DD1D4D12058}"/>
              </a:ext>
            </a:extLst>
          </p:cNvPr>
          <p:cNvSpPr>
            <a:spLocks xmlns:a="http://schemas.openxmlformats.org/drawingml/2006/main" noGrp="1"/>
          </p:cNvSpPr>
          <p:nvPr/>
        </p:nvSpPr>
        <p:spPr>
          <a:xfrm xmlns:a="http://schemas.openxmlformats.org/drawingml/2006/main">
            <a:off x="6556800" y="1730723"/>
            <a:ext cx="478188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400" b="1" u="none" strike="noStrike">
                <a:solidFill>
                  <a:srgbClr val="044F9E"/>
                </a:solidFill>
                <a:latin typeface="Times New Roman"/>
                <a:ea typeface="Times New Roman"/>
                <a:cs typeface="Times New Roman"/>
              </a:rPr>
              <a:t>Spark phù hợp khi</a:t>
            </a:r>
            <a:endParaRPr sz="2400" b="0" u="none" strike="noStrike">
              <a:solidFill>
                <a:srgbClr val="000000"/>
              </a:solidFill>
              <a:latin typeface="Times New Roman"/>
              <a:ea typeface="Times New Roman"/>
              <a:cs typeface="Times New Roman"/>
            </a:endParaRPr>
          </a:p>
        </p:txBody>
      </p:sp>
      <p:sp>
        <p:nvSpPr>
          <p:cNvPr id="767" name="TextBox 16">
            <a:extLst xmlns:a="http://schemas.openxmlformats.org/drawingml/2006/main">
              <a:ext uri="{FF2B5EF4-FFF2-40B4-BE49-F238E27FC236}">
                <a16:creationId xmlns:a16="http://schemas.microsoft.com/office/drawing/2014/main" id="{17CB5CA5-9DE1-4BC1-8EA5-300804417039}"/>
              </a:ext>
            </a:extLst>
          </p:cNvPr>
          <p:cNvSpPr>
            <a:spLocks xmlns:a="http://schemas.openxmlformats.org/drawingml/2006/main" noGrp="1"/>
          </p:cNvSpPr>
          <p:nvPr/>
        </p:nvSpPr>
        <p:spPr>
          <a:xfrm xmlns:a="http://schemas.openxmlformats.org/drawingml/2006/main">
            <a:off x="6400800" y="2157840"/>
            <a:ext cx="4781880" cy="1514406"/>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 Cần chia dữ liệu theo partition</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 Tác vụ cần phân phối qua nhiều node</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 Hệ sinh thái xử lý dữ liệu đã dùng Spark</a:t>
            </a:r>
            <a:endParaRPr sz="2400" b="0" u="none" strike="noStrike">
              <a:solidFill>
                <a:srgbClr val="000000"/>
              </a:solidFill>
              <a:latin typeface="Times New Roman"/>
              <a:ea typeface="Times New Roman"/>
              <a:cs typeface="Times New Roman"/>
            </a:endParaRPr>
          </a:p>
        </p:txBody>
      </p:sp>
      <p:sp>
        <p:nvSpPr>
          <p:cNvPr id="768" name="TextBox 17">
            <a:extLst xmlns:a="http://schemas.openxmlformats.org/drawingml/2006/main">
              <a:ext uri="{FF2B5EF4-FFF2-40B4-BE49-F238E27FC236}">
                <a16:creationId xmlns:a16="http://schemas.microsoft.com/office/drawing/2014/main" id="{8E04A58E-6C92-41DB-9A05-37C3BB19868E}"/>
              </a:ext>
            </a:extLst>
          </p:cNvPr>
          <p:cNvSpPr>
            <a:spLocks xmlns:a="http://schemas.openxmlformats.org/drawingml/2006/main" noGrp="1"/>
          </p:cNvSpPr>
          <p:nvPr/>
        </p:nvSpPr>
        <p:spPr>
          <a:xfrm xmlns:a="http://schemas.openxmlformats.org/drawingml/2006/main">
            <a:off x="960120" y="5440680"/>
            <a:ext cx="10149480" cy="3837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algn="ctr" defTabSz="914400">
              <a:lnSpc>
                <a:spcPct val="100000"/>
              </a:lnSpc>
              <a:buNone/>
            </a:pPr>
            <a:r>
              <a:rPr sz="2400" b="0" u="none" strike="noStrike">
                <a:solidFill>
                  <a:srgbClr val="527089"/>
                </a:solidFill>
                <a:latin typeface="Times New Roman"/>
                <a:ea typeface="Times New Roman"/>
                <a:cs typeface="Times New Roman"/>
              </a:rPr>
              <a:t>Lựa chọn cuối cùng cần dựa vào dữ liệu, hạ tầng và phép đo thực tế.</a:t>
            </a:r>
            <a:endParaRPr sz="2400" b="0" u="none" strike="noStrike">
              <a:solidFill>
                <a:srgbClr val="000000"/>
              </a:solidFill>
              <a:latin typeface="Times New Roman"/>
              <a:ea typeface="Times New Roman"/>
              <a:cs typeface="Times New Roman"/>
            </a:endParaRPr>
          </a:p>
        </p:txBody>
      </p:sp>
    </p:spTree>
    <p:extLst>
      <p:ext uri="{BB962C8B-B14F-4D97-AF65-F5344CB8AC3E}">
        <p14:creationId xmlns:p14="http://schemas.microsoft.com/office/powerpoint/2010/main" val="119308576"/>
      </p:ext>
    </p:extLst>
  </p:cSld>
</p:sld>
</file>

<file path=ppt/slides/slide42.xml><?xml version="1.0" encoding="utf-8"?>
<p:sld xmlns:p="http://schemas.openxmlformats.org/presentationml/2006/main">
  <p:cSld>
    <p:spTree>
      <p:nvGrpSpPr>
        <p:cNvPr id="1" name=""/>
        <p:cNvGrpSpPr/>
        <p:nvPr/>
      </p:nvGrpSpPr>
      <p:grpSpPr>
        <a:xfrm xmlns:a="http://schemas.openxmlformats.org/drawingml/2006/main"/>
      </p:grpSpPr>
      <p:sp>
        <p:nvSpPr>
          <p:cNvPr id="772" name="TextBox 4">
            <a:extLst xmlns:a="http://schemas.openxmlformats.org/drawingml/2006/main">
              <a:ext uri="{FF2B5EF4-FFF2-40B4-BE49-F238E27FC236}">
                <a16:creationId xmlns:a16="http://schemas.microsoft.com/office/drawing/2014/main" id="{764EF092-0EEB-4D9F-9A25-FCBC3E556CBE}"/>
              </a:ext>
            </a:extLst>
          </p:cNvPr>
          <p:cNvSpPr>
            <a:spLocks xmlns:a="http://schemas.openxmlformats.org/drawingml/2006/main" noGrp="1"/>
          </p:cNvSpPr>
          <p:nvPr/>
        </p:nvSpPr>
        <p:spPr>
          <a:xfrm xmlns:a="http://schemas.openxmlformats.org/drawingml/2006/main">
            <a:off x="713160" y="603360"/>
            <a:ext cx="10881000" cy="6030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defTabSz="914400">
              <a:lnSpc>
                <a:spcPct val="100000"/>
              </a:lnSpc>
              <a:buNone/>
            </a:pPr>
            <a:r>
              <a:rPr sz="2900" b="1" u="none" strike="noStrike">
                <a:solidFill>
                  <a:srgbClr val="044F9E"/>
                </a:solidFill>
                <a:latin typeface="Times New Roman"/>
                <a:ea typeface="Times New Roman"/>
                <a:cs typeface="Times New Roman"/>
              </a:rPr>
              <a:t>Các hạn chế cần được xem xét trước khi mở rộng kết luận</a:t>
            </a:r>
            <a:endParaRPr sz="2900" b="0" u="none" strike="noStrike">
              <a:solidFill>
                <a:srgbClr val="000000"/>
              </a:solidFill>
              <a:latin typeface="Times New Roman"/>
              <a:ea typeface="Times New Roman"/>
              <a:cs typeface="Times New Roman"/>
            </a:endParaRPr>
          </a:p>
        </p:txBody>
      </p:sp>
      <p:sp>
        <p:nvSpPr>
          <p:cNvPr id="773" name="Rectangle 5">
            <a:extLst xmlns:a="http://schemas.openxmlformats.org/drawingml/2006/main">
              <a:ext uri="{FF2B5EF4-FFF2-40B4-BE49-F238E27FC236}">
                <a16:creationId xmlns:a16="http://schemas.microsoft.com/office/drawing/2014/main" id="{37FF36C1-3EA9-489F-ACF9-8F22530A778D}"/>
              </a:ext>
            </a:extLst>
          </p:cNvPr>
          <p:cNvSpPr>
            <a:spLocks xmlns:a="http://schemas.openxmlformats.org/drawingml/2006/main" noGrp="1"/>
          </p:cNvSpPr>
          <p:nvPr/>
        </p:nvSpPr>
        <p:spPr>
          <a:xfrm xmlns:a="http://schemas.openxmlformats.org/drawingml/2006/main">
            <a:off x="731520" y="1243440"/>
            <a:ext cx="822600" cy="5004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5400" rIns="90000" bIns="54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774" name="TextBox 6">
            <a:extLst xmlns:a="http://schemas.openxmlformats.org/drawingml/2006/main">
              <a:ext uri="{FF2B5EF4-FFF2-40B4-BE49-F238E27FC236}">
                <a16:creationId xmlns:a16="http://schemas.microsoft.com/office/drawing/2014/main" id="{C6E33733-579B-411C-BAC1-51148F93135D}"/>
              </a:ext>
            </a:extLst>
          </p:cNvPr>
          <p:cNvSpPr>
            <a:spLocks xmlns:a="http://schemas.openxmlformats.org/drawingml/2006/main" noGrp="1"/>
          </p:cNvSpPr>
          <p:nvPr/>
        </p:nvSpPr>
        <p:spPr>
          <a:xfrm xmlns:a="http://schemas.openxmlformats.org/drawingml/2006/main">
            <a:off x="11384280" y="6492240"/>
            <a:ext cx="438480" cy="2743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spAutoFit/>
          </a:bodyPr>
          <a:lstStyle xmlns:a="http://schemas.openxmlformats.org/drawingml/2006/main"/>
          <a:p xmlns:a="http://schemas.openxmlformats.org/drawingml/2006/main">
            <a:pPr algn="r" defTabSz="914400">
              <a:lnSpc>
                <a:spcPct val="100000"/>
              </a:lnSpc>
              <a:buNone/>
            </a:pPr>
            <a:r>
              <a:rPr sz="1800" b="1" u="none" strike="noStrike">
                <a:solidFill>
                  <a:srgbClr val="044F9E"/>
                </a:solidFill>
                <a:latin typeface="Times New Roman"/>
                <a:ea typeface="Times New Roman"/>
                <a:cs typeface="Times New Roman"/>
              </a:rPr>
              <a:t>42</a:t>
            </a:r>
            <a:endParaRPr sz="1800" b="0" u="none" strike="noStrike">
              <a:solidFill>
                <a:srgbClr val="000000"/>
              </a:solidFill>
              <a:latin typeface="Times New Roman"/>
              <a:ea typeface="Times New Roman"/>
              <a:cs typeface="Times New Roman"/>
            </a:endParaRPr>
          </a:p>
        </p:txBody>
      </p:sp>
      <p:sp>
        <p:nvSpPr>
          <p:cNvPr id="775" name="Rounded Rectangle 7">
            <a:extLst xmlns:a="http://schemas.openxmlformats.org/drawingml/2006/main">
              <a:ext uri="{FF2B5EF4-FFF2-40B4-BE49-F238E27FC236}">
                <a16:creationId xmlns:a16="http://schemas.microsoft.com/office/drawing/2014/main" id="{21351FED-4E8C-46AE-8A3B-F5F2EFEFA899}"/>
              </a:ext>
            </a:extLst>
          </p:cNvPr>
          <p:cNvSpPr>
            <a:spLocks xmlns:a="http://schemas.openxmlformats.org/drawingml/2006/main" noGrp="1"/>
          </p:cNvSpPr>
          <p:nvPr/>
        </p:nvSpPr>
        <p:spPr>
          <a:xfrm xmlns:a="http://schemas.openxmlformats.org/drawingml/2006/main">
            <a:off x="768240" y="1664280"/>
            <a:ext cx="5166000" cy="162720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776" name="Rectangle 8">
            <a:extLst xmlns:a="http://schemas.openxmlformats.org/drawingml/2006/main">
              <a:ext uri="{FF2B5EF4-FFF2-40B4-BE49-F238E27FC236}">
                <a16:creationId xmlns:a16="http://schemas.microsoft.com/office/drawing/2014/main" id="{481B29D5-F228-4A2C-90E7-13E3AF46C2E4}"/>
              </a:ext>
            </a:extLst>
          </p:cNvPr>
          <p:cNvSpPr>
            <a:spLocks xmlns:a="http://schemas.openxmlformats.org/drawingml/2006/main" noGrp="1"/>
          </p:cNvSpPr>
          <p:nvPr/>
        </p:nvSpPr>
        <p:spPr>
          <a:xfrm xmlns:a="http://schemas.openxmlformats.org/drawingml/2006/main">
            <a:off x="768240" y="1664280"/>
            <a:ext cx="91080" cy="1627200"/>
          </a:xfrm>
          <a:prstGeom xmlns:a="http://schemas.openxmlformats.org/drawingml/2006/main" prst="rect">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777" name="TextBox 9">
            <a:extLst xmlns:a="http://schemas.openxmlformats.org/drawingml/2006/main">
              <a:ext uri="{FF2B5EF4-FFF2-40B4-BE49-F238E27FC236}">
                <a16:creationId xmlns:a16="http://schemas.microsoft.com/office/drawing/2014/main" id="{CD3E9CF7-3794-4117-9658-23D02DC24D4D}"/>
              </a:ext>
            </a:extLst>
          </p:cNvPr>
          <p:cNvSpPr>
            <a:spLocks xmlns:a="http://schemas.openxmlformats.org/drawingml/2006/main" noGrp="1"/>
          </p:cNvSpPr>
          <p:nvPr/>
        </p:nvSpPr>
        <p:spPr>
          <a:xfrm xmlns:a="http://schemas.openxmlformats.org/drawingml/2006/main">
            <a:off x="951120" y="1748895"/>
            <a:ext cx="489168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400" b="1" u="none" strike="noStrike">
                <a:solidFill>
                  <a:srgbClr val="044F9E"/>
                </a:solidFill>
                <a:latin typeface="Times New Roman"/>
                <a:ea typeface="Times New Roman"/>
                <a:cs typeface="Times New Roman"/>
              </a:rPr>
              <a:t>Local mode</a:t>
            </a:r>
            <a:endParaRPr sz="2400" b="0" u="none" strike="noStrike">
              <a:solidFill>
                <a:srgbClr val="000000"/>
              </a:solidFill>
              <a:latin typeface="Times New Roman"/>
              <a:ea typeface="Times New Roman"/>
              <a:cs typeface="Times New Roman"/>
            </a:endParaRPr>
          </a:p>
        </p:txBody>
      </p:sp>
      <p:sp>
        <p:nvSpPr>
          <p:cNvPr id="778" name="TextBox 10">
            <a:extLst xmlns:a="http://schemas.openxmlformats.org/drawingml/2006/main">
              <a:ext uri="{FF2B5EF4-FFF2-40B4-BE49-F238E27FC236}">
                <a16:creationId xmlns:a16="http://schemas.microsoft.com/office/drawing/2014/main" id="{CF062A6C-AD33-4B85-809F-86422189FAB8}"/>
              </a:ext>
            </a:extLst>
          </p:cNvPr>
          <p:cNvSpPr>
            <a:spLocks xmlns:a="http://schemas.openxmlformats.org/drawingml/2006/main" noGrp="1"/>
          </p:cNvSpPr>
          <p:nvPr/>
        </p:nvSpPr>
        <p:spPr>
          <a:xfrm xmlns:a="http://schemas.openxmlformats.org/drawingml/2006/main">
            <a:off x="951120" y="2176200"/>
            <a:ext cx="4891680" cy="775742"/>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Spark local[*] chưa phải cluster nhiều máy.</a:t>
            </a:r>
            <a:endParaRPr sz="2400" b="0" u="none" strike="noStrike">
              <a:solidFill>
                <a:srgbClr val="000000"/>
              </a:solidFill>
              <a:latin typeface="Times New Roman"/>
              <a:ea typeface="Times New Roman"/>
              <a:cs typeface="Times New Roman"/>
            </a:endParaRPr>
          </a:p>
        </p:txBody>
      </p:sp>
      <p:sp>
        <p:nvSpPr>
          <p:cNvPr id="779" name="Rounded Rectangle 11">
            <a:extLst xmlns:a="http://schemas.openxmlformats.org/drawingml/2006/main">
              <a:ext uri="{FF2B5EF4-FFF2-40B4-BE49-F238E27FC236}">
                <a16:creationId xmlns:a16="http://schemas.microsoft.com/office/drawing/2014/main" id="{ECB96494-867B-461F-9C1E-C47BD783C1F8}"/>
              </a:ext>
            </a:extLst>
          </p:cNvPr>
          <p:cNvSpPr>
            <a:spLocks xmlns:a="http://schemas.openxmlformats.org/drawingml/2006/main" noGrp="1"/>
          </p:cNvSpPr>
          <p:nvPr/>
        </p:nvSpPr>
        <p:spPr>
          <a:xfrm xmlns:a="http://schemas.openxmlformats.org/drawingml/2006/main">
            <a:off x="6364080" y="1664280"/>
            <a:ext cx="5166000" cy="162720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780" name="Rectangle 12">
            <a:extLst xmlns:a="http://schemas.openxmlformats.org/drawingml/2006/main">
              <a:ext uri="{FF2B5EF4-FFF2-40B4-BE49-F238E27FC236}">
                <a16:creationId xmlns:a16="http://schemas.microsoft.com/office/drawing/2014/main" id="{349192B7-2756-4888-ABEA-0C87FF70C134}"/>
              </a:ext>
            </a:extLst>
          </p:cNvPr>
          <p:cNvSpPr>
            <a:spLocks xmlns:a="http://schemas.openxmlformats.org/drawingml/2006/main" noGrp="1"/>
          </p:cNvSpPr>
          <p:nvPr/>
        </p:nvSpPr>
        <p:spPr>
          <a:xfrm xmlns:a="http://schemas.openxmlformats.org/drawingml/2006/main">
            <a:off x="6364080" y="1664280"/>
            <a:ext cx="91080" cy="1627200"/>
          </a:xfrm>
          <a:prstGeom xmlns:a="http://schemas.openxmlformats.org/drawingml/2006/main" prst="rect">
            <a:avLst/>
          </a:prstGeom>
          <a:solidFill xmlns:a="http://schemas.openxmlformats.org/drawingml/2006/main">
            <a:srgbClr val="E81F26"/>
          </a:solidFill>
          <a:ln xmlns:a="http://schemas.openxmlformats.org/drawingml/2006/main">
            <a:solidFill>
              <a:srgbClr val="E81F2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781" name="TextBox 13">
            <a:extLst xmlns:a="http://schemas.openxmlformats.org/drawingml/2006/main">
              <a:ext uri="{FF2B5EF4-FFF2-40B4-BE49-F238E27FC236}">
                <a16:creationId xmlns:a16="http://schemas.microsoft.com/office/drawing/2014/main" id="{67649CA6-1C8C-45AC-A663-B2F2DA38F365}"/>
              </a:ext>
            </a:extLst>
          </p:cNvPr>
          <p:cNvSpPr>
            <a:spLocks xmlns:a="http://schemas.openxmlformats.org/drawingml/2006/main" noGrp="1"/>
          </p:cNvSpPr>
          <p:nvPr/>
        </p:nvSpPr>
        <p:spPr>
          <a:xfrm xmlns:a="http://schemas.openxmlformats.org/drawingml/2006/main">
            <a:off x="6546960" y="1748895"/>
            <a:ext cx="489168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400" b="1" u="none" strike="noStrike">
                <a:solidFill>
                  <a:srgbClr val="044F9E"/>
                </a:solidFill>
                <a:latin typeface="Times New Roman"/>
                <a:ea typeface="Times New Roman"/>
                <a:cs typeface="Times New Roman"/>
              </a:rPr>
              <a:t>Data leakage</a:t>
            </a:r>
            <a:endParaRPr sz="2400" b="0" u="none" strike="noStrike">
              <a:solidFill>
                <a:srgbClr val="000000"/>
              </a:solidFill>
              <a:latin typeface="Times New Roman"/>
              <a:ea typeface="Times New Roman"/>
              <a:cs typeface="Times New Roman"/>
            </a:endParaRPr>
          </a:p>
        </p:txBody>
      </p:sp>
      <p:sp>
        <p:nvSpPr>
          <p:cNvPr id="782" name="TextBox 14">
            <a:extLst xmlns:a="http://schemas.openxmlformats.org/drawingml/2006/main">
              <a:ext uri="{FF2B5EF4-FFF2-40B4-BE49-F238E27FC236}">
                <a16:creationId xmlns:a16="http://schemas.microsoft.com/office/drawing/2014/main" id="{F9586B9C-BEE6-499F-BEAB-AE079CEA0021}"/>
              </a:ext>
            </a:extLst>
          </p:cNvPr>
          <p:cNvSpPr>
            <a:spLocks xmlns:a="http://schemas.openxmlformats.org/drawingml/2006/main" noGrp="1"/>
          </p:cNvSpPr>
          <p:nvPr/>
        </p:nvSpPr>
        <p:spPr>
          <a:xfrm xmlns:a="http://schemas.openxmlformats.org/drawingml/2006/main">
            <a:off x="6546960" y="2176200"/>
            <a:ext cx="489168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Scaler được fit trước khi chia train/test.</a:t>
            </a:r>
            <a:endParaRPr sz="2400" b="0" u="none" strike="noStrike">
              <a:solidFill>
                <a:srgbClr val="000000"/>
              </a:solidFill>
              <a:latin typeface="Times New Roman"/>
              <a:ea typeface="Times New Roman"/>
              <a:cs typeface="Times New Roman"/>
            </a:endParaRPr>
          </a:p>
        </p:txBody>
      </p:sp>
      <p:sp>
        <p:nvSpPr>
          <p:cNvPr id="783" name="Rounded Rectangle 15">
            <a:extLst xmlns:a="http://schemas.openxmlformats.org/drawingml/2006/main">
              <a:ext uri="{FF2B5EF4-FFF2-40B4-BE49-F238E27FC236}">
                <a16:creationId xmlns:a16="http://schemas.microsoft.com/office/drawing/2014/main" id="{81A30CCE-24F9-4BAC-8565-82C13C825385}"/>
              </a:ext>
            </a:extLst>
          </p:cNvPr>
          <p:cNvSpPr>
            <a:spLocks xmlns:a="http://schemas.openxmlformats.org/drawingml/2006/main" noGrp="1"/>
          </p:cNvSpPr>
          <p:nvPr/>
        </p:nvSpPr>
        <p:spPr>
          <a:xfrm xmlns:a="http://schemas.openxmlformats.org/drawingml/2006/main">
            <a:off x="768240" y="3630240"/>
            <a:ext cx="5166000" cy="162720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784" name="Rectangle 16">
            <a:extLst xmlns:a="http://schemas.openxmlformats.org/drawingml/2006/main">
              <a:ext uri="{FF2B5EF4-FFF2-40B4-BE49-F238E27FC236}">
                <a16:creationId xmlns:a16="http://schemas.microsoft.com/office/drawing/2014/main" id="{8F349188-C8CD-424F-AF06-AF2D37EB9666}"/>
              </a:ext>
            </a:extLst>
          </p:cNvPr>
          <p:cNvSpPr>
            <a:spLocks xmlns:a="http://schemas.openxmlformats.org/drawingml/2006/main" noGrp="1"/>
          </p:cNvSpPr>
          <p:nvPr/>
        </p:nvSpPr>
        <p:spPr>
          <a:xfrm xmlns:a="http://schemas.openxmlformats.org/drawingml/2006/main">
            <a:off x="768240" y="3630240"/>
            <a:ext cx="91080" cy="162720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785" name="TextBox 17">
            <a:extLst xmlns:a="http://schemas.openxmlformats.org/drawingml/2006/main">
              <a:ext uri="{FF2B5EF4-FFF2-40B4-BE49-F238E27FC236}">
                <a16:creationId xmlns:a16="http://schemas.microsoft.com/office/drawing/2014/main" id="{BF9672FD-7A26-4CAE-8E2F-EBF7170FF004}"/>
              </a:ext>
            </a:extLst>
          </p:cNvPr>
          <p:cNvSpPr>
            <a:spLocks xmlns:a="http://schemas.openxmlformats.org/drawingml/2006/main" noGrp="1"/>
          </p:cNvSpPr>
          <p:nvPr/>
        </p:nvSpPr>
        <p:spPr>
          <a:xfrm xmlns:a="http://schemas.openxmlformats.org/drawingml/2006/main">
            <a:off x="951120" y="3714855"/>
            <a:ext cx="489168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400" b="1" u="none" strike="noStrike">
                <a:solidFill>
                  <a:srgbClr val="044F9E"/>
                </a:solidFill>
                <a:latin typeface="Times New Roman"/>
                <a:ea typeface="Times New Roman"/>
                <a:cs typeface="Times New Roman"/>
              </a:rPr>
              <a:t>Tối ưu mô hình</a:t>
            </a:r>
            <a:endParaRPr sz="2400" b="0" u="none" strike="noStrike">
              <a:solidFill>
                <a:srgbClr val="000000"/>
              </a:solidFill>
              <a:latin typeface="Times New Roman"/>
              <a:ea typeface="Times New Roman"/>
              <a:cs typeface="Times New Roman"/>
            </a:endParaRPr>
          </a:p>
        </p:txBody>
      </p:sp>
      <p:sp>
        <p:nvSpPr>
          <p:cNvPr id="786" name="TextBox 18">
            <a:extLst xmlns:a="http://schemas.openxmlformats.org/drawingml/2006/main">
              <a:ext uri="{FF2B5EF4-FFF2-40B4-BE49-F238E27FC236}">
                <a16:creationId xmlns:a16="http://schemas.microsoft.com/office/drawing/2014/main" id="{42D6CE38-557F-440B-A1AD-581176D77AD4}"/>
              </a:ext>
            </a:extLst>
          </p:cNvPr>
          <p:cNvSpPr>
            <a:spLocks xmlns:a="http://schemas.openxmlformats.org/drawingml/2006/main" noGrp="1"/>
          </p:cNvSpPr>
          <p:nvPr/>
        </p:nvSpPr>
        <p:spPr>
          <a:xfrm xmlns:a="http://schemas.openxmlformats.org/drawingml/2006/main">
            <a:off x="951120" y="4142160"/>
            <a:ext cx="4891680" cy="775742"/>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Chưa có cross-validation hoặc tuning có hệ thống.</a:t>
            </a:r>
            <a:endParaRPr sz="2400" b="0" u="none" strike="noStrike">
              <a:solidFill>
                <a:srgbClr val="000000"/>
              </a:solidFill>
              <a:latin typeface="Times New Roman"/>
              <a:ea typeface="Times New Roman"/>
              <a:cs typeface="Times New Roman"/>
            </a:endParaRPr>
          </a:p>
        </p:txBody>
      </p:sp>
      <p:sp>
        <p:nvSpPr>
          <p:cNvPr id="787" name="Rounded Rectangle 19">
            <a:extLst xmlns:a="http://schemas.openxmlformats.org/drawingml/2006/main">
              <a:ext uri="{FF2B5EF4-FFF2-40B4-BE49-F238E27FC236}">
                <a16:creationId xmlns:a16="http://schemas.microsoft.com/office/drawing/2014/main" id="{7E095E06-AF41-412E-8FFC-08843BA14B1D}"/>
              </a:ext>
            </a:extLst>
          </p:cNvPr>
          <p:cNvSpPr>
            <a:spLocks xmlns:a="http://schemas.openxmlformats.org/drawingml/2006/main" noGrp="1"/>
          </p:cNvSpPr>
          <p:nvPr/>
        </p:nvSpPr>
        <p:spPr>
          <a:xfrm xmlns:a="http://schemas.openxmlformats.org/drawingml/2006/main">
            <a:off x="6364080" y="3630240"/>
            <a:ext cx="5166000" cy="162720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788" name="Rectangle 20">
            <a:extLst xmlns:a="http://schemas.openxmlformats.org/drawingml/2006/main">
              <a:ext uri="{FF2B5EF4-FFF2-40B4-BE49-F238E27FC236}">
                <a16:creationId xmlns:a16="http://schemas.microsoft.com/office/drawing/2014/main" id="{D4C4E65A-7E84-4F5E-8084-9A4D3A04E2A9}"/>
              </a:ext>
            </a:extLst>
          </p:cNvPr>
          <p:cNvSpPr>
            <a:spLocks xmlns:a="http://schemas.openxmlformats.org/drawingml/2006/main" noGrp="1"/>
          </p:cNvSpPr>
          <p:nvPr/>
        </p:nvSpPr>
        <p:spPr>
          <a:xfrm xmlns:a="http://schemas.openxmlformats.org/drawingml/2006/main">
            <a:off x="6364080" y="3630240"/>
            <a:ext cx="91080" cy="1627200"/>
          </a:xfrm>
          <a:prstGeom xmlns:a="http://schemas.openxmlformats.org/drawingml/2006/main" prst="rect">
            <a:avLst/>
          </a:prstGeom>
          <a:solidFill xmlns:a="http://schemas.openxmlformats.org/drawingml/2006/main">
            <a:srgbClr val="FEC01D"/>
          </a:solidFill>
          <a:ln xmlns:a="http://schemas.openxmlformats.org/drawingml/2006/main">
            <a:solidFill>
              <a:srgbClr val="FEC01D"/>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789" name="TextBox 21">
            <a:extLst xmlns:a="http://schemas.openxmlformats.org/drawingml/2006/main">
              <a:ext uri="{FF2B5EF4-FFF2-40B4-BE49-F238E27FC236}">
                <a16:creationId xmlns:a16="http://schemas.microsoft.com/office/drawing/2014/main" id="{B9A00C7B-534A-44D3-827F-37C8B30B37DB}"/>
              </a:ext>
            </a:extLst>
          </p:cNvPr>
          <p:cNvSpPr>
            <a:spLocks xmlns:a="http://schemas.openxmlformats.org/drawingml/2006/main" noGrp="1"/>
          </p:cNvSpPr>
          <p:nvPr/>
        </p:nvSpPr>
        <p:spPr>
          <a:xfrm xmlns:a="http://schemas.openxmlformats.org/drawingml/2006/main">
            <a:off x="6546960" y="3714855"/>
            <a:ext cx="489168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400" b="1" u="none" strike="noStrike">
                <a:solidFill>
                  <a:srgbClr val="044F9E"/>
                </a:solidFill>
                <a:latin typeface="Times New Roman"/>
                <a:ea typeface="Times New Roman"/>
                <a:cs typeface="Times New Roman"/>
              </a:rPr>
              <a:t>Mất cân bằng lớp</a:t>
            </a:r>
            <a:endParaRPr sz="2400" b="0" u="none" strike="noStrike">
              <a:solidFill>
                <a:srgbClr val="000000"/>
              </a:solidFill>
              <a:latin typeface="Times New Roman"/>
              <a:ea typeface="Times New Roman"/>
              <a:cs typeface="Times New Roman"/>
            </a:endParaRPr>
          </a:p>
        </p:txBody>
      </p:sp>
      <p:sp>
        <p:nvSpPr>
          <p:cNvPr id="790" name="TextBox 22">
            <a:extLst xmlns:a="http://schemas.openxmlformats.org/drawingml/2006/main">
              <a:ext uri="{FF2B5EF4-FFF2-40B4-BE49-F238E27FC236}">
                <a16:creationId xmlns:a16="http://schemas.microsoft.com/office/drawing/2014/main" id="{1498E20C-235A-4C02-BAC4-F694CEA758C1}"/>
              </a:ext>
            </a:extLst>
          </p:cNvPr>
          <p:cNvSpPr>
            <a:spLocks xmlns:a="http://schemas.openxmlformats.org/drawingml/2006/main" noGrp="1"/>
          </p:cNvSpPr>
          <p:nvPr/>
        </p:nvSpPr>
        <p:spPr>
          <a:xfrm xmlns:a="http://schemas.openxmlformats.org/drawingml/2006/main">
            <a:off x="6546960" y="4142160"/>
            <a:ext cx="4891680" cy="775742"/>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Cần đánh giá từng lớp và cân nhắc xử lý phù hợp.</a:t>
            </a:r>
            <a:endParaRPr sz="2400" b="0" u="none" strike="noStrike">
              <a:solidFill>
                <a:srgbClr val="000000"/>
              </a:solidFill>
              <a:latin typeface="Times New Roman"/>
              <a:ea typeface="Times New Roman"/>
              <a:cs typeface="Times New Roman"/>
            </a:endParaRPr>
          </a:p>
        </p:txBody>
      </p:sp>
      <p:sp>
        <p:nvSpPr>
          <p:cNvPr id="791" name="Rounded Rectangle 23">
            <a:extLst xmlns:a="http://schemas.openxmlformats.org/drawingml/2006/main">
              <a:ext uri="{FF2B5EF4-FFF2-40B4-BE49-F238E27FC236}">
                <a16:creationId xmlns:a16="http://schemas.microsoft.com/office/drawing/2014/main" id="{F2A2922E-AD1B-49A7-AB01-8925DED56D3C}"/>
              </a:ext>
            </a:extLst>
          </p:cNvPr>
          <p:cNvSpPr>
            <a:spLocks xmlns:a="http://schemas.openxmlformats.org/drawingml/2006/main" noGrp="1"/>
          </p:cNvSpPr>
          <p:nvPr/>
        </p:nvSpPr>
        <p:spPr>
          <a:xfrm xmlns:a="http://schemas.openxmlformats.org/drawingml/2006/main">
            <a:off x="1234440" y="5577840"/>
            <a:ext cx="9646560" cy="456840"/>
          </a:xfrm>
          <a:prstGeom xmlns:a="http://schemas.openxmlformats.org/drawingml/2006/main" prst="roundRect">
            <a:avLst>
              <a:gd name="adj" fmla="val 16667"/>
            </a:avLst>
          </a:prstGeom>
          <a:solidFill xmlns:a="http://schemas.openxmlformats.org/drawingml/2006/main">
            <a:srgbClr val="EEF7FD"/>
          </a:solidFill>
          <a:ln xmlns:a="http://schemas.openxmlformats.org/drawingml/2006/main" w="13970">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73080" tIns="73080" rIns="73080" bIns="73080" anchor="ctr">
            <a:noAutofit/>
          </a:bodyPr>
          <a:lstStyle xmlns:a="http://schemas.openxmlformats.org/drawingml/2006/main"/>
          <a:p xmlns:a="http://schemas.openxmlformats.org/drawingml/2006/main">
            <a:pPr algn="ctr" defTabSz="914400">
              <a:lnSpc>
                <a:spcPct val="100000"/>
              </a:lnSpc>
              <a:buNone/>
            </a:pPr>
            <a:r>
              <a:rPr sz="2400" b="1" u="none" strike="noStrike">
                <a:solidFill>
                  <a:srgbClr val="044F9E"/>
                </a:solidFill>
                <a:latin typeface="Times New Roman"/>
                <a:ea typeface="Times New Roman"/>
                <a:cs typeface="Times New Roman"/>
              </a:rPr>
              <a:t>Hướng phát triển: cluster/cloud, CV, tuning và đánh giá theo lớp.</a:t>
            </a:r>
            <a:endParaRPr sz="2400" b="0" u="none" strike="noStrike">
              <a:solidFill>
                <a:srgbClr val="000000"/>
              </a:solidFill>
              <a:latin typeface="Times New Roman"/>
              <a:ea typeface="Times New Roman"/>
              <a:cs typeface="Times New Roman"/>
            </a:endParaRPr>
          </a:p>
        </p:txBody>
      </p:sp>
    </p:spTree>
    <p:extLst>
      <p:ext uri="{BB962C8B-B14F-4D97-AF65-F5344CB8AC3E}">
        <p14:creationId xmlns:p14="http://schemas.microsoft.com/office/powerpoint/2010/main" val="2142586668"/>
      </p:ext>
    </p:extLst>
  </p:cSld>
</p:sld>
</file>

<file path=ppt/slides/slide43.xml><?xml version="1.0" encoding="utf-8"?>
<p:sld xmlns:p="http://schemas.openxmlformats.org/presentationml/2006/main">
  <p:cSld>
    <p:spTree>
      <p:nvGrpSpPr>
        <p:cNvPr id="1" name=""/>
        <p:cNvGrpSpPr/>
        <p:nvPr/>
      </p:nvGrpSpPr>
      <p:grpSpPr>
        <a:xfrm xmlns:a="http://schemas.openxmlformats.org/drawingml/2006/main"/>
      </p:grpSpPr>
      <p:sp>
        <p:nvSpPr>
          <p:cNvPr id="793" name="TextBox 2">
            <a:extLst xmlns:a="http://schemas.openxmlformats.org/drawingml/2006/main">
              <a:ext uri="{FF2B5EF4-FFF2-40B4-BE49-F238E27FC236}">
                <a16:creationId xmlns:a16="http://schemas.microsoft.com/office/drawing/2014/main" id="{5F0EC4BA-7344-4427-8916-290BA6CCA1E6}"/>
              </a:ext>
            </a:extLst>
          </p:cNvPr>
          <p:cNvSpPr>
            <a:spLocks xmlns:a="http://schemas.openxmlformats.org/drawingml/2006/main" noGrp="1"/>
          </p:cNvSpPr>
          <p:nvPr/>
        </p:nvSpPr>
        <p:spPr>
          <a:xfrm xmlns:a="http://schemas.openxmlformats.org/drawingml/2006/main">
            <a:off x="713160" y="603360"/>
            <a:ext cx="10881000" cy="6030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defTabSz="914400">
              <a:lnSpc>
                <a:spcPct val="100000"/>
              </a:lnSpc>
              <a:buNone/>
            </a:pPr>
            <a:r>
              <a:rPr sz="2900" b="1" u="none" strike="noStrike">
                <a:solidFill>
                  <a:srgbClr val="044F9E"/>
                </a:solidFill>
                <a:latin typeface="Times New Roman"/>
                <a:ea typeface="Times New Roman"/>
                <a:cs typeface="Times New Roman"/>
              </a:rPr>
              <a:t>Đồ án xây dựng được quy trình so sánh có thể trình diễn</a:t>
            </a:r>
            <a:endParaRPr sz="2900" b="0" u="none" strike="noStrike">
              <a:solidFill>
                <a:srgbClr val="000000"/>
              </a:solidFill>
              <a:latin typeface="Times New Roman"/>
              <a:ea typeface="Times New Roman"/>
              <a:cs typeface="Times New Roman"/>
            </a:endParaRPr>
          </a:p>
        </p:txBody>
      </p:sp>
      <p:sp>
        <p:nvSpPr>
          <p:cNvPr id="794" name="Rectangle 3">
            <a:extLst xmlns:a="http://schemas.openxmlformats.org/drawingml/2006/main">
              <a:ext uri="{FF2B5EF4-FFF2-40B4-BE49-F238E27FC236}">
                <a16:creationId xmlns:a16="http://schemas.microsoft.com/office/drawing/2014/main" id="{6AF9C8F6-74B7-4CE2-B9CB-D26322854161}"/>
              </a:ext>
            </a:extLst>
          </p:cNvPr>
          <p:cNvSpPr>
            <a:spLocks xmlns:a="http://schemas.openxmlformats.org/drawingml/2006/main" noGrp="1"/>
          </p:cNvSpPr>
          <p:nvPr/>
        </p:nvSpPr>
        <p:spPr>
          <a:xfrm xmlns:a="http://schemas.openxmlformats.org/drawingml/2006/main">
            <a:off x="731520" y="1243440"/>
            <a:ext cx="822600" cy="5004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5400" rIns="90000" bIns="54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795" name="TextBox 4">
            <a:extLst xmlns:a="http://schemas.openxmlformats.org/drawingml/2006/main">
              <a:ext uri="{FF2B5EF4-FFF2-40B4-BE49-F238E27FC236}">
                <a16:creationId xmlns:a16="http://schemas.microsoft.com/office/drawing/2014/main" id="{F2FE44BC-52D8-48E1-99D9-63455700F84D}"/>
              </a:ext>
            </a:extLst>
          </p:cNvPr>
          <p:cNvSpPr>
            <a:spLocks xmlns:a="http://schemas.openxmlformats.org/drawingml/2006/main" noGrp="1"/>
          </p:cNvSpPr>
          <p:nvPr/>
        </p:nvSpPr>
        <p:spPr>
          <a:xfrm xmlns:a="http://schemas.openxmlformats.org/drawingml/2006/main">
            <a:off x="11384280" y="6492240"/>
            <a:ext cx="438480" cy="2743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spAutoFit/>
          </a:bodyPr>
          <a:lstStyle xmlns:a="http://schemas.openxmlformats.org/drawingml/2006/main"/>
          <a:p xmlns:a="http://schemas.openxmlformats.org/drawingml/2006/main">
            <a:pPr algn="r" defTabSz="914400">
              <a:lnSpc>
                <a:spcPct val="100000"/>
              </a:lnSpc>
              <a:buNone/>
            </a:pPr>
            <a:r>
              <a:rPr sz="1800" b="1" u="none" strike="noStrike">
                <a:solidFill>
                  <a:srgbClr val="044F9E"/>
                </a:solidFill>
                <a:latin typeface="Times New Roman"/>
                <a:ea typeface="Times New Roman"/>
                <a:cs typeface="Times New Roman"/>
              </a:rPr>
              <a:t>43</a:t>
            </a:r>
            <a:endParaRPr sz="1800" b="0" u="none" strike="noStrike">
              <a:solidFill>
                <a:srgbClr val="000000"/>
              </a:solidFill>
              <a:latin typeface="Times New Roman"/>
              <a:ea typeface="Times New Roman"/>
              <a:cs typeface="Times New Roman"/>
            </a:endParaRPr>
          </a:p>
        </p:txBody>
      </p:sp>
      <p:sp>
        <p:nvSpPr>
          <p:cNvPr id="796" name="Oval 5">
            <a:extLst xmlns:a="http://schemas.openxmlformats.org/drawingml/2006/main">
              <a:ext uri="{FF2B5EF4-FFF2-40B4-BE49-F238E27FC236}">
                <a16:creationId xmlns:a16="http://schemas.microsoft.com/office/drawing/2014/main" id="{BBECBC79-90F5-4E07-A304-0B90B7D8E7AB}"/>
              </a:ext>
            </a:extLst>
          </p:cNvPr>
          <p:cNvSpPr>
            <a:spLocks xmlns:a="http://schemas.openxmlformats.org/drawingml/2006/main" noGrp="1"/>
          </p:cNvSpPr>
          <p:nvPr/>
        </p:nvSpPr>
        <p:spPr>
          <a:xfrm xmlns:a="http://schemas.openxmlformats.org/drawingml/2006/main">
            <a:off x="941760" y="1673280"/>
            <a:ext cx="438480" cy="438480"/>
          </a:xfrm>
          <a:prstGeom xmlns:a="http://schemas.openxmlformats.org/drawingml/2006/main" prst="ellipse">
            <a:avLst/>
          </a:prstGeom>
          <a:solidFill xmlns:a="http://schemas.openxmlformats.org/drawingml/2006/main">
            <a:srgbClr val="2072B7"/>
          </a:solidFill>
          <a:ln xmlns:a="http://schemas.openxmlformats.org/drawingml/2006/main" w="12700">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 tIns="9000" rIns="9000" bIns="9000" anchor="ctr">
            <a:noAutofit/>
          </a:bodyPr>
          <a:lstStyle xmlns:a="http://schemas.openxmlformats.org/drawingml/2006/main"/>
          <a:p xmlns:a="http://schemas.openxmlformats.org/drawingml/2006/main">
            <a:pPr algn="ctr" defTabSz="914400">
              <a:lnSpc>
                <a:spcPct val="100000"/>
              </a:lnSpc>
              <a:buNone/>
            </a:pPr>
            <a:r>
              <a:rPr sz="1800" b="1" u="none" strike="noStrike">
                <a:solidFill>
                  <a:srgbClr val="FFFFFF"/>
                </a:solidFill>
                <a:latin typeface="Times New Roman"/>
                <a:ea typeface="Times New Roman"/>
                <a:cs typeface="Times New Roman"/>
              </a:rPr>
              <a:t>1</a:t>
            </a:r>
            <a:endParaRPr sz="1800" b="0" u="none" strike="noStrike">
              <a:solidFill>
                <a:srgbClr val="FFFFFF"/>
              </a:solidFill>
              <a:latin typeface="Times New Roman"/>
              <a:ea typeface="Times New Roman"/>
              <a:cs typeface="Times New Roman"/>
            </a:endParaRPr>
          </a:p>
        </p:txBody>
      </p:sp>
      <p:sp>
        <p:nvSpPr>
          <p:cNvPr id="797" name="TextBox 6">
            <a:extLst xmlns:a="http://schemas.openxmlformats.org/drawingml/2006/main">
              <a:ext uri="{FF2B5EF4-FFF2-40B4-BE49-F238E27FC236}">
                <a16:creationId xmlns:a16="http://schemas.microsoft.com/office/drawing/2014/main" id="{CB42D3FE-8EBF-4F5A-AF84-085CC81E5CC4}"/>
              </a:ext>
            </a:extLst>
          </p:cNvPr>
          <p:cNvSpPr>
            <a:spLocks xmlns:a="http://schemas.openxmlformats.org/drawingml/2006/main" noGrp="1"/>
          </p:cNvSpPr>
          <p:nvPr/>
        </p:nvSpPr>
        <p:spPr>
          <a:xfrm xmlns:a="http://schemas.openxmlformats.org/drawingml/2006/main">
            <a:off x="1572840" y="1618560"/>
            <a:ext cx="2285640" cy="4752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000" b="1" u="none" strike="noStrike">
                <a:solidFill>
                  <a:srgbClr val="044F9E"/>
                </a:solidFill>
                <a:latin typeface="Times New Roman"/>
                <a:ea typeface="Times New Roman"/>
                <a:cs typeface="Times New Roman"/>
              </a:rPr>
              <a:t>Đầu vào chung</a:t>
            </a:r>
            <a:endParaRPr sz="2000" b="0" u="none" strike="noStrike">
              <a:solidFill>
                <a:srgbClr val="000000"/>
              </a:solidFill>
              <a:latin typeface="Times New Roman"/>
              <a:ea typeface="Times New Roman"/>
              <a:cs typeface="Times New Roman"/>
            </a:endParaRPr>
          </a:p>
        </p:txBody>
      </p:sp>
      <p:sp>
        <p:nvSpPr>
          <p:cNvPr id="798" name="TextBox 7">
            <a:extLst xmlns:a="http://schemas.openxmlformats.org/drawingml/2006/main">
              <a:ext uri="{FF2B5EF4-FFF2-40B4-BE49-F238E27FC236}">
                <a16:creationId xmlns:a16="http://schemas.microsoft.com/office/drawing/2014/main" id="{1F08063C-4021-4780-899C-CB4CC77EBBF9}"/>
              </a:ext>
            </a:extLst>
          </p:cNvPr>
          <p:cNvSpPr>
            <a:spLocks xmlns:a="http://schemas.openxmlformats.org/drawingml/2006/main" noGrp="1"/>
          </p:cNvSpPr>
          <p:nvPr/>
        </p:nvSpPr>
        <p:spPr>
          <a:xfrm xmlns:a="http://schemas.openxmlformats.org/drawingml/2006/main">
            <a:off x="3877200" y="1618560"/>
            <a:ext cx="7223400" cy="5482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1900" b="0" u="none" strike="noStrike">
                <a:solidFill>
                  <a:srgbClr val="18324B"/>
                </a:solidFill>
                <a:latin typeface="Times New Roman"/>
                <a:ea typeface="Times New Roman"/>
                <a:cs typeface="Times New Roman"/>
              </a:rPr>
              <a:t>Tiền xử lý sinh astronomy_processed.csv.</a:t>
            </a:r>
            <a:endParaRPr sz="1900" b="0" u="none" strike="noStrike">
              <a:solidFill>
                <a:srgbClr val="000000"/>
              </a:solidFill>
              <a:latin typeface="Times New Roman"/>
              <a:ea typeface="Times New Roman"/>
              <a:cs typeface="Times New Roman"/>
            </a:endParaRPr>
          </a:p>
        </p:txBody>
      </p:sp>
      <p:cxnSp>
        <p:nvCxnSpPr>
          <p:cNvPr id="799" name="Connector 8">
            <a:extLst xmlns:a="http://schemas.openxmlformats.org/drawingml/2006/main">
              <a:ext uri="{FF2B5EF4-FFF2-40B4-BE49-F238E27FC236}">
                <a16:creationId xmlns:a16="http://schemas.microsoft.com/office/drawing/2014/main" id="{D178F982-DE79-4FD0-8921-5E1559FE9167}"/>
              </a:ext>
            </a:extLst>
          </p:cNvPr>
          <p:cNvCxnSpPr/>
          <p:nvPr/>
        </p:nvCxnSpPr>
        <p:spPr>
          <a:xfrm xmlns:a="http://schemas.openxmlformats.org/drawingml/2006/main">
            <a:off x="1554480" y="2295000"/>
            <a:ext cx="9464400" cy="360"/>
          </a:xfrm>
          <a:prstGeom xmlns:a="http://schemas.openxmlformats.org/drawingml/2006/main" prst="straightConnector1">
            <a:avLst/>
          </a:prstGeom>
          <a:ln xmlns:a="http://schemas.openxmlformats.org/drawingml/2006/main" w="10160">
            <a:solidFill>
              <a:srgbClr val="D9E3EC"/>
            </a:solidFill>
          </a:ln>
        </p:spPr>
      </p:cxnSp>
      <p:sp>
        <p:nvSpPr>
          <p:cNvPr id="800" name="Oval 9">
            <a:extLst xmlns:a="http://schemas.openxmlformats.org/drawingml/2006/main">
              <a:ext uri="{FF2B5EF4-FFF2-40B4-BE49-F238E27FC236}">
                <a16:creationId xmlns:a16="http://schemas.microsoft.com/office/drawing/2014/main" id="{EDE58CE3-318B-4464-9415-F18064F4510D}"/>
              </a:ext>
            </a:extLst>
          </p:cNvPr>
          <p:cNvSpPr>
            <a:spLocks xmlns:a="http://schemas.openxmlformats.org/drawingml/2006/main" noGrp="1"/>
          </p:cNvSpPr>
          <p:nvPr/>
        </p:nvSpPr>
        <p:spPr>
          <a:xfrm xmlns:a="http://schemas.openxmlformats.org/drawingml/2006/main">
            <a:off x="941760" y="2724840"/>
            <a:ext cx="438480" cy="438480"/>
          </a:xfrm>
          <a:prstGeom xmlns:a="http://schemas.openxmlformats.org/drawingml/2006/main" prst="ellipse">
            <a:avLst/>
          </a:prstGeom>
          <a:solidFill xmlns:a="http://schemas.openxmlformats.org/drawingml/2006/main">
            <a:srgbClr val="4CC4EB"/>
          </a:solidFill>
          <a:ln xmlns:a="http://schemas.openxmlformats.org/drawingml/2006/main" w="12700">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 tIns="9000" rIns="9000" bIns="9000" anchor="ctr">
            <a:noAutofit/>
          </a:bodyPr>
          <a:lstStyle xmlns:a="http://schemas.openxmlformats.org/drawingml/2006/main"/>
          <a:p xmlns:a="http://schemas.openxmlformats.org/drawingml/2006/main">
            <a:pPr algn="ctr" defTabSz="914400">
              <a:lnSpc>
                <a:spcPct val="100000"/>
              </a:lnSpc>
              <a:buNone/>
            </a:pPr>
            <a:r>
              <a:rPr sz="1800" b="1" u="none" strike="noStrike">
                <a:solidFill>
                  <a:srgbClr val="FFFFFF"/>
                </a:solidFill>
                <a:latin typeface="Times New Roman"/>
                <a:ea typeface="Times New Roman"/>
                <a:cs typeface="Times New Roman"/>
              </a:rPr>
              <a:t>2</a:t>
            </a:r>
            <a:endParaRPr sz="1800" b="0" u="none" strike="noStrike">
              <a:solidFill>
                <a:srgbClr val="000000"/>
              </a:solidFill>
              <a:latin typeface="Times New Roman"/>
              <a:ea typeface="Times New Roman"/>
              <a:cs typeface="Times New Roman"/>
            </a:endParaRPr>
          </a:p>
        </p:txBody>
      </p:sp>
      <p:sp>
        <p:nvSpPr>
          <p:cNvPr id="801" name="TextBox 10">
            <a:extLst xmlns:a="http://schemas.openxmlformats.org/drawingml/2006/main">
              <a:ext uri="{FF2B5EF4-FFF2-40B4-BE49-F238E27FC236}">
                <a16:creationId xmlns:a16="http://schemas.microsoft.com/office/drawing/2014/main" id="{237BA5A8-2BFE-4B0A-9F49-BD4778325C91}"/>
              </a:ext>
            </a:extLst>
          </p:cNvPr>
          <p:cNvSpPr>
            <a:spLocks xmlns:a="http://schemas.openxmlformats.org/drawingml/2006/main" noGrp="1"/>
          </p:cNvSpPr>
          <p:nvPr/>
        </p:nvSpPr>
        <p:spPr>
          <a:xfrm xmlns:a="http://schemas.openxmlformats.org/drawingml/2006/main">
            <a:off x="1572840" y="2670120"/>
            <a:ext cx="2285640" cy="4752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000" b="1" u="none" strike="noStrike">
                <a:solidFill>
                  <a:srgbClr val="044F9E"/>
                </a:solidFill>
                <a:latin typeface="Times New Roman"/>
                <a:ea typeface="Times New Roman"/>
                <a:cs typeface="Times New Roman"/>
              </a:rPr>
              <a:t>Hai nhánh mô hình</a:t>
            </a:r>
            <a:endParaRPr sz="2000" b="0" u="none" strike="noStrike">
              <a:solidFill>
                <a:srgbClr val="000000"/>
              </a:solidFill>
              <a:latin typeface="Times New Roman"/>
              <a:ea typeface="Times New Roman"/>
              <a:cs typeface="Times New Roman"/>
            </a:endParaRPr>
          </a:p>
        </p:txBody>
      </p:sp>
      <p:sp>
        <p:nvSpPr>
          <p:cNvPr id="802" name="TextBox 11">
            <a:extLst xmlns:a="http://schemas.openxmlformats.org/drawingml/2006/main">
              <a:ext uri="{FF2B5EF4-FFF2-40B4-BE49-F238E27FC236}">
                <a16:creationId xmlns:a16="http://schemas.microsoft.com/office/drawing/2014/main" id="{8B070B7E-B08E-48AF-868E-CAB8F6363ACF}"/>
              </a:ext>
            </a:extLst>
          </p:cNvPr>
          <p:cNvSpPr>
            <a:spLocks xmlns:a="http://schemas.openxmlformats.org/drawingml/2006/main" noGrp="1"/>
          </p:cNvSpPr>
          <p:nvPr/>
        </p:nvSpPr>
        <p:spPr>
          <a:xfrm xmlns:a="http://schemas.openxmlformats.org/drawingml/2006/main">
            <a:off x="3877200" y="2670120"/>
            <a:ext cx="7223400" cy="5482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1900" b="0" u="none" strike="noStrike">
                <a:solidFill>
                  <a:srgbClr val="18324B"/>
                </a:solidFill>
                <a:latin typeface="Times New Roman"/>
                <a:ea typeface="Times New Roman"/>
                <a:cs typeface="Times New Roman"/>
              </a:rPr>
              <a:t>Pandas/Scikit-learn và Spark MLlib cùng dùng Random Forest.</a:t>
            </a:r>
            <a:endParaRPr sz="1900" b="0" u="none" strike="noStrike">
              <a:solidFill>
                <a:srgbClr val="000000"/>
              </a:solidFill>
              <a:latin typeface="Times New Roman"/>
              <a:ea typeface="Times New Roman"/>
              <a:cs typeface="Times New Roman"/>
            </a:endParaRPr>
          </a:p>
        </p:txBody>
      </p:sp>
      <p:cxnSp>
        <p:nvCxnSpPr>
          <p:cNvPr id="803" name="Connector 12">
            <a:extLst xmlns:a="http://schemas.openxmlformats.org/drawingml/2006/main">
              <a:ext uri="{FF2B5EF4-FFF2-40B4-BE49-F238E27FC236}">
                <a16:creationId xmlns:a16="http://schemas.microsoft.com/office/drawing/2014/main" id="{36E960A5-8D79-4C8C-8F83-828460E7E90C}"/>
              </a:ext>
            </a:extLst>
          </p:cNvPr>
          <p:cNvCxnSpPr/>
          <p:nvPr/>
        </p:nvCxnSpPr>
        <p:spPr>
          <a:xfrm xmlns:a="http://schemas.openxmlformats.org/drawingml/2006/main">
            <a:off x="1554480" y="3346560"/>
            <a:ext cx="9464400" cy="360"/>
          </a:xfrm>
          <a:prstGeom xmlns:a="http://schemas.openxmlformats.org/drawingml/2006/main" prst="straightConnector1">
            <a:avLst/>
          </a:prstGeom>
          <a:ln xmlns:a="http://schemas.openxmlformats.org/drawingml/2006/main" w="10160">
            <a:solidFill>
              <a:srgbClr val="D9E3EC"/>
            </a:solidFill>
          </a:ln>
        </p:spPr>
      </p:cxnSp>
      <p:sp>
        <p:nvSpPr>
          <p:cNvPr id="804" name="Oval 13">
            <a:extLst xmlns:a="http://schemas.openxmlformats.org/drawingml/2006/main">
              <a:ext uri="{FF2B5EF4-FFF2-40B4-BE49-F238E27FC236}">
                <a16:creationId xmlns:a16="http://schemas.microsoft.com/office/drawing/2014/main" id="{0E37F54C-22A8-487E-9578-A48629DCFE0F}"/>
              </a:ext>
            </a:extLst>
          </p:cNvPr>
          <p:cNvSpPr>
            <a:spLocks xmlns:a="http://schemas.openxmlformats.org/drawingml/2006/main" noGrp="1"/>
          </p:cNvSpPr>
          <p:nvPr/>
        </p:nvSpPr>
        <p:spPr>
          <a:xfrm xmlns:a="http://schemas.openxmlformats.org/drawingml/2006/main">
            <a:off x="941760" y="3776400"/>
            <a:ext cx="438480" cy="438480"/>
          </a:xfrm>
          <a:prstGeom xmlns:a="http://schemas.openxmlformats.org/drawingml/2006/main" prst="ellipse">
            <a:avLst/>
          </a:prstGeom>
          <a:solidFill xmlns:a="http://schemas.openxmlformats.org/drawingml/2006/main">
            <a:srgbClr val="E81F26"/>
          </a:solidFill>
          <a:ln xmlns:a="http://schemas.openxmlformats.org/drawingml/2006/main" w="12700">
            <a:solidFill>
              <a:srgbClr val="E81F2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 tIns="9000" rIns="9000" bIns="9000" anchor="ctr">
            <a:noAutofit/>
          </a:bodyPr>
          <a:lstStyle xmlns:a="http://schemas.openxmlformats.org/drawingml/2006/main"/>
          <a:p xmlns:a="http://schemas.openxmlformats.org/drawingml/2006/main">
            <a:pPr algn="ctr" defTabSz="914400">
              <a:lnSpc>
                <a:spcPct val="100000"/>
              </a:lnSpc>
              <a:buNone/>
            </a:pPr>
            <a:r>
              <a:rPr sz="1800" b="1" u="none" strike="noStrike">
                <a:solidFill>
                  <a:srgbClr val="FFFFFF"/>
                </a:solidFill>
                <a:latin typeface="Times New Roman"/>
                <a:ea typeface="Times New Roman"/>
                <a:cs typeface="Times New Roman"/>
              </a:rPr>
              <a:t>3</a:t>
            </a:r>
            <a:endParaRPr sz="1800" b="0" u="none" strike="noStrike">
              <a:solidFill>
                <a:srgbClr val="FFFFFF"/>
              </a:solidFill>
              <a:latin typeface="Times New Roman"/>
              <a:ea typeface="Times New Roman"/>
              <a:cs typeface="Times New Roman"/>
            </a:endParaRPr>
          </a:p>
        </p:txBody>
      </p:sp>
      <p:sp>
        <p:nvSpPr>
          <p:cNvPr id="805" name="TextBox 14">
            <a:extLst xmlns:a="http://schemas.openxmlformats.org/drawingml/2006/main">
              <a:ext uri="{FF2B5EF4-FFF2-40B4-BE49-F238E27FC236}">
                <a16:creationId xmlns:a16="http://schemas.microsoft.com/office/drawing/2014/main" id="{A5C6F4C4-C01B-4700-B95C-AF3CBA97CAE5}"/>
              </a:ext>
            </a:extLst>
          </p:cNvPr>
          <p:cNvSpPr>
            <a:spLocks xmlns:a="http://schemas.openxmlformats.org/drawingml/2006/main" noGrp="1"/>
          </p:cNvSpPr>
          <p:nvPr/>
        </p:nvSpPr>
        <p:spPr>
          <a:xfrm xmlns:a="http://schemas.openxmlformats.org/drawingml/2006/main">
            <a:off x="1572840" y="3721680"/>
            <a:ext cx="2285640" cy="4752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000" b="1" u="none" strike="noStrike">
                <a:solidFill>
                  <a:srgbClr val="044F9E"/>
                </a:solidFill>
                <a:latin typeface="Times New Roman"/>
                <a:ea typeface="Times New Roman"/>
                <a:cs typeface="Times New Roman"/>
              </a:rPr>
              <a:t>Đánh giá có hệ thống</a:t>
            </a:r>
            <a:endParaRPr sz="2000" b="0" u="none" strike="noStrike">
              <a:solidFill>
                <a:srgbClr val="000000"/>
              </a:solidFill>
              <a:latin typeface="Times New Roman"/>
              <a:ea typeface="Times New Roman"/>
              <a:cs typeface="Times New Roman"/>
            </a:endParaRPr>
          </a:p>
        </p:txBody>
      </p:sp>
      <p:sp>
        <p:nvSpPr>
          <p:cNvPr id="806" name="TextBox 15">
            <a:extLst xmlns:a="http://schemas.openxmlformats.org/drawingml/2006/main">
              <a:ext uri="{FF2B5EF4-FFF2-40B4-BE49-F238E27FC236}">
                <a16:creationId xmlns:a16="http://schemas.microsoft.com/office/drawing/2014/main" id="{B1D3F8B5-3989-4EA6-B302-4E75C16330F4}"/>
              </a:ext>
            </a:extLst>
          </p:cNvPr>
          <p:cNvSpPr>
            <a:spLocks xmlns:a="http://schemas.openxmlformats.org/drawingml/2006/main" noGrp="1"/>
          </p:cNvSpPr>
          <p:nvPr/>
        </p:nvSpPr>
        <p:spPr>
          <a:xfrm xmlns:a="http://schemas.openxmlformats.org/drawingml/2006/main">
            <a:off x="3877200" y="3721680"/>
            <a:ext cx="7223400" cy="5482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1900" b="0" u="none" strike="noStrike">
                <a:solidFill>
                  <a:srgbClr val="18324B"/>
                </a:solidFill>
                <a:latin typeface="Times New Roman"/>
                <a:ea typeface="Times New Roman"/>
                <a:cs typeface="Times New Roman"/>
              </a:rPr>
              <a:t>Theo dõi metric, confusion matrix và từng giai đoạn thời gian.</a:t>
            </a:r>
            <a:endParaRPr sz="1900" b="0" u="none" strike="noStrike">
              <a:solidFill>
                <a:srgbClr val="000000"/>
              </a:solidFill>
              <a:latin typeface="Times New Roman"/>
              <a:ea typeface="Times New Roman"/>
              <a:cs typeface="Times New Roman"/>
            </a:endParaRPr>
          </a:p>
        </p:txBody>
      </p:sp>
      <p:cxnSp>
        <p:nvCxnSpPr>
          <p:cNvPr id="807" name="Connector 16">
            <a:extLst xmlns:a="http://schemas.openxmlformats.org/drawingml/2006/main">
              <a:ext uri="{FF2B5EF4-FFF2-40B4-BE49-F238E27FC236}">
                <a16:creationId xmlns:a16="http://schemas.microsoft.com/office/drawing/2014/main" id="{F850374B-8E31-41DF-B678-30662DB4A232}"/>
              </a:ext>
            </a:extLst>
          </p:cNvPr>
          <p:cNvCxnSpPr/>
          <p:nvPr/>
        </p:nvCxnSpPr>
        <p:spPr>
          <a:xfrm xmlns:a="http://schemas.openxmlformats.org/drawingml/2006/main">
            <a:off x="1554480" y="4398120"/>
            <a:ext cx="9464400" cy="360"/>
          </a:xfrm>
          <a:prstGeom xmlns:a="http://schemas.openxmlformats.org/drawingml/2006/main" prst="straightConnector1">
            <a:avLst/>
          </a:prstGeom>
          <a:ln xmlns:a="http://schemas.openxmlformats.org/drawingml/2006/main" w="10160">
            <a:solidFill>
              <a:srgbClr val="D9E3EC"/>
            </a:solidFill>
          </a:ln>
        </p:spPr>
      </p:cxnSp>
      <p:sp>
        <p:nvSpPr>
          <p:cNvPr id="808" name="Oval 17">
            <a:extLst xmlns:a="http://schemas.openxmlformats.org/drawingml/2006/main">
              <a:ext uri="{FF2B5EF4-FFF2-40B4-BE49-F238E27FC236}">
                <a16:creationId xmlns:a16="http://schemas.microsoft.com/office/drawing/2014/main" id="{7458EFBE-6D12-4513-8CD8-E3B147CDD936}"/>
              </a:ext>
            </a:extLst>
          </p:cNvPr>
          <p:cNvSpPr>
            <a:spLocks xmlns:a="http://schemas.openxmlformats.org/drawingml/2006/main" noGrp="1"/>
          </p:cNvSpPr>
          <p:nvPr/>
        </p:nvSpPr>
        <p:spPr>
          <a:xfrm xmlns:a="http://schemas.openxmlformats.org/drawingml/2006/main">
            <a:off x="941760" y="4827960"/>
            <a:ext cx="438480" cy="438480"/>
          </a:xfrm>
          <a:prstGeom xmlns:a="http://schemas.openxmlformats.org/drawingml/2006/main" prst="ellipse">
            <a:avLst/>
          </a:prstGeom>
          <a:solidFill xmlns:a="http://schemas.openxmlformats.org/drawingml/2006/main">
            <a:srgbClr val="FEC01D"/>
          </a:solidFill>
          <a:ln xmlns:a="http://schemas.openxmlformats.org/drawingml/2006/main" w="12700">
            <a:solidFill>
              <a:srgbClr val="FEC01D"/>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 tIns="9000" rIns="9000" bIns="9000" anchor="ctr">
            <a:noAutofit/>
          </a:bodyPr>
          <a:lstStyle xmlns:a="http://schemas.openxmlformats.org/drawingml/2006/main"/>
          <a:p xmlns:a="http://schemas.openxmlformats.org/drawingml/2006/main">
            <a:pPr algn="ctr" defTabSz="914400">
              <a:lnSpc>
                <a:spcPct val="100000"/>
              </a:lnSpc>
              <a:buNone/>
            </a:pPr>
            <a:r>
              <a:rPr sz="1800" b="1" u="none" strike="noStrike">
                <a:solidFill>
                  <a:srgbClr val="FFFFFF"/>
                </a:solidFill>
                <a:latin typeface="Times New Roman"/>
                <a:ea typeface="Times New Roman"/>
                <a:cs typeface="Times New Roman"/>
              </a:rPr>
              <a:t>4</a:t>
            </a:r>
            <a:endParaRPr sz="1800" b="0" u="none" strike="noStrike">
              <a:solidFill>
                <a:srgbClr val="000000"/>
              </a:solidFill>
              <a:latin typeface="Times New Roman"/>
              <a:ea typeface="Times New Roman"/>
              <a:cs typeface="Times New Roman"/>
            </a:endParaRPr>
          </a:p>
        </p:txBody>
      </p:sp>
      <p:sp>
        <p:nvSpPr>
          <p:cNvPr id="809" name="TextBox 18">
            <a:extLst xmlns:a="http://schemas.openxmlformats.org/drawingml/2006/main">
              <a:ext uri="{FF2B5EF4-FFF2-40B4-BE49-F238E27FC236}">
                <a16:creationId xmlns:a16="http://schemas.microsoft.com/office/drawing/2014/main" id="{AD9EAEC9-2C21-44B9-BE74-8537CCA22EBD}"/>
              </a:ext>
            </a:extLst>
          </p:cNvPr>
          <p:cNvSpPr>
            <a:spLocks xmlns:a="http://schemas.openxmlformats.org/drawingml/2006/main" noGrp="1"/>
          </p:cNvSpPr>
          <p:nvPr/>
        </p:nvSpPr>
        <p:spPr>
          <a:xfrm xmlns:a="http://schemas.openxmlformats.org/drawingml/2006/main">
            <a:off x="1572840" y="4773240"/>
            <a:ext cx="2285640" cy="4752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000" b="1" u="none" strike="noStrike">
                <a:solidFill>
                  <a:srgbClr val="044F9E"/>
                </a:solidFill>
                <a:latin typeface="Times New Roman"/>
                <a:ea typeface="Times New Roman"/>
                <a:cs typeface="Times New Roman"/>
              </a:rPr>
              <a:t>Demo tích hợp</a:t>
            </a:r>
            <a:endParaRPr sz="2000" b="0" u="none" strike="noStrike">
              <a:solidFill>
                <a:srgbClr val="000000"/>
              </a:solidFill>
              <a:latin typeface="Times New Roman"/>
              <a:ea typeface="Times New Roman"/>
              <a:cs typeface="Times New Roman"/>
            </a:endParaRPr>
          </a:p>
        </p:txBody>
      </p:sp>
      <p:sp>
        <p:nvSpPr>
          <p:cNvPr id="810" name="TextBox 19">
            <a:extLst xmlns:a="http://schemas.openxmlformats.org/drawingml/2006/main">
              <a:ext uri="{FF2B5EF4-FFF2-40B4-BE49-F238E27FC236}">
                <a16:creationId xmlns:a16="http://schemas.microsoft.com/office/drawing/2014/main" id="{B54D93CF-E699-4D8D-838F-A076B2EB47BC}"/>
              </a:ext>
            </a:extLst>
          </p:cNvPr>
          <p:cNvSpPr>
            <a:spLocks xmlns:a="http://schemas.openxmlformats.org/drawingml/2006/main" noGrp="1"/>
          </p:cNvSpPr>
          <p:nvPr/>
        </p:nvSpPr>
        <p:spPr>
          <a:xfrm xmlns:a="http://schemas.openxmlformats.org/drawingml/2006/main">
            <a:off x="3877200" y="4773240"/>
            <a:ext cx="7223400" cy="5482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1900" b="0" u="none" strike="noStrike">
                <a:solidFill>
                  <a:srgbClr val="18324B"/>
                </a:solidFill>
                <a:latin typeface="Times New Roman"/>
                <a:ea typeface="Times New Roman"/>
                <a:cs typeface="Times New Roman"/>
              </a:rPr>
              <a:t>Streamlit kết nối dữ liệu, pipeline, so sánh và dự đoán thử.</a:t>
            </a:r>
            <a:endParaRPr sz="1900" b="0" u="none" strike="noStrike">
              <a:solidFill>
                <a:srgbClr val="000000"/>
              </a:solidFill>
              <a:latin typeface="Times New Roman"/>
              <a:ea typeface="Times New Roman"/>
              <a:cs typeface="Times New Roman"/>
            </a:endParaRPr>
          </a:p>
        </p:txBody>
      </p:sp>
    </p:spTree>
    <p:extLst>
      <p:ext uri="{BB962C8B-B14F-4D97-AF65-F5344CB8AC3E}">
        <p14:creationId xmlns:p14="http://schemas.microsoft.com/office/powerpoint/2010/main" val="1295984234"/>
      </p:ext>
    </p:extLst>
  </p:cSld>
</p:sld>
</file>

<file path=ppt/slides/slide44.xml><?xml version="1.0" encoding="utf-8"?>
<p:sld xmlns:p="http://schemas.openxmlformats.org/presentationml/2006/main">
  <p:cSld>
    <p:spTree>
      <p:nvGrpSpPr>
        <p:cNvPr id="1" name=""/>
        <p:cNvGrpSpPr/>
        <p:nvPr/>
      </p:nvGrpSpPr>
      <p:grpSpPr>
        <a:xfrm xmlns:a="http://schemas.openxmlformats.org/drawingml/2006/main"/>
      </p:grpSpPr>
      <p:sp>
        <p:nvSpPr>
          <p:cNvPr id="198" name="TextBox 4">
            <a:extLst xmlns:a="http://schemas.openxmlformats.org/drawingml/2006/main">
              <a:ext uri="{FF2B5EF4-FFF2-40B4-BE49-F238E27FC236}">
                <a16:creationId xmlns:a16="http://schemas.microsoft.com/office/drawing/2014/main" id="{D529FBB4-5127-495D-975E-F02F34EF5B98}"/>
              </a:ext>
            </a:extLst>
          </p:cNvPr>
          <p:cNvSpPr>
            <a:spLocks xmlns:a="http://schemas.openxmlformats.org/drawingml/2006/main" noGrp="1"/>
          </p:cNvSpPr>
          <p:nvPr/>
        </p:nvSpPr>
        <p:spPr>
          <a:xfrm xmlns:a="http://schemas.openxmlformats.org/drawingml/2006/main">
            <a:off x="713160" y="603360"/>
            <a:ext cx="10881000" cy="4599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defTabSz="914400">
              <a:lnSpc>
                <a:spcPct val="100000"/>
              </a:lnSpc>
              <a:buNone/>
            </a:pPr>
            <a:r>
              <a:rPr sz="2900" b="1" u="none" strike="noStrike">
                <a:solidFill>
                  <a:srgbClr val="044F9E"/>
                </a:solidFill>
                <a:latin typeface="Times New Roman"/>
                <a:ea typeface="Times New Roman"/>
                <a:cs typeface="Times New Roman"/>
              </a:rPr>
              <a:t>Tài liệu tham khảo</a:t>
            </a:r>
            <a:endParaRPr sz="2900" b="0" u="none" strike="noStrike">
              <a:solidFill>
                <a:srgbClr val="000000"/>
              </a:solidFill>
              <a:latin typeface="Times New Roman"/>
              <a:ea typeface="Times New Roman"/>
              <a:cs typeface="Times New Roman"/>
            </a:endParaRPr>
          </a:p>
        </p:txBody>
      </p:sp>
      <p:sp>
        <p:nvSpPr>
          <p:cNvPr id="199" name="Rectangle 5">
            <a:extLst xmlns:a="http://schemas.openxmlformats.org/drawingml/2006/main">
              <a:ext uri="{FF2B5EF4-FFF2-40B4-BE49-F238E27FC236}">
                <a16:creationId xmlns:a16="http://schemas.microsoft.com/office/drawing/2014/main" id="{C31F22E5-2C2C-4D71-ABCC-68996E0AF979}"/>
              </a:ext>
            </a:extLst>
          </p:cNvPr>
          <p:cNvSpPr>
            <a:spLocks xmlns:a="http://schemas.openxmlformats.org/drawingml/2006/main" noGrp="1"/>
          </p:cNvSpPr>
          <p:nvPr/>
        </p:nvSpPr>
        <p:spPr>
          <a:xfrm xmlns:a="http://schemas.openxmlformats.org/drawingml/2006/main">
            <a:off x="731520" y="1243440"/>
            <a:ext cx="822600" cy="5004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5400" rIns="90000" bIns="54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200" name="TextBox 6">
            <a:extLst xmlns:a="http://schemas.openxmlformats.org/drawingml/2006/main">
              <a:ext uri="{FF2B5EF4-FFF2-40B4-BE49-F238E27FC236}">
                <a16:creationId xmlns:a16="http://schemas.microsoft.com/office/drawing/2014/main" id="{B22983B8-F958-4566-A34E-38C58316E9B0}"/>
              </a:ext>
            </a:extLst>
          </p:cNvPr>
          <p:cNvSpPr>
            <a:spLocks xmlns:a="http://schemas.openxmlformats.org/drawingml/2006/main" noGrp="1"/>
          </p:cNvSpPr>
          <p:nvPr/>
        </p:nvSpPr>
        <p:spPr>
          <a:xfrm xmlns:a="http://schemas.openxmlformats.org/drawingml/2006/main">
            <a:off x="11384280" y="6492240"/>
            <a:ext cx="438480" cy="2743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spAutoFit/>
          </a:bodyPr>
          <a:lstStyle xmlns:a="http://schemas.openxmlformats.org/drawingml/2006/main"/>
          <a:p xmlns:a="http://schemas.openxmlformats.org/drawingml/2006/main">
            <a:pPr algn="r" defTabSz="914400">
              <a:lnSpc>
                <a:spcPct val="100000"/>
              </a:lnSpc>
              <a:buNone/>
            </a:pPr>
            <a:r>
              <a:rPr b="1" u="none" strike="noStrike">
                <a:solidFill>
                  <a:srgbClr val="044F9E"/>
                </a:solidFill>
                <a:latin typeface="Times New Roman"/>
                <a:ea typeface="Times New Roman"/>
                <a:cs typeface="Times New Roman"/>
              </a:rPr>
              <a:t>44</a:t>
            </a:r>
            <a:endParaRPr b="0" u="none" strike="noStrike">
              <a:solidFill>
                <a:srgbClr val="000000"/>
              </a:solidFill>
              <a:latin typeface="Times New Roman"/>
              <a:ea typeface="Times New Roman"/>
              <a:cs typeface="Times New Roman"/>
            </a:endParaRPr>
          </a:p>
        </p:txBody>
      </p:sp>
      <p:sp>
        <p:nvSpPr>
          <p:cNvPr id="201" name="Rounded Rectangle 7">
            <a:extLst xmlns:a="http://schemas.openxmlformats.org/drawingml/2006/main">
              <a:ext uri="{FF2B5EF4-FFF2-40B4-BE49-F238E27FC236}">
                <a16:creationId xmlns:a16="http://schemas.microsoft.com/office/drawing/2014/main" id="{3D1DE98F-1928-4C96-B377-6606D8C7611D}"/>
              </a:ext>
            </a:extLst>
          </p:cNvPr>
          <p:cNvSpPr>
            <a:spLocks xmlns:a="http://schemas.openxmlformats.org/drawingml/2006/main" noGrp="1"/>
          </p:cNvSpPr>
          <p:nvPr/>
        </p:nvSpPr>
        <p:spPr>
          <a:xfrm xmlns:a="http://schemas.openxmlformats.org/drawingml/2006/main">
            <a:off x="749880" y="1600200"/>
            <a:ext cx="3401280" cy="434304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202" name="Rectangle 8">
            <a:extLst xmlns:a="http://schemas.openxmlformats.org/drawingml/2006/main">
              <a:ext uri="{FF2B5EF4-FFF2-40B4-BE49-F238E27FC236}">
                <a16:creationId xmlns:a16="http://schemas.microsoft.com/office/drawing/2014/main" id="{9DB36E0D-7C03-4E87-B513-7CDEB18F6587}"/>
              </a:ext>
            </a:extLst>
          </p:cNvPr>
          <p:cNvSpPr>
            <a:spLocks xmlns:a="http://schemas.openxmlformats.org/drawingml/2006/main" noGrp="1"/>
          </p:cNvSpPr>
          <p:nvPr/>
        </p:nvSpPr>
        <p:spPr>
          <a:xfrm xmlns:a="http://schemas.openxmlformats.org/drawingml/2006/main">
            <a:off x="749880" y="1600200"/>
            <a:ext cx="91080" cy="4343040"/>
          </a:xfrm>
          <a:prstGeom xmlns:a="http://schemas.openxmlformats.org/drawingml/2006/main" prst="rect">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203" name="TextBox 9">
            <a:extLst xmlns:a="http://schemas.openxmlformats.org/drawingml/2006/main">
              <a:ext uri="{FF2B5EF4-FFF2-40B4-BE49-F238E27FC236}">
                <a16:creationId xmlns:a16="http://schemas.microsoft.com/office/drawing/2014/main" id="{B96FE300-B55D-430B-A5D3-921D16922E90}"/>
              </a:ext>
            </a:extLst>
          </p:cNvPr>
          <p:cNvSpPr>
            <a:spLocks xmlns:a="http://schemas.openxmlformats.org/drawingml/2006/main" noGrp="1"/>
          </p:cNvSpPr>
          <p:nvPr/>
        </p:nvSpPr>
        <p:spPr>
          <a:xfrm xmlns:a="http://schemas.openxmlformats.org/drawingml/2006/main">
            <a:off x="1036680" y="1670804"/>
            <a:ext cx="3126960" cy="4024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400" b="1" u="none" strike="noStrike">
                <a:solidFill>
                  <a:srgbClr val="044F9E"/>
                </a:solidFill>
                <a:latin typeface="Times New Roman"/>
                <a:ea typeface="Times New Roman"/>
                <a:cs typeface="Times New Roman"/>
              </a:rPr>
              <a:t>Thiên văn</a:t>
            </a:r>
            <a:endParaRPr sz="2400" b="0" u="none" strike="noStrike">
              <a:solidFill>
                <a:srgbClr val="000000"/>
              </a:solidFill>
              <a:latin typeface="Times New Roman"/>
              <a:ea typeface="Times New Roman"/>
              <a:cs typeface="Times New Roman"/>
            </a:endParaRPr>
          </a:p>
        </p:txBody>
      </p:sp>
      <p:sp>
        <p:nvSpPr>
          <p:cNvPr id="204" name="TextBox 10">
            <a:extLst xmlns:a="http://schemas.openxmlformats.org/drawingml/2006/main">
              <a:ext uri="{FF2B5EF4-FFF2-40B4-BE49-F238E27FC236}">
                <a16:creationId xmlns:a16="http://schemas.microsoft.com/office/drawing/2014/main" id="{377C54B2-001B-43FC-824B-7FD6A9B31E81}"/>
              </a:ext>
            </a:extLst>
          </p:cNvPr>
          <p:cNvSpPr>
            <a:spLocks xmlns:a="http://schemas.openxmlformats.org/drawingml/2006/main" noGrp="1"/>
          </p:cNvSpPr>
          <p:nvPr/>
        </p:nvSpPr>
        <p:spPr>
          <a:xfrm xmlns:a="http://schemas.openxmlformats.org/drawingml/2006/main">
            <a:off x="932760" y="2112120"/>
            <a:ext cx="3126960" cy="22312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NASA Science: Exoplanets</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NASA Exoplanet Archive</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Số liệu công khai truy cập ngày 10/10/2026</a:t>
            </a:r>
            <a:endParaRPr sz="2400" b="0" u="none" strike="noStrike">
              <a:solidFill>
                <a:srgbClr val="000000"/>
              </a:solidFill>
              <a:latin typeface="Times New Roman"/>
              <a:ea typeface="Times New Roman"/>
              <a:cs typeface="Times New Roman"/>
            </a:endParaRPr>
          </a:p>
        </p:txBody>
      </p:sp>
      <p:sp>
        <p:nvSpPr>
          <p:cNvPr id="205" name="Rounded Rectangle 11">
            <a:extLst xmlns:a="http://schemas.openxmlformats.org/drawingml/2006/main">
              <a:ext uri="{FF2B5EF4-FFF2-40B4-BE49-F238E27FC236}">
                <a16:creationId xmlns:a16="http://schemas.microsoft.com/office/drawing/2014/main" id="{EF9F8EFB-BBCD-4D51-86D0-19FB5C2E5D35}"/>
              </a:ext>
            </a:extLst>
          </p:cNvPr>
          <p:cNvSpPr>
            <a:spLocks xmlns:a="http://schemas.openxmlformats.org/drawingml/2006/main" noGrp="1"/>
          </p:cNvSpPr>
          <p:nvPr/>
        </p:nvSpPr>
        <p:spPr>
          <a:xfrm xmlns:a="http://schemas.openxmlformats.org/drawingml/2006/main">
            <a:off x="4389120" y="1600200"/>
            <a:ext cx="3401280" cy="434304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206" name="Rectangle 12">
            <a:extLst xmlns:a="http://schemas.openxmlformats.org/drawingml/2006/main">
              <a:ext uri="{FF2B5EF4-FFF2-40B4-BE49-F238E27FC236}">
                <a16:creationId xmlns:a16="http://schemas.microsoft.com/office/drawing/2014/main" id="{1CD1C952-9B34-4C8B-A143-219B10CD0CC5}"/>
              </a:ext>
            </a:extLst>
          </p:cNvPr>
          <p:cNvSpPr>
            <a:spLocks xmlns:a="http://schemas.openxmlformats.org/drawingml/2006/main" noGrp="1"/>
          </p:cNvSpPr>
          <p:nvPr/>
        </p:nvSpPr>
        <p:spPr>
          <a:xfrm xmlns:a="http://schemas.openxmlformats.org/drawingml/2006/main">
            <a:off x="4389120" y="1600200"/>
            <a:ext cx="91080" cy="434304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207" name="TextBox 13">
            <a:extLst xmlns:a="http://schemas.openxmlformats.org/drawingml/2006/main">
              <a:ext uri="{FF2B5EF4-FFF2-40B4-BE49-F238E27FC236}">
                <a16:creationId xmlns:a16="http://schemas.microsoft.com/office/drawing/2014/main" id="{0C247EA1-0EA3-4B4F-9643-5FE21781E9D9}"/>
              </a:ext>
            </a:extLst>
          </p:cNvPr>
          <p:cNvSpPr>
            <a:spLocks xmlns:a="http://schemas.openxmlformats.org/drawingml/2006/main" noGrp="1"/>
          </p:cNvSpPr>
          <p:nvPr/>
        </p:nvSpPr>
        <p:spPr>
          <a:xfrm xmlns:a="http://schemas.openxmlformats.org/drawingml/2006/main">
            <a:off x="4675920" y="1670804"/>
            <a:ext cx="3126960" cy="4024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400" b="1" u="none" strike="noStrike">
                <a:solidFill>
                  <a:srgbClr val="044F9E"/>
                </a:solidFill>
                <a:latin typeface="Times New Roman"/>
                <a:ea typeface="Times New Roman"/>
                <a:cs typeface="Times New Roman"/>
              </a:rPr>
              <a:t>Công nghệ</a:t>
            </a:r>
            <a:endParaRPr sz="2400" b="0" u="none" strike="noStrike">
              <a:solidFill>
                <a:srgbClr val="000000"/>
              </a:solidFill>
              <a:latin typeface="Times New Roman"/>
              <a:ea typeface="Times New Roman"/>
              <a:cs typeface="Times New Roman"/>
            </a:endParaRPr>
          </a:p>
        </p:txBody>
      </p:sp>
      <p:sp>
        <p:nvSpPr>
          <p:cNvPr id="208" name="TextBox 14">
            <a:extLst xmlns:a="http://schemas.openxmlformats.org/drawingml/2006/main">
              <a:ext uri="{FF2B5EF4-FFF2-40B4-BE49-F238E27FC236}">
                <a16:creationId xmlns:a16="http://schemas.microsoft.com/office/drawing/2014/main" id="{20AFA7C9-FEAE-4451-A175-906FBAA72447}"/>
              </a:ext>
            </a:extLst>
          </p:cNvPr>
          <p:cNvSpPr>
            <a:spLocks xmlns:a="http://schemas.openxmlformats.org/drawingml/2006/main" noGrp="1"/>
          </p:cNvSpPr>
          <p:nvPr/>
        </p:nvSpPr>
        <p:spPr>
          <a:xfrm xmlns:a="http://schemas.openxmlformats.org/drawingml/2006/main">
            <a:off x="4572000" y="2112120"/>
            <a:ext cx="3126960" cy="18655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Apache Spark Documentation</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scikit-learn Documentation</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Streamlit Documentation</a:t>
            </a:r>
            <a:endParaRPr sz="2400" b="0" u="none" strike="noStrike">
              <a:solidFill>
                <a:srgbClr val="000000"/>
              </a:solidFill>
              <a:latin typeface="Times New Roman"/>
              <a:ea typeface="Times New Roman"/>
              <a:cs typeface="Times New Roman"/>
            </a:endParaRPr>
          </a:p>
        </p:txBody>
      </p:sp>
      <p:sp>
        <p:nvSpPr>
          <p:cNvPr id="209" name="Rounded Rectangle 15">
            <a:extLst xmlns:a="http://schemas.openxmlformats.org/drawingml/2006/main">
              <a:ext uri="{FF2B5EF4-FFF2-40B4-BE49-F238E27FC236}">
                <a16:creationId xmlns:a16="http://schemas.microsoft.com/office/drawing/2014/main" id="{258E040A-A189-4423-B8E8-05DF5E7ED52C}"/>
              </a:ext>
            </a:extLst>
          </p:cNvPr>
          <p:cNvSpPr>
            <a:spLocks xmlns:a="http://schemas.openxmlformats.org/drawingml/2006/main" noGrp="1"/>
          </p:cNvSpPr>
          <p:nvPr/>
        </p:nvSpPr>
        <p:spPr>
          <a:xfrm xmlns:a="http://schemas.openxmlformats.org/drawingml/2006/main">
            <a:off x="8028360" y="1600200"/>
            <a:ext cx="3401280" cy="434304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210" name="Rectangle 16">
            <a:extLst xmlns:a="http://schemas.openxmlformats.org/drawingml/2006/main">
              <a:ext uri="{FF2B5EF4-FFF2-40B4-BE49-F238E27FC236}">
                <a16:creationId xmlns:a16="http://schemas.microsoft.com/office/drawing/2014/main" id="{5B0D012A-678D-4FFA-A892-814649A0BCA6}"/>
              </a:ext>
            </a:extLst>
          </p:cNvPr>
          <p:cNvSpPr>
            <a:spLocks xmlns:a="http://schemas.openxmlformats.org/drawingml/2006/main" noGrp="1"/>
          </p:cNvSpPr>
          <p:nvPr/>
        </p:nvSpPr>
        <p:spPr>
          <a:xfrm xmlns:a="http://schemas.openxmlformats.org/drawingml/2006/main">
            <a:off x="8028360" y="1600200"/>
            <a:ext cx="91080" cy="4343040"/>
          </a:xfrm>
          <a:prstGeom xmlns:a="http://schemas.openxmlformats.org/drawingml/2006/main" prst="rect">
            <a:avLst/>
          </a:prstGeom>
          <a:solidFill xmlns:a="http://schemas.openxmlformats.org/drawingml/2006/main">
            <a:srgbClr val="E81F26"/>
          </a:solidFill>
          <a:ln xmlns:a="http://schemas.openxmlformats.org/drawingml/2006/main">
            <a:solidFill>
              <a:srgbClr val="E81F2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211" name="TextBox 17">
            <a:extLst xmlns:a="http://schemas.openxmlformats.org/drawingml/2006/main">
              <a:ext uri="{FF2B5EF4-FFF2-40B4-BE49-F238E27FC236}">
                <a16:creationId xmlns:a16="http://schemas.microsoft.com/office/drawing/2014/main" id="{B7511D84-61E3-4F90-B4F3-00E2FDA74456}"/>
              </a:ext>
            </a:extLst>
          </p:cNvPr>
          <p:cNvSpPr>
            <a:spLocks xmlns:a="http://schemas.openxmlformats.org/drawingml/2006/main" noGrp="1"/>
          </p:cNvSpPr>
          <p:nvPr/>
        </p:nvSpPr>
        <p:spPr>
          <a:xfrm xmlns:a="http://schemas.openxmlformats.org/drawingml/2006/main">
            <a:off x="8315160" y="1670804"/>
            <a:ext cx="3126960" cy="4024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400" b="1" u="none" strike="noStrike">
                <a:solidFill>
                  <a:srgbClr val="044F9E"/>
                </a:solidFill>
                <a:latin typeface="Times New Roman"/>
                <a:ea typeface="Times New Roman"/>
                <a:cs typeface="Times New Roman"/>
              </a:rPr>
              <a:t>Đồ án</a:t>
            </a:r>
            <a:endParaRPr sz="2400" b="0" u="none" strike="noStrike">
              <a:solidFill>
                <a:srgbClr val="000000"/>
              </a:solidFill>
              <a:latin typeface="Times New Roman"/>
              <a:ea typeface="Times New Roman"/>
              <a:cs typeface="Times New Roman"/>
            </a:endParaRPr>
          </a:p>
        </p:txBody>
      </p:sp>
      <p:sp>
        <p:nvSpPr>
          <p:cNvPr id="212" name="TextBox 18">
            <a:extLst xmlns:a="http://schemas.openxmlformats.org/drawingml/2006/main">
              <a:ext uri="{FF2B5EF4-FFF2-40B4-BE49-F238E27FC236}">
                <a16:creationId xmlns:a16="http://schemas.microsoft.com/office/drawing/2014/main" id="{8AABA60D-3869-4567-B620-76A950B75F33}"/>
              </a:ext>
            </a:extLst>
          </p:cNvPr>
          <p:cNvSpPr>
            <a:spLocks xmlns:a="http://schemas.openxmlformats.org/drawingml/2006/main" noGrp="1"/>
          </p:cNvSpPr>
          <p:nvPr/>
        </p:nvSpPr>
        <p:spPr>
          <a:xfrm xmlns:a="http://schemas.openxmlformats.org/drawingml/2006/main">
            <a:off x="8211240" y="2112120"/>
            <a:ext cx="3126960" cy="18655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Tệp CSV thực nghiệm</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README và requirements</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Mã nguồn pipeline, parsing và Streamlit</a:t>
            </a:r>
            <a:endParaRPr sz="2400" b="0" u="none" strike="noStrike">
              <a:solidFill>
                <a:srgbClr val="000000"/>
              </a:solidFill>
              <a:latin typeface="Times New Roman"/>
              <a:ea typeface="Times New Roman"/>
              <a:cs typeface="Times New Roman"/>
            </a:endParaRPr>
          </a:p>
        </p:txBody>
      </p:sp>
    </p:spTree>
    <p:extLst>
      <p:ext uri="{BB962C8B-B14F-4D97-AF65-F5344CB8AC3E}">
        <p14:creationId xmlns:p14="http://schemas.microsoft.com/office/powerpoint/2010/main" val="711726047"/>
      </p:ext>
    </p:extLst>
  </p:cSld>
</p:sld>
</file>

<file path=ppt/slides/slide45.xml><?xml version="1.0" encoding="utf-8"?>
<p:sld xmlns:p="http://schemas.openxmlformats.org/presentationml/2006/main">
  <p:cSld>
    <p:spTree>
      <p:nvGrpSpPr>
        <p:cNvPr id="1" name=""/>
        <p:cNvGrpSpPr/>
        <p:nvPr/>
      </p:nvGrpSpPr>
      <p:grpSpPr>
        <a:xfrm xmlns:a="http://schemas.openxmlformats.org/drawingml/2006/main"/>
      </p:grpSpPr>
      <p:sp>
        <p:nvSpPr>
          <p:cNvPr id="710" name="Rectangle 3">
            <a:extLst xmlns:a="http://schemas.openxmlformats.org/drawingml/2006/main">
              <a:ext uri="{FF2B5EF4-FFF2-40B4-BE49-F238E27FC236}">
                <a16:creationId xmlns:a16="http://schemas.microsoft.com/office/drawing/2014/main" id="{4D748427-36EF-C79A-1E9D-2E2A0A0A5316}"/>
              </a:ext>
            </a:extLst>
          </p:cNvPr>
          <p:cNvSpPr>
            <a:spLocks xmlns:a="http://schemas.openxmlformats.org/drawingml/2006/main" noGrp="1"/>
          </p:cNvSpPr>
          <p:nvPr/>
        </p:nvSpPr>
        <p:spPr>
          <a:xfrm xmlns:a="http://schemas.openxmlformats.org/drawingml/2006/main">
            <a:off x="277680" y="964043"/>
            <a:ext cx="10908480" cy="5276954"/>
          </a:xfrm>
          <a:prstGeom xmlns:a="http://schemas.openxmlformats.org/drawingml/2006/main" prst="rect">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711" name="Rectangle 4">
            <a:extLst xmlns:a="http://schemas.openxmlformats.org/drawingml/2006/main">
              <a:ext uri="{FF2B5EF4-FFF2-40B4-BE49-F238E27FC236}">
                <a16:creationId xmlns:a16="http://schemas.microsoft.com/office/drawing/2014/main" id="{CBACF340-E409-06A8-4B17-AAF959C6C985}"/>
              </a:ext>
            </a:extLst>
          </p:cNvPr>
          <p:cNvSpPr>
            <a:spLocks xmlns:a="http://schemas.openxmlformats.org/drawingml/2006/main" noGrp="1"/>
          </p:cNvSpPr>
          <p:nvPr/>
        </p:nvSpPr>
        <p:spPr>
          <a:xfrm xmlns:a="http://schemas.openxmlformats.org/drawingml/2006/main">
            <a:off x="1005840" y="1755058"/>
            <a:ext cx="109440" cy="2971440"/>
          </a:xfrm>
          <a:prstGeom xmlns:a="http://schemas.openxmlformats.org/drawingml/2006/main" prst="rect">
            <a:avLst/>
          </a:prstGeom>
          <a:solidFill xmlns:a="http://schemas.openxmlformats.org/drawingml/2006/main">
            <a:srgbClr val="FEC01D"/>
          </a:solidFill>
          <a:ln xmlns:a="http://schemas.openxmlformats.org/drawingml/2006/main">
            <a:solidFill>
              <a:srgbClr val="FEC01D"/>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713" name="TextBox 6">
            <a:extLst xmlns:a="http://schemas.openxmlformats.org/drawingml/2006/main">
              <a:ext uri="{FF2B5EF4-FFF2-40B4-BE49-F238E27FC236}">
                <a16:creationId xmlns:a16="http://schemas.microsoft.com/office/drawing/2014/main" id="{4FAAC8AA-0F37-CE32-6B15-3DE69779B7B8}"/>
              </a:ext>
            </a:extLst>
          </p:cNvPr>
          <p:cNvSpPr>
            <a:spLocks xmlns:a="http://schemas.openxmlformats.org/drawingml/2006/main" noGrp="1"/>
          </p:cNvSpPr>
          <p:nvPr/>
        </p:nvSpPr>
        <p:spPr>
          <a:xfrm xmlns:a="http://schemas.openxmlformats.org/drawingml/2006/main">
            <a:off x="11384280" y="6492240"/>
            <a:ext cx="438480" cy="2743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spAutoFit/>
          </a:bodyPr>
          <a:lstStyle xmlns:a="http://schemas.openxmlformats.org/drawingml/2006/main"/>
          <a:p xmlns:a="http://schemas.openxmlformats.org/drawingml/2006/main">
            <a:pPr algn="r" defTabSz="914400">
              <a:lnSpc>
                <a:spcPct val="100000"/>
              </a:lnSpc>
              <a:buNone/>
            </a:pPr>
            <a:r>
              <a:rPr sz="1800" b="1" u="none" strike="noStrike">
                <a:solidFill>
                  <a:srgbClr val="044F9E"/>
                </a:solidFill>
                <a:latin typeface="Times New Roman"/>
                <a:ea typeface="Times New Roman"/>
                <a:cs typeface="Times New Roman"/>
              </a:rPr>
              <a:t>45</a:t>
            </a:r>
            <a:endParaRPr sz="1800" b="0" u="none" strike="noStrike">
              <a:solidFill>
                <a:srgbClr val="000000"/>
              </a:solidFill>
              <a:latin typeface="Times New Roman"/>
              <a:ea typeface="Times New Roman"/>
              <a:cs typeface="Times New Roman"/>
            </a:endParaRPr>
          </a:p>
        </p:txBody>
      </p:sp>
      <p:sp>
        <p:nvSpPr>
          <p:cNvPr id="2" name="TextBox 1">
            <a:extLst xmlns:a="http://schemas.openxmlformats.org/drawingml/2006/main">
              <a:ext uri="{FF2B5EF4-FFF2-40B4-BE49-F238E27FC236}">
                <a16:creationId xmlns:a16="http://schemas.microsoft.com/office/drawing/2014/main" id="{89C03242-02D2-9174-6A03-484AAC43D57A}"/>
              </a:ext>
            </a:extLst>
          </p:cNvPr>
          <p:cNvSpPr>
            <a:spLocks xmlns:a="http://schemas.openxmlformats.org/drawingml/2006/main" noGrp="1"/>
          </p:cNvSpPr>
          <p:nvPr/>
        </p:nvSpPr>
        <p:spPr>
          <a:xfrm xmlns:a="http://schemas.openxmlformats.org/drawingml/2006/main">
            <a:off x="2521687" y="2579058"/>
            <a:ext cx="6420465" cy="1323439"/>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pPr>
            <a:r>
              <a:rPr sz="4000">
                <a:solidFill>
                  <a:schemeClr val="bg1"/>
                </a:solidFill>
              </a:rPr>
              <a:t>CẢM ƠN THẦY CÔ VÀ CÁC BẠN ĐÃ LẮNG NGHE</a:t>
            </a:r>
          </a:p>
        </p:txBody>
      </p:sp>
    </p:spTree>
    <p:extLst>
      <p:ext uri="{BB962C8B-B14F-4D97-AF65-F5344CB8AC3E}">
        <p14:creationId xmlns:p14="http://schemas.microsoft.com/office/powerpoint/2010/main" val="4078510070"/>
      </p:ext>
    </p:extLst>
  </p:cSld>
</p:sld>
</file>

<file path=ppt/theme/theme1.xml><?xml version="1.0" encoding="utf-8"?>
<a:theme xmlns:a="http://schemas.openxmlformats.org/drawingml/2006/main" name="1_Office Theme">
  <a:themeElements>
    <a:clrScheme name="HUIT">
      <a:dk1>
        <a:srgbClr val="000000"/>
      </a:dk1>
      <a:lt1>
        <a:srgbClr val="FFFFFF"/>
      </a:lt1>
      <a:dk2>
        <a:srgbClr val="354253"/>
      </a:dk2>
      <a:lt2>
        <a:srgbClr val="E7E6E6"/>
      </a:lt2>
      <a:accent1>
        <a:srgbClr val="044F9E"/>
      </a:accent1>
      <a:accent2>
        <a:srgbClr val="2072B7"/>
      </a:accent2>
      <a:accent3>
        <a:srgbClr val="4CC4EB"/>
      </a:accent3>
      <a:accent4>
        <a:srgbClr val="E81F26"/>
      </a:accent4>
      <a:accent5>
        <a:srgbClr val="FEC01D"/>
      </a:accent5>
      <a:accent6>
        <a:srgbClr val="DBD014"/>
      </a:accent6>
      <a:hlink>
        <a:srgbClr val="2072B7"/>
      </a:hlink>
      <a:folHlink>
        <a:srgbClr val="044F9E"/>
      </a:folHlink>
    </a:clrScheme>
    <a:fontScheme name="Office Theme">
      <a:majorFont>
        <a:latin typeface="Times New Roman"/>
        <a:ea typeface="Times New Roman"/>
        <a:cs typeface="Times New Roman"/>
      </a:majorFont>
      <a:minorFont>
        <a:latin typeface="Times New Roman"/>
        <a:ea typeface="Times New Roman"/>
        <a:cs typeface="Times New Roman"/>
      </a:minorFont>
    </a:fontScheme>
    <a:fmtScheme name="HUIT">
      <a:fillStyleLst>
        <a:solidFill>
          <a:schemeClr val="phClr"/>
        </a:solidFill>
        <a:gradFill>
          <a:gsLst>
            <a:gs pos="0">
              <a:schemeClr val="phClr">
                <a:tint val="67000"/>
                <a:lumMod val="110000"/>
              </a:schemeClr>
            </a:gs>
            <a:gs pos="50000">
              <a:schemeClr val="phClr">
                <a:tint val="73000"/>
                <a:lumMod val="105000"/>
              </a:schemeClr>
            </a:gs>
            <a:gs pos="100000">
              <a:schemeClr val="phClr">
                <a:tint val="81000"/>
                <a:lumMod val="105000"/>
              </a:schemeClr>
            </a:gs>
          </a:gsLst>
          <a:lin ang="5400000" scaled="0"/>
          <a:tileRect/>
        </a:gradFill>
        <a:gradFill>
          <a:gsLst>
            <a:gs pos="0">
              <a:schemeClr val="phClr">
                <a:tint val="94000"/>
                <a:lumMod val="102000"/>
              </a:schemeClr>
            </a:gs>
            <a:gs pos="50000">
              <a:schemeClr val="phClr">
                <a:shade val="100000"/>
                <a:lumMod val="100000"/>
              </a:schemeClr>
            </a:gs>
            <a:gs pos="100000">
              <a:schemeClr val="phClr">
                <a:shade val="78000"/>
                <a:lumMod val="99000"/>
              </a:schemeClr>
            </a:gs>
          </a:gsLst>
          <a:lin ang="5400000" scaled="0"/>
          <a:tileRect/>
        </a:gradFill>
      </a:fillStyleLst>
      <a:lnStyleLst>
        <a:ln w="6350">
          <a:prstDash val="solid"/>
        </a:ln>
        <a:ln w="12700">
          <a:prstDash val="solid"/>
        </a:ln>
        <a:ln w="19050">
          <a:prstDash val="solid"/>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2026-10-10T06:12:14.9090000Z</dcterms:created>
  <dcterms:modified xsi:type="dcterms:W3CDTF">2026-10-10T06:12:14.9100000Z</dcterms:modified>
</coreProperties>
</file>